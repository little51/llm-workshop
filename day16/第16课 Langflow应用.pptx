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9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15"/>
  </p:notesMasterIdLst>
  <p:handoutMasterIdLst>
    <p:handoutMasterId r:id="rId16"/>
  </p:handoutMasterIdLst>
  <p:sldIdLst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3.xml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0" Type="http://schemas.openxmlformats.org/officeDocument/2006/relationships/tags" Target="../tags/tag24.xml"/><Relationship Id="rId2" Type="http://schemas.openxmlformats.org/officeDocument/2006/relationships/tags" Target="../tags/tag6.xml"/><Relationship Id="rId19" Type="http://schemas.openxmlformats.org/officeDocument/2006/relationships/tags" Target="../tags/tag23.xml"/><Relationship Id="rId18" Type="http://schemas.openxmlformats.org/officeDocument/2006/relationships/tags" Target="../tags/tag22.xml"/><Relationship Id="rId17" Type="http://schemas.openxmlformats.org/officeDocument/2006/relationships/tags" Target="../tags/tag21.xml"/><Relationship Id="rId16" Type="http://schemas.openxmlformats.org/officeDocument/2006/relationships/tags" Target="../tags/tag20.xml"/><Relationship Id="rId15" Type="http://schemas.openxmlformats.org/officeDocument/2006/relationships/tags" Target="../tags/tag19.xml"/><Relationship Id="rId14" Type="http://schemas.openxmlformats.org/officeDocument/2006/relationships/tags" Target="../tags/tag18.xml"/><Relationship Id="rId13" Type="http://schemas.openxmlformats.org/officeDocument/2006/relationships/tags" Target="../tags/tag17.xml"/><Relationship Id="rId12" Type="http://schemas.openxmlformats.org/officeDocument/2006/relationships/tags" Target="../tags/tag16.xml"/><Relationship Id="rId11" Type="http://schemas.openxmlformats.org/officeDocument/2006/relationships/tags" Target="../tags/tag15.xml"/><Relationship Id="rId10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9" Type="http://schemas.openxmlformats.org/officeDocument/2006/relationships/tags" Target="../tags/tag114.xml"/><Relationship Id="rId68" Type="http://schemas.openxmlformats.org/officeDocument/2006/relationships/tags" Target="../tags/tag113.xml"/><Relationship Id="rId67" Type="http://schemas.openxmlformats.org/officeDocument/2006/relationships/tags" Target="../tags/tag112.xml"/><Relationship Id="rId66" Type="http://schemas.openxmlformats.org/officeDocument/2006/relationships/tags" Target="../tags/tag111.xml"/><Relationship Id="rId65" Type="http://schemas.openxmlformats.org/officeDocument/2006/relationships/tags" Target="../tags/tag110.xml"/><Relationship Id="rId64" Type="http://schemas.openxmlformats.org/officeDocument/2006/relationships/tags" Target="../tags/tag109.xml"/><Relationship Id="rId63" Type="http://schemas.openxmlformats.org/officeDocument/2006/relationships/tags" Target="../tags/tag108.xml"/><Relationship Id="rId62" Type="http://schemas.openxmlformats.org/officeDocument/2006/relationships/tags" Target="../tags/tag107.xml"/><Relationship Id="rId61" Type="http://schemas.openxmlformats.org/officeDocument/2006/relationships/tags" Target="../tags/tag106.xml"/><Relationship Id="rId60" Type="http://schemas.openxmlformats.org/officeDocument/2006/relationships/tags" Target="../tags/tag105.xml"/><Relationship Id="rId6" Type="http://schemas.openxmlformats.org/officeDocument/2006/relationships/tags" Target="../tags/tag59.xml"/><Relationship Id="rId59" Type="http://schemas.openxmlformats.org/officeDocument/2006/relationships/tags" Target="../tags/tag104.xml"/><Relationship Id="rId58" Type="http://schemas.openxmlformats.org/officeDocument/2006/relationships/tags" Target="../tags/tag103.xml"/><Relationship Id="rId57" Type="http://schemas.openxmlformats.org/officeDocument/2006/relationships/tags" Target="../tags/tag102.xml"/><Relationship Id="rId56" Type="http://schemas.openxmlformats.org/officeDocument/2006/relationships/tags" Target="../tags/tag101.xml"/><Relationship Id="rId55" Type="http://schemas.openxmlformats.org/officeDocument/2006/relationships/tags" Target="../tags/tag100.xml"/><Relationship Id="rId54" Type="http://schemas.openxmlformats.org/officeDocument/2006/relationships/tags" Target="../tags/tag99.xml"/><Relationship Id="rId53" Type="http://schemas.openxmlformats.org/officeDocument/2006/relationships/tags" Target="../tags/tag98.xml"/><Relationship Id="rId52" Type="http://schemas.openxmlformats.org/officeDocument/2006/relationships/tags" Target="../tags/tag97.xml"/><Relationship Id="rId51" Type="http://schemas.openxmlformats.org/officeDocument/2006/relationships/tags" Target="../tags/tag96.xml"/><Relationship Id="rId50" Type="http://schemas.openxmlformats.org/officeDocument/2006/relationships/tags" Target="../tags/tag95.xml"/><Relationship Id="rId5" Type="http://schemas.openxmlformats.org/officeDocument/2006/relationships/tags" Target="../tags/tag58.xml"/><Relationship Id="rId49" Type="http://schemas.openxmlformats.org/officeDocument/2006/relationships/tags" Target="../tags/tag94.xml"/><Relationship Id="rId48" Type="http://schemas.openxmlformats.org/officeDocument/2006/relationships/tags" Target="../tags/tag93.xml"/><Relationship Id="rId47" Type="http://schemas.openxmlformats.org/officeDocument/2006/relationships/tags" Target="../tags/tag92.xml"/><Relationship Id="rId46" Type="http://schemas.openxmlformats.org/officeDocument/2006/relationships/tags" Target="../tags/tag91.xml"/><Relationship Id="rId45" Type="http://schemas.openxmlformats.org/officeDocument/2006/relationships/tags" Target="../tags/tag90.xml"/><Relationship Id="rId44" Type="http://schemas.openxmlformats.org/officeDocument/2006/relationships/tags" Target="../tags/tag89.xml"/><Relationship Id="rId43" Type="http://schemas.openxmlformats.org/officeDocument/2006/relationships/tags" Target="../tags/tag88.xml"/><Relationship Id="rId42" Type="http://schemas.openxmlformats.org/officeDocument/2006/relationships/tags" Target="../tags/tag87.xml"/><Relationship Id="rId41" Type="http://schemas.openxmlformats.org/officeDocument/2006/relationships/tags" Target="../tags/tag86.xml"/><Relationship Id="rId40" Type="http://schemas.openxmlformats.org/officeDocument/2006/relationships/tags" Target="../tags/tag85.xml"/><Relationship Id="rId4" Type="http://schemas.openxmlformats.org/officeDocument/2006/relationships/tags" Target="../tags/tag57.xml"/><Relationship Id="rId39" Type="http://schemas.openxmlformats.org/officeDocument/2006/relationships/tags" Target="../tags/tag84.xml"/><Relationship Id="rId38" Type="http://schemas.openxmlformats.org/officeDocument/2006/relationships/tags" Target="../tags/tag83.xml"/><Relationship Id="rId37" Type="http://schemas.openxmlformats.org/officeDocument/2006/relationships/tags" Target="../tags/tag82.xml"/><Relationship Id="rId36" Type="http://schemas.openxmlformats.org/officeDocument/2006/relationships/tags" Target="../tags/tag81.xml"/><Relationship Id="rId35" Type="http://schemas.openxmlformats.org/officeDocument/2006/relationships/tags" Target="../tags/tag80.xml"/><Relationship Id="rId34" Type="http://schemas.openxmlformats.org/officeDocument/2006/relationships/tags" Target="../tags/tag79.xml"/><Relationship Id="rId33" Type="http://schemas.openxmlformats.org/officeDocument/2006/relationships/tags" Target="../tags/tag78.xml"/><Relationship Id="rId32" Type="http://schemas.openxmlformats.org/officeDocument/2006/relationships/tags" Target="../tags/tag77.xml"/><Relationship Id="rId31" Type="http://schemas.openxmlformats.org/officeDocument/2006/relationships/tags" Target="../tags/tag76.xml"/><Relationship Id="rId30" Type="http://schemas.openxmlformats.org/officeDocument/2006/relationships/tags" Target="../tags/tag75.xml"/><Relationship Id="rId3" Type="http://schemas.openxmlformats.org/officeDocument/2006/relationships/tags" Target="../tags/tag56.xml"/><Relationship Id="rId29" Type="http://schemas.openxmlformats.org/officeDocument/2006/relationships/tags" Target="../tags/tag74.xml"/><Relationship Id="rId28" Type="http://schemas.openxmlformats.org/officeDocument/2006/relationships/tags" Target="../tags/tag73.xml"/><Relationship Id="rId27" Type="http://schemas.openxmlformats.org/officeDocument/2006/relationships/tags" Target="../tags/tag72.xml"/><Relationship Id="rId26" Type="http://schemas.openxmlformats.org/officeDocument/2006/relationships/tags" Target="../tags/tag71.xml"/><Relationship Id="rId25" Type="http://schemas.openxmlformats.org/officeDocument/2006/relationships/tags" Target="../tags/tag70.xml"/><Relationship Id="rId24" Type="http://schemas.openxmlformats.org/officeDocument/2006/relationships/tags" Target="../tags/tag69.xml"/><Relationship Id="rId23" Type="http://schemas.microsoft.com/office/2007/relationships/hdphoto" Target="../media/image8.wdp"/><Relationship Id="rId22" Type="http://schemas.openxmlformats.org/officeDocument/2006/relationships/image" Target="../media/image7.png"/><Relationship Id="rId21" Type="http://schemas.openxmlformats.org/officeDocument/2006/relationships/tags" Target="../tags/tag68.xml"/><Relationship Id="rId20" Type="http://schemas.microsoft.com/office/2007/relationships/hdphoto" Target="../media/image6.wdp"/><Relationship Id="rId2" Type="http://schemas.openxmlformats.org/officeDocument/2006/relationships/tags" Target="../tags/tag55.xml"/><Relationship Id="rId19" Type="http://schemas.openxmlformats.org/officeDocument/2006/relationships/image" Target="../media/image5.png"/><Relationship Id="rId18" Type="http://schemas.openxmlformats.org/officeDocument/2006/relationships/tags" Target="../tags/tag67.xml"/><Relationship Id="rId17" Type="http://schemas.microsoft.com/office/2007/relationships/hdphoto" Target="../media/image4.wdp"/><Relationship Id="rId16" Type="http://schemas.openxmlformats.org/officeDocument/2006/relationships/image" Target="../media/image3.png"/><Relationship Id="rId15" Type="http://schemas.openxmlformats.org/officeDocument/2006/relationships/tags" Target="../tags/tag66.xml"/><Relationship Id="rId14" Type="http://schemas.microsoft.com/office/2007/relationships/hdphoto" Target="../media/image2.wdp"/><Relationship Id="rId13" Type="http://schemas.openxmlformats.org/officeDocument/2006/relationships/image" Target="../media/image1.png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2.xml"/><Relationship Id="rId8" Type="http://schemas.openxmlformats.org/officeDocument/2006/relationships/tags" Target="../tags/tag121.xml"/><Relationship Id="rId7" Type="http://schemas.openxmlformats.org/officeDocument/2006/relationships/tags" Target="../tags/tag120.xml"/><Relationship Id="rId6" Type="http://schemas.openxmlformats.org/officeDocument/2006/relationships/tags" Target="../tags/tag119.xml"/><Relationship Id="rId5" Type="http://schemas.openxmlformats.org/officeDocument/2006/relationships/tags" Target="../tags/tag118.xml"/><Relationship Id="rId4" Type="http://schemas.openxmlformats.org/officeDocument/2006/relationships/tags" Target="../tags/tag117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8" Type="http://schemas.openxmlformats.org/officeDocument/2006/relationships/tags" Target="../tags/tag131.xml"/><Relationship Id="rId17" Type="http://schemas.openxmlformats.org/officeDocument/2006/relationships/tags" Target="../tags/tag130.xml"/><Relationship Id="rId16" Type="http://schemas.openxmlformats.org/officeDocument/2006/relationships/tags" Target="../tags/tag129.xml"/><Relationship Id="rId15" Type="http://schemas.openxmlformats.org/officeDocument/2006/relationships/tags" Target="../tags/tag128.xml"/><Relationship Id="rId14" Type="http://schemas.openxmlformats.org/officeDocument/2006/relationships/tags" Target="../tags/tag127.xml"/><Relationship Id="rId13" Type="http://schemas.openxmlformats.org/officeDocument/2006/relationships/tags" Target="../tags/tag126.xml"/><Relationship Id="rId12" Type="http://schemas.openxmlformats.org/officeDocument/2006/relationships/tags" Target="../tags/tag125.xml"/><Relationship Id="rId11" Type="http://schemas.openxmlformats.org/officeDocument/2006/relationships/tags" Target="../tags/tag124.xml"/><Relationship Id="rId10" Type="http://schemas.openxmlformats.org/officeDocument/2006/relationships/tags" Target="../tags/tag123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8" Type="http://schemas.openxmlformats.org/officeDocument/2006/relationships/tags" Target="../tags/tag190.xml"/><Relationship Id="rId67" Type="http://schemas.openxmlformats.org/officeDocument/2006/relationships/tags" Target="../tags/tag189.xml"/><Relationship Id="rId66" Type="http://schemas.openxmlformats.org/officeDocument/2006/relationships/tags" Target="../tags/tag188.xml"/><Relationship Id="rId65" Type="http://schemas.openxmlformats.org/officeDocument/2006/relationships/tags" Target="../tags/tag187.xml"/><Relationship Id="rId64" Type="http://schemas.openxmlformats.org/officeDocument/2006/relationships/tags" Target="../tags/tag186.xml"/><Relationship Id="rId63" Type="http://schemas.openxmlformats.org/officeDocument/2006/relationships/tags" Target="../tags/tag185.xml"/><Relationship Id="rId62" Type="http://schemas.openxmlformats.org/officeDocument/2006/relationships/tags" Target="../tags/tag184.xml"/><Relationship Id="rId61" Type="http://schemas.openxmlformats.org/officeDocument/2006/relationships/tags" Target="../tags/tag183.xml"/><Relationship Id="rId60" Type="http://schemas.openxmlformats.org/officeDocument/2006/relationships/tags" Target="../tags/tag182.xml"/><Relationship Id="rId6" Type="http://schemas.openxmlformats.org/officeDocument/2006/relationships/tags" Target="../tags/tag136.xml"/><Relationship Id="rId59" Type="http://schemas.openxmlformats.org/officeDocument/2006/relationships/tags" Target="../tags/tag181.xml"/><Relationship Id="rId58" Type="http://schemas.openxmlformats.org/officeDocument/2006/relationships/tags" Target="../tags/tag180.xml"/><Relationship Id="rId57" Type="http://schemas.openxmlformats.org/officeDocument/2006/relationships/tags" Target="../tags/tag179.xml"/><Relationship Id="rId56" Type="http://schemas.openxmlformats.org/officeDocument/2006/relationships/tags" Target="../tags/tag178.xml"/><Relationship Id="rId55" Type="http://schemas.openxmlformats.org/officeDocument/2006/relationships/tags" Target="../tags/tag177.xml"/><Relationship Id="rId54" Type="http://schemas.openxmlformats.org/officeDocument/2006/relationships/tags" Target="../tags/tag176.xml"/><Relationship Id="rId53" Type="http://schemas.openxmlformats.org/officeDocument/2006/relationships/tags" Target="../tags/tag175.xml"/><Relationship Id="rId52" Type="http://schemas.openxmlformats.org/officeDocument/2006/relationships/tags" Target="../tags/tag174.xml"/><Relationship Id="rId51" Type="http://schemas.openxmlformats.org/officeDocument/2006/relationships/tags" Target="../tags/tag173.xml"/><Relationship Id="rId50" Type="http://schemas.openxmlformats.org/officeDocument/2006/relationships/tags" Target="../tags/tag172.xml"/><Relationship Id="rId5" Type="http://schemas.openxmlformats.org/officeDocument/2006/relationships/tags" Target="../tags/tag135.xml"/><Relationship Id="rId49" Type="http://schemas.openxmlformats.org/officeDocument/2006/relationships/tags" Target="../tags/tag171.xml"/><Relationship Id="rId48" Type="http://schemas.openxmlformats.org/officeDocument/2006/relationships/tags" Target="../tags/tag170.xml"/><Relationship Id="rId47" Type="http://schemas.openxmlformats.org/officeDocument/2006/relationships/tags" Target="../tags/tag169.xml"/><Relationship Id="rId46" Type="http://schemas.openxmlformats.org/officeDocument/2006/relationships/tags" Target="../tags/tag168.xml"/><Relationship Id="rId45" Type="http://schemas.openxmlformats.org/officeDocument/2006/relationships/tags" Target="../tags/tag167.xml"/><Relationship Id="rId44" Type="http://schemas.openxmlformats.org/officeDocument/2006/relationships/tags" Target="../tags/tag166.xml"/><Relationship Id="rId43" Type="http://schemas.openxmlformats.org/officeDocument/2006/relationships/tags" Target="../tags/tag165.xml"/><Relationship Id="rId42" Type="http://schemas.openxmlformats.org/officeDocument/2006/relationships/tags" Target="../tags/tag164.xml"/><Relationship Id="rId41" Type="http://schemas.openxmlformats.org/officeDocument/2006/relationships/tags" Target="../tags/tag163.xml"/><Relationship Id="rId40" Type="http://schemas.openxmlformats.org/officeDocument/2006/relationships/tags" Target="../tags/tag162.xml"/><Relationship Id="rId4" Type="http://schemas.openxmlformats.org/officeDocument/2006/relationships/tags" Target="../tags/tag134.xml"/><Relationship Id="rId39" Type="http://schemas.openxmlformats.org/officeDocument/2006/relationships/tags" Target="../tags/tag161.xml"/><Relationship Id="rId38" Type="http://schemas.openxmlformats.org/officeDocument/2006/relationships/tags" Target="../tags/tag160.xml"/><Relationship Id="rId37" Type="http://schemas.openxmlformats.org/officeDocument/2006/relationships/tags" Target="../tags/tag159.xml"/><Relationship Id="rId36" Type="http://schemas.openxmlformats.org/officeDocument/2006/relationships/tags" Target="../tags/tag158.xml"/><Relationship Id="rId35" Type="http://schemas.openxmlformats.org/officeDocument/2006/relationships/tags" Target="../tags/tag157.xml"/><Relationship Id="rId34" Type="http://schemas.openxmlformats.org/officeDocument/2006/relationships/tags" Target="../tags/tag156.xml"/><Relationship Id="rId33" Type="http://schemas.openxmlformats.org/officeDocument/2006/relationships/tags" Target="../tags/tag155.xml"/><Relationship Id="rId32" Type="http://schemas.openxmlformats.org/officeDocument/2006/relationships/tags" Target="../tags/tag154.xml"/><Relationship Id="rId31" Type="http://schemas.openxmlformats.org/officeDocument/2006/relationships/tags" Target="../tags/tag153.xml"/><Relationship Id="rId30" Type="http://schemas.openxmlformats.org/officeDocument/2006/relationships/tags" Target="../tags/tag152.xml"/><Relationship Id="rId3" Type="http://schemas.openxmlformats.org/officeDocument/2006/relationships/tags" Target="../tags/tag133.xml"/><Relationship Id="rId29" Type="http://schemas.openxmlformats.org/officeDocument/2006/relationships/tags" Target="../tags/tag151.xml"/><Relationship Id="rId28" Type="http://schemas.openxmlformats.org/officeDocument/2006/relationships/tags" Target="../tags/tag150.xml"/><Relationship Id="rId27" Type="http://schemas.openxmlformats.org/officeDocument/2006/relationships/tags" Target="../tags/tag149.xml"/><Relationship Id="rId26" Type="http://schemas.openxmlformats.org/officeDocument/2006/relationships/tags" Target="../tags/tag148.xml"/><Relationship Id="rId25" Type="http://schemas.openxmlformats.org/officeDocument/2006/relationships/tags" Target="../tags/tag147.xml"/><Relationship Id="rId24" Type="http://schemas.openxmlformats.org/officeDocument/2006/relationships/tags" Target="../tags/tag146.xml"/><Relationship Id="rId23" Type="http://schemas.microsoft.com/office/2007/relationships/hdphoto" Target="../media/image8.wdp"/><Relationship Id="rId22" Type="http://schemas.openxmlformats.org/officeDocument/2006/relationships/image" Target="../media/image7.png"/><Relationship Id="rId21" Type="http://schemas.openxmlformats.org/officeDocument/2006/relationships/tags" Target="../tags/tag145.xml"/><Relationship Id="rId20" Type="http://schemas.microsoft.com/office/2007/relationships/hdphoto" Target="../media/image6.wdp"/><Relationship Id="rId2" Type="http://schemas.openxmlformats.org/officeDocument/2006/relationships/tags" Target="../tags/tag132.xml"/><Relationship Id="rId19" Type="http://schemas.openxmlformats.org/officeDocument/2006/relationships/image" Target="../media/image5.png"/><Relationship Id="rId18" Type="http://schemas.openxmlformats.org/officeDocument/2006/relationships/tags" Target="../tags/tag144.xml"/><Relationship Id="rId17" Type="http://schemas.microsoft.com/office/2007/relationships/hdphoto" Target="../media/image4.wdp"/><Relationship Id="rId16" Type="http://schemas.openxmlformats.org/officeDocument/2006/relationships/image" Target="../media/image3.png"/><Relationship Id="rId15" Type="http://schemas.openxmlformats.org/officeDocument/2006/relationships/tags" Target="../tags/tag143.xml"/><Relationship Id="rId14" Type="http://schemas.microsoft.com/office/2007/relationships/hdphoto" Target="../media/image2.wdp"/><Relationship Id="rId13" Type="http://schemas.openxmlformats.org/officeDocument/2006/relationships/image" Target="../media/image1.png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8" Type="http://schemas.openxmlformats.org/officeDocument/2006/relationships/tags" Target="../tags/tag207.xml"/><Relationship Id="rId17" Type="http://schemas.openxmlformats.org/officeDocument/2006/relationships/tags" Target="../tags/tag206.xml"/><Relationship Id="rId16" Type="http://schemas.openxmlformats.org/officeDocument/2006/relationships/tags" Target="../tags/tag205.xml"/><Relationship Id="rId15" Type="http://schemas.openxmlformats.org/officeDocument/2006/relationships/tags" Target="../tags/tag204.xml"/><Relationship Id="rId14" Type="http://schemas.openxmlformats.org/officeDocument/2006/relationships/tags" Target="../tags/tag203.xml"/><Relationship Id="rId13" Type="http://schemas.openxmlformats.org/officeDocument/2006/relationships/tags" Target="../tags/tag202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gradFill>
                  <a:gsLst>
                    <a:gs pos="24000">
                      <a:schemeClr val="tx1"/>
                    </a:gs>
                    <a:gs pos="91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7031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40000"/>
                </a:schemeClr>
              </a:gs>
              <a:gs pos="28000">
                <a:schemeClr val="accent1">
                  <a:alpha val="0"/>
                </a:schemeClr>
              </a:gs>
              <a:gs pos="7000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>
            <p:custDataLst>
              <p:tags r:id="rId4"/>
            </p:custDataLst>
          </p:nvPr>
        </p:nvSpPr>
        <p:spPr>
          <a:xfrm>
            <a:off x="1069181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>
            <p:custDataLst>
              <p:tags r:id="rId5"/>
            </p:custDataLst>
          </p:nvPr>
        </p:nvSpPr>
        <p:spPr>
          <a:xfrm>
            <a:off x="1079736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>
            <p:custDataLst>
              <p:tags r:id="rId6"/>
            </p:custDataLst>
          </p:nvPr>
        </p:nvSpPr>
        <p:spPr>
          <a:xfrm>
            <a:off x="1090291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 userDrawn="1">
            <p:custDataLst>
              <p:tags r:id="rId7"/>
            </p:custDataLst>
          </p:nvPr>
        </p:nvCxnSpPr>
        <p:spPr>
          <a:xfrm flipH="1">
            <a:off x="466725" y="114300"/>
            <a:ext cx="3290888" cy="6743700"/>
          </a:xfrm>
          <a:prstGeom prst="line">
            <a:avLst/>
          </a:prstGeom>
          <a:ln w="12700"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>
            <p:custDataLst>
              <p:tags r:id="rId8"/>
            </p:custDataLst>
          </p:nvPr>
        </p:nvCxnSpPr>
        <p:spPr>
          <a:xfrm flipH="1">
            <a:off x="0" y="9530"/>
            <a:ext cx="1817359" cy="3724139"/>
          </a:xfrm>
          <a:prstGeom prst="line">
            <a:avLst/>
          </a:prstGeom>
          <a:ln w="9525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 userDrawn="1">
            <p:custDataLst>
              <p:tags r:id="rId9"/>
            </p:custDataLst>
          </p:nvPr>
        </p:nvCxnSpPr>
        <p:spPr>
          <a:xfrm flipH="1">
            <a:off x="9487913" y="3128645"/>
            <a:ext cx="2086638" cy="3729355"/>
          </a:xfrm>
          <a:prstGeom prst="line">
            <a:avLst/>
          </a:prstGeom>
          <a:ln w="12700"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 userDrawn="1">
            <p:custDataLst>
              <p:tags r:id="rId10"/>
            </p:custDataLst>
          </p:nvPr>
        </p:nvCxnSpPr>
        <p:spPr>
          <a:xfrm flipH="1">
            <a:off x="11169564" y="4647363"/>
            <a:ext cx="1000755" cy="1788606"/>
          </a:xfrm>
          <a:prstGeom prst="line">
            <a:avLst/>
          </a:prstGeom>
          <a:ln w="12700"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平行四边形 16"/>
          <p:cNvSpPr/>
          <p:nvPr userDrawn="1">
            <p:custDataLst>
              <p:tags r:id="rId11"/>
            </p:custDataLst>
          </p:nvPr>
        </p:nvSpPr>
        <p:spPr>
          <a:xfrm>
            <a:off x="9750876" y="5432436"/>
            <a:ext cx="1060830" cy="1425564"/>
          </a:xfrm>
          <a:prstGeom prst="parallelogram">
            <a:avLst>
              <a:gd name="adj" fmla="val 75656"/>
            </a:avLst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等腰三角形 17"/>
          <p:cNvSpPr/>
          <p:nvPr userDrawn="1">
            <p:custDataLst>
              <p:tags r:id="rId12"/>
            </p:custDataLst>
          </p:nvPr>
        </p:nvSpPr>
        <p:spPr>
          <a:xfrm rot="153305" flipV="1">
            <a:off x="11363946" y="4197556"/>
            <a:ext cx="129789" cy="132300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等腰三角形 18"/>
          <p:cNvSpPr/>
          <p:nvPr userDrawn="1">
            <p:custDataLst>
              <p:tags r:id="rId13"/>
            </p:custDataLst>
          </p:nvPr>
        </p:nvSpPr>
        <p:spPr>
          <a:xfrm rot="153305" flipV="1">
            <a:off x="9893234" y="5117810"/>
            <a:ext cx="281981" cy="287436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等腰三角形 19"/>
          <p:cNvSpPr/>
          <p:nvPr userDrawn="1">
            <p:custDataLst>
              <p:tags r:id="rId14"/>
            </p:custDataLst>
          </p:nvPr>
        </p:nvSpPr>
        <p:spPr>
          <a:xfrm rot="153305" flipV="1">
            <a:off x="589366" y="1027726"/>
            <a:ext cx="281981" cy="287436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5"/>
            </p:custDataLst>
          </p:nvPr>
        </p:nvSpPr>
        <p:spPr>
          <a:xfrm>
            <a:off x="1158600" y="1021584"/>
            <a:ext cx="2880000" cy="1081088"/>
          </a:xfrm>
        </p:spPr>
        <p:txBody>
          <a:bodyPr wrap="square" anchor="b">
            <a:normAutofit/>
          </a:bodyPr>
          <a:lstStyle>
            <a:lvl1pPr>
              <a:defRPr sz="6000" i="1">
                <a:gradFill>
                  <a:gsLst>
                    <a:gs pos="24000">
                      <a:schemeClr val="tx1"/>
                    </a:gs>
                    <a:gs pos="91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16" name="直接连接符 15"/>
          <p:cNvCxnSpPr/>
          <p:nvPr userDrawn="1">
            <p:custDataLst>
              <p:tags r:id="rId19"/>
            </p:custDataLst>
          </p:nvPr>
        </p:nvCxnSpPr>
        <p:spPr>
          <a:xfrm flipH="1">
            <a:off x="9487913" y="3128645"/>
            <a:ext cx="2086638" cy="3729355"/>
          </a:xfrm>
          <a:prstGeom prst="line">
            <a:avLst/>
          </a:prstGeom>
          <a:ln w="12700"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 userDrawn="1">
            <p:custDataLst>
              <p:tags r:id="rId20"/>
            </p:custDataLst>
          </p:nvPr>
        </p:nvCxnSpPr>
        <p:spPr>
          <a:xfrm flipH="1">
            <a:off x="11169564" y="4647363"/>
            <a:ext cx="1000755" cy="1788606"/>
          </a:xfrm>
          <a:prstGeom prst="line">
            <a:avLst/>
          </a:prstGeom>
          <a:ln w="12700"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gradFill>
                  <a:gsLst>
                    <a:gs pos="24000">
                      <a:schemeClr val="tx1"/>
                    </a:gs>
                    <a:gs pos="91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9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9000">
                <a:schemeClr val="accent1">
                  <a:alpha val="0"/>
                </a:schemeClr>
              </a:gs>
              <a:gs pos="100000">
                <a:schemeClr val="accent1">
                  <a:alpha val="6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1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/>
          <p:cNvSpPr/>
          <p:nvPr userDrawn="1">
            <p:custDataLst>
              <p:tags r:id="rId5"/>
            </p:custDataLst>
          </p:nvPr>
        </p:nvSpPr>
        <p:spPr>
          <a:xfrm>
            <a:off x="7387699" y="1312092"/>
            <a:ext cx="3941754" cy="394175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6" name="直接连接符 25"/>
          <p:cNvCxnSpPr/>
          <p:nvPr userDrawn="1">
            <p:custDataLst>
              <p:tags r:id="rId6"/>
            </p:custDataLst>
          </p:nvPr>
        </p:nvCxnSpPr>
        <p:spPr>
          <a:xfrm flipH="1">
            <a:off x="9962074" y="2990211"/>
            <a:ext cx="1782297" cy="3867789"/>
          </a:xfrm>
          <a:prstGeom prst="line">
            <a:avLst/>
          </a:prstGeom>
          <a:ln w="12700">
            <a:gradFill>
              <a:gsLst>
                <a:gs pos="9000">
                  <a:schemeClr val="accent1">
                    <a:alpha val="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任意多边形: 形状 26"/>
          <p:cNvSpPr/>
          <p:nvPr userDrawn="1">
            <p:custDataLst>
              <p:tags r:id="rId7"/>
            </p:custDataLst>
          </p:nvPr>
        </p:nvSpPr>
        <p:spPr>
          <a:xfrm>
            <a:off x="10154210" y="5432436"/>
            <a:ext cx="892935" cy="1425564"/>
          </a:xfrm>
          <a:custGeom>
            <a:avLst/>
            <a:gdLst>
              <a:gd name="connsiteX0" fmla="*/ 656887 w 892935"/>
              <a:gd name="connsiteY0" fmla="*/ 0 h 1425564"/>
              <a:gd name="connsiteX1" fmla="*/ 892935 w 892935"/>
              <a:gd name="connsiteY1" fmla="*/ 0 h 1425564"/>
              <a:gd name="connsiteX2" fmla="*/ 236048 w 892935"/>
              <a:gd name="connsiteY2" fmla="*/ 1425564 h 1425564"/>
              <a:gd name="connsiteX3" fmla="*/ 0 w 892935"/>
              <a:gd name="connsiteY3" fmla="*/ 1425564 h 142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2935" h="1425564">
                <a:moveTo>
                  <a:pt x="656887" y="0"/>
                </a:moveTo>
                <a:lnTo>
                  <a:pt x="892935" y="0"/>
                </a:lnTo>
                <a:lnTo>
                  <a:pt x="236048" y="1425564"/>
                </a:lnTo>
                <a:lnTo>
                  <a:pt x="0" y="1425564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等腰三角形 27"/>
          <p:cNvSpPr/>
          <p:nvPr userDrawn="1">
            <p:custDataLst>
              <p:tags r:id="rId8"/>
            </p:custDataLst>
          </p:nvPr>
        </p:nvSpPr>
        <p:spPr>
          <a:xfrm rot="153305" flipV="1">
            <a:off x="11946819" y="4197556"/>
            <a:ext cx="129789" cy="132300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等腰三角形 28"/>
          <p:cNvSpPr/>
          <p:nvPr userDrawn="1">
            <p:custDataLst>
              <p:tags r:id="rId9"/>
            </p:custDataLst>
          </p:nvPr>
        </p:nvSpPr>
        <p:spPr>
          <a:xfrm rot="153305" flipV="1">
            <a:off x="10582044" y="5117810"/>
            <a:ext cx="281981" cy="287436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平行四边形 5"/>
          <p:cNvSpPr/>
          <p:nvPr userDrawn="1">
            <p:custDataLst>
              <p:tags r:id="rId10"/>
            </p:custDataLst>
          </p:nvPr>
        </p:nvSpPr>
        <p:spPr>
          <a:xfrm>
            <a:off x="7137901" y="1600990"/>
            <a:ext cx="4667150" cy="3502229"/>
          </a:xfrm>
          <a:custGeom>
            <a:avLst/>
            <a:gdLst>
              <a:gd name="connsiteX0" fmla="*/ 34527 w 4667150"/>
              <a:gd name="connsiteY0" fmla="*/ 2715607 h 3502229"/>
              <a:gd name="connsiteX1" fmla="*/ 1213435 w 4667150"/>
              <a:gd name="connsiteY1" fmla="*/ 206895 h 3502229"/>
              <a:gd name="connsiteX2" fmla="*/ 1574657 w 4667150"/>
              <a:gd name="connsiteY2" fmla="*/ 1751 h 3502229"/>
              <a:gd name="connsiteX3" fmla="*/ 4342211 w 4667150"/>
              <a:gd name="connsiteY3" fmla="*/ 275258 h 3502229"/>
              <a:gd name="connsiteX4" fmla="*/ 4632624 w 4667150"/>
              <a:gd name="connsiteY4" fmla="*/ 786623 h 3502229"/>
              <a:gd name="connsiteX5" fmla="*/ 3453716 w 4667150"/>
              <a:gd name="connsiteY5" fmla="*/ 3295335 h 3502229"/>
              <a:gd name="connsiteX6" fmla="*/ 3092493 w 4667150"/>
              <a:gd name="connsiteY6" fmla="*/ 3500479 h 3502229"/>
              <a:gd name="connsiteX7" fmla="*/ 324939 w 4667150"/>
              <a:gd name="connsiteY7" fmla="*/ 3226972 h 3502229"/>
              <a:gd name="connsiteX8" fmla="*/ 34527 w 4667150"/>
              <a:gd name="connsiteY8" fmla="*/ 2715607 h 3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7150" h="3502229">
                <a:moveTo>
                  <a:pt x="34527" y="2715607"/>
                </a:moveTo>
                <a:lnTo>
                  <a:pt x="1213435" y="206895"/>
                </a:lnTo>
                <a:cubicBezTo>
                  <a:pt x="1278220" y="69033"/>
                  <a:pt x="1423070" y="-13230"/>
                  <a:pt x="1574657" y="1751"/>
                </a:cubicBezTo>
                <a:lnTo>
                  <a:pt x="4342211" y="275258"/>
                </a:lnTo>
                <a:cubicBezTo>
                  <a:pt x="4589707" y="299717"/>
                  <a:pt x="4738398" y="561536"/>
                  <a:pt x="4632624" y="786623"/>
                </a:cubicBezTo>
                <a:lnTo>
                  <a:pt x="3453716" y="3295335"/>
                </a:lnTo>
                <a:cubicBezTo>
                  <a:pt x="3388930" y="3433197"/>
                  <a:pt x="3244080" y="3515460"/>
                  <a:pt x="3092493" y="3500479"/>
                </a:cubicBezTo>
                <a:lnTo>
                  <a:pt x="324939" y="3226972"/>
                </a:lnTo>
                <a:cubicBezTo>
                  <a:pt x="77443" y="3202513"/>
                  <a:pt x="-71247" y="2940694"/>
                  <a:pt x="34527" y="2715607"/>
                </a:cubicBezTo>
              </a:path>
            </a:pathLst>
          </a:custGeom>
          <a:noFill/>
          <a:ln>
            <a:gradFill flip="none" rotWithShape="1">
              <a:gsLst>
                <a:gs pos="42000">
                  <a:schemeClr val="accent1"/>
                </a:gs>
                <a:gs pos="0">
                  <a:schemeClr val="accent1">
                    <a:alpha val="0"/>
                  </a:schemeClr>
                </a:gs>
                <a:gs pos="61000">
                  <a:schemeClr val="accent2"/>
                </a:gs>
                <a:gs pos="95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平行四边形 5"/>
          <p:cNvSpPr/>
          <p:nvPr userDrawn="1">
            <p:custDataLst>
              <p:tags r:id="rId11"/>
            </p:custDataLst>
          </p:nvPr>
        </p:nvSpPr>
        <p:spPr>
          <a:xfrm>
            <a:off x="7364286" y="1796462"/>
            <a:ext cx="4214380" cy="3111285"/>
          </a:xfrm>
          <a:custGeom>
            <a:avLst/>
            <a:gdLst>
              <a:gd name="connsiteX0" fmla="*/ 34527 w 4667150"/>
              <a:gd name="connsiteY0" fmla="*/ 2715607 h 3502229"/>
              <a:gd name="connsiteX1" fmla="*/ 1213435 w 4667150"/>
              <a:gd name="connsiteY1" fmla="*/ 206895 h 3502229"/>
              <a:gd name="connsiteX2" fmla="*/ 1574657 w 4667150"/>
              <a:gd name="connsiteY2" fmla="*/ 1751 h 3502229"/>
              <a:gd name="connsiteX3" fmla="*/ 4342211 w 4667150"/>
              <a:gd name="connsiteY3" fmla="*/ 275258 h 3502229"/>
              <a:gd name="connsiteX4" fmla="*/ 4632624 w 4667150"/>
              <a:gd name="connsiteY4" fmla="*/ 786623 h 3502229"/>
              <a:gd name="connsiteX5" fmla="*/ 3453716 w 4667150"/>
              <a:gd name="connsiteY5" fmla="*/ 3295335 h 3502229"/>
              <a:gd name="connsiteX6" fmla="*/ 3092493 w 4667150"/>
              <a:gd name="connsiteY6" fmla="*/ 3500479 h 3502229"/>
              <a:gd name="connsiteX7" fmla="*/ 324939 w 4667150"/>
              <a:gd name="connsiteY7" fmla="*/ 3226972 h 3502229"/>
              <a:gd name="connsiteX8" fmla="*/ 34527 w 4667150"/>
              <a:gd name="connsiteY8" fmla="*/ 2715607 h 3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7150" h="3502229">
                <a:moveTo>
                  <a:pt x="34527" y="2715607"/>
                </a:moveTo>
                <a:lnTo>
                  <a:pt x="1213435" y="206895"/>
                </a:lnTo>
                <a:cubicBezTo>
                  <a:pt x="1278220" y="69033"/>
                  <a:pt x="1423070" y="-13230"/>
                  <a:pt x="1574657" y="1751"/>
                </a:cubicBezTo>
                <a:lnTo>
                  <a:pt x="4342211" y="275258"/>
                </a:lnTo>
                <a:cubicBezTo>
                  <a:pt x="4589707" y="299717"/>
                  <a:pt x="4738398" y="561536"/>
                  <a:pt x="4632624" y="786623"/>
                </a:cubicBezTo>
                <a:lnTo>
                  <a:pt x="3453716" y="3295335"/>
                </a:lnTo>
                <a:cubicBezTo>
                  <a:pt x="3388930" y="3433197"/>
                  <a:pt x="3244080" y="3515460"/>
                  <a:pt x="3092493" y="3500479"/>
                </a:cubicBezTo>
                <a:lnTo>
                  <a:pt x="324939" y="3226972"/>
                </a:lnTo>
                <a:cubicBezTo>
                  <a:pt x="77443" y="3202513"/>
                  <a:pt x="-71247" y="2940694"/>
                  <a:pt x="34527" y="2715607"/>
                </a:cubicBezTo>
              </a:path>
            </a:pathLst>
          </a:custGeom>
          <a:noFill/>
          <a:ln w="28575">
            <a:gradFill flip="none" rotWithShape="1">
              <a:gsLst>
                <a:gs pos="25000">
                  <a:schemeClr val="accent1"/>
                </a:gs>
                <a:gs pos="0">
                  <a:schemeClr val="accent1">
                    <a:alpha val="0"/>
                  </a:schemeClr>
                </a:gs>
                <a:gs pos="61000">
                  <a:schemeClr val="accent2"/>
                </a:gs>
                <a:gs pos="95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32" name="图片 31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836" y="2113944"/>
            <a:ext cx="3174051" cy="2427771"/>
          </a:xfrm>
          <a:prstGeom prst="rect">
            <a:avLst/>
          </a:prstGeom>
          <a:effectLst>
            <a:outerShdw blurRad="190500" dist="317500" dir="2700000" algn="tl" rotWithShape="0">
              <a:schemeClr val="bg2">
                <a:alpha val="70000"/>
              </a:schemeClr>
            </a:outerShdw>
          </a:effectLst>
        </p:spPr>
      </p:pic>
      <p:pic>
        <p:nvPicPr>
          <p:cNvPr id="33" name="图片 32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1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742"/>
          <a:stretch>
            <a:fillRect/>
          </a:stretch>
        </p:blipFill>
        <p:spPr>
          <a:xfrm rot="1542971">
            <a:off x="10305834" y="2704940"/>
            <a:ext cx="1247498" cy="2178651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4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734924">
            <a:off x="9316318" y="598666"/>
            <a:ext cx="1215271" cy="2616741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bright="4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60501">
            <a:off x="7260443" y="1681841"/>
            <a:ext cx="1443533" cy="2616741"/>
          </a:xfrm>
          <a:prstGeom prst="rect">
            <a:avLst/>
          </a:prstGeom>
        </p:spPr>
      </p:pic>
      <p:sp>
        <p:nvSpPr>
          <p:cNvPr id="36" name="任意多边形: 形状 35"/>
          <p:cNvSpPr/>
          <p:nvPr userDrawn="1">
            <p:custDataLst>
              <p:tags r:id="rId24"/>
            </p:custDataLst>
          </p:nvPr>
        </p:nvSpPr>
        <p:spPr>
          <a:xfrm rot="183462">
            <a:off x="11028306" y="3167844"/>
            <a:ext cx="878203" cy="1234725"/>
          </a:xfrm>
          <a:custGeom>
            <a:avLst/>
            <a:gdLst>
              <a:gd name="connsiteX0" fmla="*/ 322516 w 878203"/>
              <a:gd name="connsiteY0" fmla="*/ 1145095 h 1234725"/>
              <a:gd name="connsiteX1" fmla="*/ 409574 w 878203"/>
              <a:gd name="connsiteY1" fmla="*/ 1154144 h 1234725"/>
              <a:gd name="connsiteX2" fmla="*/ 374236 w 878203"/>
              <a:gd name="connsiteY2" fmla="*/ 1234725 h 1234725"/>
              <a:gd name="connsiteX3" fmla="*/ 287273 w 878203"/>
              <a:gd name="connsiteY3" fmla="*/ 1225772 h 1234725"/>
              <a:gd name="connsiteX4" fmla="*/ 179069 w 878203"/>
              <a:gd name="connsiteY4" fmla="*/ 1130332 h 1234725"/>
              <a:gd name="connsiteX5" fmla="*/ 266604 w 878203"/>
              <a:gd name="connsiteY5" fmla="*/ 1139381 h 1234725"/>
              <a:gd name="connsiteX6" fmla="*/ 231456 w 878203"/>
              <a:gd name="connsiteY6" fmla="*/ 1220153 h 1234725"/>
              <a:gd name="connsiteX7" fmla="*/ 144017 w 878203"/>
              <a:gd name="connsiteY7" fmla="*/ 1211199 h 1234725"/>
              <a:gd name="connsiteX8" fmla="*/ 34957 w 878203"/>
              <a:gd name="connsiteY8" fmla="*/ 1115377 h 1234725"/>
              <a:gd name="connsiteX9" fmla="*/ 122873 w 878203"/>
              <a:gd name="connsiteY9" fmla="*/ 1124426 h 1234725"/>
              <a:gd name="connsiteX10" fmla="*/ 87916 w 878203"/>
              <a:gd name="connsiteY10" fmla="*/ 1205483 h 1234725"/>
              <a:gd name="connsiteX11" fmla="*/ 0 w 878203"/>
              <a:gd name="connsiteY11" fmla="*/ 1196530 h 1234725"/>
              <a:gd name="connsiteX12" fmla="*/ 375475 w 878203"/>
              <a:gd name="connsiteY12" fmla="*/ 1023651 h 1234725"/>
              <a:gd name="connsiteX13" fmla="*/ 462724 w 878203"/>
              <a:gd name="connsiteY13" fmla="*/ 1032890 h 1234725"/>
              <a:gd name="connsiteX14" fmla="*/ 427195 w 878203"/>
              <a:gd name="connsiteY14" fmla="*/ 1113757 h 1234725"/>
              <a:gd name="connsiteX15" fmla="*/ 340137 w 878203"/>
              <a:gd name="connsiteY15" fmla="*/ 1104709 h 1234725"/>
              <a:gd name="connsiteX16" fmla="*/ 231934 w 878203"/>
              <a:gd name="connsiteY16" fmla="*/ 1008411 h 1234725"/>
              <a:gd name="connsiteX17" fmla="*/ 319564 w 878203"/>
              <a:gd name="connsiteY17" fmla="*/ 1017745 h 1234725"/>
              <a:gd name="connsiteX18" fmla="*/ 284226 w 878203"/>
              <a:gd name="connsiteY18" fmla="*/ 1098803 h 1234725"/>
              <a:gd name="connsiteX19" fmla="*/ 196691 w 878203"/>
              <a:gd name="connsiteY19" fmla="*/ 1089755 h 1234725"/>
              <a:gd name="connsiteX20" fmla="*/ 87533 w 878203"/>
              <a:gd name="connsiteY20" fmla="*/ 993171 h 1234725"/>
              <a:gd name="connsiteX21" fmla="*/ 175639 w 878203"/>
              <a:gd name="connsiteY21" fmla="*/ 1002506 h 1234725"/>
              <a:gd name="connsiteX22" fmla="*/ 140492 w 878203"/>
              <a:gd name="connsiteY22" fmla="*/ 1083849 h 1234725"/>
              <a:gd name="connsiteX23" fmla="*/ 52481 w 878203"/>
              <a:gd name="connsiteY23" fmla="*/ 1074705 h 1234725"/>
              <a:gd name="connsiteX24" fmla="*/ 428815 w 878203"/>
              <a:gd name="connsiteY24" fmla="*/ 901542 h 1234725"/>
              <a:gd name="connsiteX25" fmla="*/ 516064 w 878203"/>
              <a:gd name="connsiteY25" fmla="*/ 910972 h 1234725"/>
              <a:gd name="connsiteX26" fmla="*/ 480440 w 878203"/>
              <a:gd name="connsiteY26" fmla="*/ 992315 h 1234725"/>
              <a:gd name="connsiteX27" fmla="*/ 393191 w 878203"/>
              <a:gd name="connsiteY27" fmla="*/ 983076 h 1234725"/>
              <a:gd name="connsiteX28" fmla="*/ 284987 w 878203"/>
              <a:gd name="connsiteY28" fmla="*/ 886016 h 1234725"/>
              <a:gd name="connsiteX29" fmla="*/ 372712 w 878203"/>
              <a:gd name="connsiteY29" fmla="*/ 895446 h 1234725"/>
              <a:gd name="connsiteX30" fmla="*/ 337184 w 878203"/>
              <a:gd name="connsiteY30" fmla="*/ 977075 h 1234725"/>
              <a:gd name="connsiteX31" fmla="*/ 249554 w 878203"/>
              <a:gd name="connsiteY31" fmla="*/ 967741 h 1234725"/>
              <a:gd name="connsiteX32" fmla="*/ 140397 w 878203"/>
              <a:gd name="connsiteY32" fmla="*/ 870395 h 1234725"/>
              <a:gd name="connsiteX33" fmla="*/ 228598 w 878203"/>
              <a:gd name="connsiteY33" fmla="*/ 879920 h 1234725"/>
              <a:gd name="connsiteX34" fmla="*/ 193260 w 878203"/>
              <a:gd name="connsiteY34" fmla="*/ 961740 h 1234725"/>
              <a:gd name="connsiteX35" fmla="*/ 105154 w 878203"/>
              <a:gd name="connsiteY35" fmla="*/ 952310 h 1234725"/>
              <a:gd name="connsiteX36" fmla="*/ 648890 w 878203"/>
              <a:gd name="connsiteY36" fmla="*/ 515032 h 1234725"/>
              <a:gd name="connsiteX37" fmla="*/ 691181 w 878203"/>
              <a:gd name="connsiteY37" fmla="*/ 519318 h 1234725"/>
              <a:gd name="connsiteX38" fmla="*/ 581358 w 878203"/>
              <a:gd name="connsiteY38" fmla="*/ 775446 h 1234725"/>
              <a:gd name="connsiteX39" fmla="*/ 538876 w 878203"/>
              <a:gd name="connsiteY39" fmla="*/ 770874 h 1234725"/>
              <a:gd name="connsiteX40" fmla="*/ 564951 w 878203"/>
              <a:gd name="connsiteY40" fmla="*/ 505363 h 1234725"/>
              <a:gd name="connsiteX41" fmla="*/ 607051 w 878203"/>
              <a:gd name="connsiteY41" fmla="*/ 509649 h 1234725"/>
              <a:gd name="connsiteX42" fmla="*/ 496847 w 878203"/>
              <a:gd name="connsiteY42" fmla="*/ 765110 h 1234725"/>
              <a:gd name="connsiteX43" fmla="*/ 454556 w 878203"/>
              <a:gd name="connsiteY43" fmla="*/ 760538 h 1234725"/>
              <a:gd name="connsiteX44" fmla="*/ 480726 w 878203"/>
              <a:gd name="connsiteY44" fmla="*/ 496267 h 1234725"/>
              <a:gd name="connsiteX45" fmla="*/ 480821 w 878203"/>
              <a:gd name="connsiteY45" fmla="*/ 496267 h 1234725"/>
              <a:gd name="connsiteX46" fmla="*/ 522731 w 878203"/>
              <a:gd name="connsiteY46" fmla="*/ 500553 h 1234725"/>
              <a:gd name="connsiteX47" fmla="*/ 412146 w 878203"/>
              <a:gd name="connsiteY47" fmla="*/ 755442 h 1234725"/>
              <a:gd name="connsiteX48" fmla="*/ 370046 w 878203"/>
              <a:gd name="connsiteY48" fmla="*/ 750870 h 1234725"/>
              <a:gd name="connsiteX49" fmla="*/ 396501 w 878203"/>
              <a:gd name="connsiteY49" fmla="*/ 487837 h 1234725"/>
              <a:gd name="connsiteX50" fmla="*/ 438221 w 878203"/>
              <a:gd name="connsiteY50" fmla="*/ 492123 h 1234725"/>
              <a:gd name="connsiteX51" fmla="*/ 327350 w 878203"/>
              <a:gd name="connsiteY51" fmla="*/ 746346 h 1234725"/>
              <a:gd name="connsiteX52" fmla="*/ 285440 w 878203"/>
              <a:gd name="connsiteY52" fmla="*/ 741773 h 1234725"/>
              <a:gd name="connsiteX53" fmla="*/ 311990 w 878203"/>
              <a:gd name="connsiteY53" fmla="*/ 479979 h 1234725"/>
              <a:gd name="connsiteX54" fmla="*/ 353615 w 878203"/>
              <a:gd name="connsiteY54" fmla="*/ 484265 h 1234725"/>
              <a:gd name="connsiteX55" fmla="*/ 242362 w 878203"/>
              <a:gd name="connsiteY55" fmla="*/ 737916 h 1234725"/>
              <a:gd name="connsiteX56" fmla="*/ 200643 w 878203"/>
              <a:gd name="connsiteY56" fmla="*/ 733439 h 1234725"/>
              <a:gd name="connsiteX57" fmla="*/ 312085 w 878203"/>
              <a:gd name="connsiteY57" fmla="*/ 480074 h 1234725"/>
              <a:gd name="connsiteX58" fmla="*/ 684656 w 878203"/>
              <a:gd name="connsiteY58" fmla="*/ 274797 h 1234725"/>
              <a:gd name="connsiteX59" fmla="*/ 771715 w 878203"/>
              <a:gd name="connsiteY59" fmla="*/ 283846 h 1234725"/>
              <a:gd name="connsiteX60" fmla="*/ 736377 w 878203"/>
              <a:gd name="connsiteY60" fmla="*/ 364332 h 1234725"/>
              <a:gd name="connsiteX61" fmla="*/ 649414 w 878203"/>
              <a:gd name="connsiteY61" fmla="*/ 355474 h 1234725"/>
              <a:gd name="connsiteX62" fmla="*/ 541210 w 878203"/>
              <a:gd name="connsiteY62" fmla="*/ 259938 h 1234725"/>
              <a:gd name="connsiteX63" fmla="*/ 628745 w 878203"/>
              <a:gd name="connsiteY63" fmla="*/ 268987 h 1234725"/>
              <a:gd name="connsiteX64" fmla="*/ 593598 w 878203"/>
              <a:gd name="connsiteY64" fmla="*/ 349759 h 1234725"/>
              <a:gd name="connsiteX65" fmla="*/ 506158 w 878203"/>
              <a:gd name="connsiteY65" fmla="*/ 340805 h 1234725"/>
              <a:gd name="connsiteX66" fmla="*/ 397096 w 878203"/>
              <a:gd name="connsiteY66" fmla="*/ 244983 h 1234725"/>
              <a:gd name="connsiteX67" fmla="*/ 485011 w 878203"/>
              <a:gd name="connsiteY67" fmla="*/ 254127 h 1234725"/>
              <a:gd name="connsiteX68" fmla="*/ 450055 w 878203"/>
              <a:gd name="connsiteY68" fmla="*/ 335090 h 1234725"/>
              <a:gd name="connsiteX69" fmla="*/ 362139 w 878203"/>
              <a:gd name="connsiteY69" fmla="*/ 326136 h 1234725"/>
              <a:gd name="connsiteX70" fmla="*/ 737711 w 878203"/>
              <a:gd name="connsiteY70" fmla="*/ 153257 h 1234725"/>
              <a:gd name="connsiteX71" fmla="*/ 824865 w 878203"/>
              <a:gd name="connsiteY71" fmla="*/ 162496 h 1234725"/>
              <a:gd name="connsiteX72" fmla="*/ 789432 w 878203"/>
              <a:gd name="connsiteY72" fmla="*/ 243459 h 1234725"/>
              <a:gd name="connsiteX73" fmla="*/ 702278 w 878203"/>
              <a:gd name="connsiteY73" fmla="*/ 234315 h 1234725"/>
              <a:gd name="connsiteX74" fmla="*/ 594074 w 878203"/>
              <a:gd name="connsiteY74" fmla="*/ 138112 h 1234725"/>
              <a:gd name="connsiteX75" fmla="*/ 681704 w 878203"/>
              <a:gd name="connsiteY75" fmla="*/ 147351 h 1234725"/>
              <a:gd name="connsiteX76" fmla="*/ 646366 w 878203"/>
              <a:gd name="connsiteY76" fmla="*/ 228504 h 1234725"/>
              <a:gd name="connsiteX77" fmla="*/ 558831 w 878203"/>
              <a:gd name="connsiteY77" fmla="*/ 219360 h 1234725"/>
              <a:gd name="connsiteX78" fmla="*/ 449674 w 878203"/>
              <a:gd name="connsiteY78" fmla="*/ 122777 h 1234725"/>
              <a:gd name="connsiteX79" fmla="*/ 537780 w 878203"/>
              <a:gd name="connsiteY79" fmla="*/ 132111 h 1234725"/>
              <a:gd name="connsiteX80" fmla="*/ 502633 w 878203"/>
              <a:gd name="connsiteY80" fmla="*/ 213455 h 1234725"/>
              <a:gd name="connsiteX81" fmla="*/ 414622 w 878203"/>
              <a:gd name="connsiteY81" fmla="*/ 204311 h 1234725"/>
              <a:gd name="connsiteX82" fmla="*/ 790954 w 878203"/>
              <a:gd name="connsiteY82" fmla="*/ 31242 h 1234725"/>
              <a:gd name="connsiteX83" fmla="*/ 878203 w 878203"/>
              <a:gd name="connsiteY83" fmla="*/ 40672 h 1234725"/>
              <a:gd name="connsiteX84" fmla="*/ 842580 w 878203"/>
              <a:gd name="connsiteY84" fmla="*/ 122015 h 1234725"/>
              <a:gd name="connsiteX85" fmla="*/ 755331 w 878203"/>
              <a:gd name="connsiteY85" fmla="*/ 112681 h 1234725"/>
              <a:gd name="connsiteX86" fmla="*/ 647127 w 878203"/>
              <a:gd name="connsiteY86" fmla="*/ 15621 h 1234725"/>
              <a:gd name="connsiteX87" fmla="*/ 734852 w 878203"/>
              <a:gd name="connsiteY87" fmla="*/ 25146 h 1234725"/>
              <a:gd name="connsiteX88" fmla="*/ 699419 w 878203"/>
              <a:gd name="connsiteY88" fmla="*/ 106680 h 1234725"/>
              <a:gd name="connsiteX89" fmla="*/ 611694 w 878203"/>
              <a:gd name="connsiteY89" fmla="*/ 97346 h 1234725"/>
              <a:gd name="connsiteX90" fmla="*/ 502537 w 878203"/>
              <a:gd name="connsiteY90" fmla="*/ 0 h 1234725"/>
              <a:gd name="connsiteX91" fmla="*/ 590739 w 878203"/>
              <a:gd name="connsiteY91" fmla="*/ 9525 h 1234725"/>
              <a:gd name="connsiteX92" fmla="*/ 555401 w 878203"/>
              <a:gd name="connsiteY92" fmla="*/ 91345 h 1234725"/>
              <a:gd name="connsiteX93" fmla="*/ 467295 w 878203"/>
              <a:gd name="connsiteY93" fmla="*/ 82010 h 123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878203" h="1234725">
                <a:moveTo>
                  <a:pt x="322516" y="1145095"/>
                </a:moveTo>
                <a:lnTo>
                  <a:pt x="409574" y="1154144"/>
                </a:lnTo>
                <a:lnTo>
                  <a:pt x="374236" y="1234725"/>
                </a:lnTo>
                <a:lnTo>
                  <a:pt x="287273" y="1225772"/>
                </a:lnTo>
                <a:close/>
                <a:moveTo>
                  <a:pt x="179069" y="1130332"/>
                </a:moveTo>
                <a:lnTo>
                  <a:pt x="266604" y="1139381"/>
                </a:lnTo>
                <a:lnTo>
                  <a:pt x="231456" y="1220153"/>
                </a:lnTo>
                <a:lnTo>
                  <a:pt x="144017" y="1211199"/>
                </a:lnTo>
                <a:close/>
                <a:moveTo>
                  <a:pt x="34957" y="1115377"/>
                </a:moveTo>
                <a:lnTo>
                  <a:pt x="122873" y="1124426"/>
                </a:lnTo>
                <a:lnTo>
                  <a:pt x="87916" y="1205483"/>
                </a:lnTo>
                <a:lnTo>
                  <a:pt x="0" y="1196530"/>
                </a:lnTo>
                <a:close/>
                <a:moveTo>
                  <a:pt x="375475" y="1023651"/>
                </a:moveTo>
                <a:lnTo>
                  <a:pt x="462724" y="1032890"/>
                </a:lnTo>
                <a:lnTo>
                  <a:pt x="427195" y="1113757"/>
                </a:lnTo>
                <a:lnTo>
                  <a:pt x="340137" y="1104709"/>
                </a:lnTo>
                <a:close/>
                <a:moveTo>
                  <a:pt x="231934" y="1008411"/>
                </a:moveTo>
                <a:lnTo>
                  <a:pt x="319564" y="1017745"/>
                </a:lnTo>
                <a:lnTo>
                  <a:pt x="284226" y="1098803"/>
                </a:lnTo>
                <a:lnTo>
                  <a:pt x="196691" y="1089755"/>
                </a:lnTo>
                <a:close/>
                <a:moveTo>
                  <a:pt x="87533" y="993171"/>
                </a:moveTo>
                <a:lnTo>
                  <a:pt x="175639" y="1002506"/>
                </a:lnTo>
                <a:lnTo>
                  <a:pt x="140492" y="1083849"/>
                </a:lnTo>
                <a:lnTo>
                  <a:pt x="52481" y="1074705"/>
                </a:lnTo>
                <a:close/>
                <a:moveTo>
                  <a:pt x="428815" y="901542"/>
                </a:moveTo>
                <a:lnTo>
                  <a:pt x="516064" y="910972"/>
                </a:lnTo>
                <a:lnTo>
                  <a:pt x="480440" y="992315"/>
                </a:lnTo>
                <a:lnTo>
                  <a:pt x="393191" y="983076"/>
                </a:lnTo>
                <a:close/>
                <a:moveTo>
                  <a:pt x="284987" y="886016"/>
                </a:moveTo>
                <a:lnTo>
                  <a:pt x="372712" y="895446"/>
                </a:lnTo>
                <a:lnTo>
                  <a:pt x="337184" y="977075"/>
                </a:lnTo>
                <a:lnTo>
                  <a:pt x="249554" y="967741"/>
                </a:lnTo>
                <a:close/>
                <a:moveTo>
                  <a:pt x="140397" y="870395"/>
                </a:moveTo>
                <a:lnTo>
                  <a:pt x="228598" y="879920"/>
                </a:lnTo>
                <a:lnTo>
                  <a:pt x="193260" y="961740"/>
                </a:lnTo>
                <a:lnTo>
                  <a:pt x="105154" y="952310"/>
                </a:lnTo>
                <a:close/>
                <a:moveTo>
                  <a:pt x="648890" y="515032"/>
                </a:moveTo>
                <a:lnTo>
                  <a:pt x="691181" y="519318"/>
                </a:lnTo>
                <a:lnTo>
                  <a:pt x="581358" y="775446"/>
                </a:lnTo>
                <a:lnTo>
                  <a:pt x="538876" y="770874"/>
                </a:lnTo>
                <a:close/>
                <a:moveTo>
                  <a:pt x="564951" y="505363"/>
                </a:moveTo>
                <a:lnTo>
                  <a:pt x="607051" y="509649"/>
                </a:lnTo>
                <a:lnTo>
                  <a:pt x="496847" y="765110"/>
                </a:lnTo>
                <a:lnTo>
                  <a:pt x="454556" y="760538"/>
                </a:lnTo>
                <a:close/>
                <a:moveTo>
                  <a:pt x="480726" y="496267"/>
                </a:moveTo>
                <a:lnTo>
                  <a:pt x="480821" y="496267"/>
                </a:lnTo>
                <a:lnTo>
                  <a:pt x="522731" y="500553"/>
                </a:lnTo>
                <a:lnTo>
                  <a:pt x="412146" y="755442"/>
                </a:lnTo>
                <a:lnTo>
                  <a:pt x="370046" y="750870"/>
                </a:lnTo>
                <a:close/>
                <a:moveTo>
                  <a:pt x="396501" y="487837"/>
                </a:moveTo>
                <a:lnTo>
                  <a:pt x="438221" y="492123"/>
                </a:lnTo>
                <a:lnTo>
                  <a:pt x="327350" y="746346"/>
                </a:lnTo>
                <a:lnTo>
                  <a:pt x="285440" y="741773"/>
                </a:lnTo>
                <a:close/>
                <a:moveTo>
                  <a:pt x="311990" y="479979"/>
                </a:moveTo>
                <a:lnTo>
                  <a:pt x="353615" y="484265"/>
                </a:lnTo>
                <a:lnTo>
                  <a:pt x="242362" y="737916"/>
                </a:lnTo>
                <a:lnTo>
                  <a:pt x="200643" y="733439"/>
                </a:lnTo>
                <a:lnTo>
                  <a:pt x="312085" y="480074"/>
                </a:lnTo>
                <a:close/>
                <a:moveTo>
                  <a:pt x="684656" y="274797"/>
                </a:moveTo>
                <a:lnTo>
                  <a:pt x="771715" y="283846"/>
                </a:lnTo>
                <a:lnTo>
                  <a:pt x="736377" y="364332"/>
                </a:lnTo>
                <a:lnTo>
                  <a:pt x="649414" y="355474"/>
                </a:lnTo>
                <a:close/>
                <a:moveTo>
                  <a:pt x="541210" y="259938"/>
                </a:moveTo>
                <a:lnTo>
                  <a:pt x="628745" y="268987"/>
                </a:lnTo>
                <a:lnTo>
                  <a:pt x="593598" y="349759"/>
                </a:lnTo>
                <a:lnTo>
                  <a:pt x="506158" y="340805"/>
                </a:lnTo>
                <a:close/>
                <a:moveTo>
                  <a:pt x="397096" y="244983"/>
                </a:moveTo>
                <a:lnTo>
                  <a:pt x="485011" y="254127"/>
                </a:lnTo>
                <a:lnTo>
                  <a:pt x="450055" y="335090"/>
                </a:lnTo>
                <a:lnTo>
                  <a:pt x="362139" y="326136"/>
                </a:lnTo>
                <a:close/>
                <a:moveTo>
                  <a:pt x="737711" y="153257"/>
                </a:moveTo>
                <a:lnTo>
                  <a:pt x="824865" y="162496"/>
                </a:lnTo>
                <a:lnTo>
                  <a:pt x="789432" y="243459"/>
                </a:lnTo>
                <a:lnTo>
                  <a:pt x="702278" y="234315"/>
                </a:lnTo>
                <a:close/>
                <a:moveTo>
                  <a:pt x="594074" y="138112"/>
                </a:moveTo>
                <a:lnTo>
                  <a:pt x="681704" y="147351"/>
                </a:lnTo>
                <a:lnTo>
                  <a:pt x="646366" y="228504"/>
                </a:lnTo>
                <a:lnTo>
                  <a:pt x="558831" y="219360"/>
                </a:lnTo>
                <a:close/>
                <a:moveTo>
                  <a:pt x="449674" y="122777"/>
                </a:moveTo>
                <a:lnTo>
                  <a:pt x="537780" y="132111"/>
                </a:lnTo>
                <a:lnTo>
                  <a:pt x="502633" y="213455"/>
                </a:lnTo>
                <a:lnTo>
                  <a:pt x="414622" y="204311"/>
                </a:lnTo>
                <a:close/>
                <a:moveTo>
                  <a:pt x="790954" y="31242"/>
                </a:moveTo>
                <a:lnTo>
                  <a:pt x="878203" y="40672"/>
                </a:lnTo>
                <a:lnTo>
                  <a:pt x="842580" y="122015"/>
                </a:lnTo>
                <a:lnTo>
                  <a:pt x="755331" y="112681"/>
                </a:lnTo>
                <a:close/>
                <a:moveTo>
                  <a:pt x="647127" y="15621"/>
                </a:moveTo>
                <a:lnTo>
                  <a:pt x="734852" y="25146"/>
                </a:lnTo>
                <a:lnTo>
                  <a:pt x="699419" y="106680"/>
                </a:lnTo>
                <a:lnTo>
                  <a:pt x="611694" y="97346"/>
                </a:lnTo>
                <a:close/>
                <a:moveTo>
                  <a:pt x="502537" y="0"/>
                </a:moveTo>
                <a:lnTo>
                  <a:pt x="590739" y="9525"/>
                </a:lnTo>
                <a:lnTo>
                  <a:pt x="555401" y="91345"/>
                </a:lnTo>
                <a:lnTo>
                  <a:pt x="467295" y="82010"/>
                </a:lnTo>
                <a:close/>
              </a:path>
            </a:pathLst>
          </a:custGeom>
          <a:gradFill flip="none" rotWithShape="1">
            <a:gsLst>
              <a:gs pos="1282">
                <a:schemeClr val="accent2">
                  <a:alpha val="30000"/>
                </a:schemeClr>
              </a:gs>
              <a:gs pos="42000">
                <a:schemeClr val="accent2">
                  <a:alpha val="7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cxnSp>
        <p:nvCxnSpPr>
          <p:cNvPr id="37" name="直接连接符 36"/>
          <p:cNvCxnSpPr/>
          <p:nvPr userDrawn="1">
            <p:custDataLst>
              <p:tags r:id="rId25"/>
            </p:custDataLst>
          </p:nvPr>
        </p:nvCxnSpPr>
        <p:spPr>
          <a:xfrm flipH="1">
            <a:off x="11613526" y="4263706"/>
            <a:ext cx="892799" cy="1937477"/>
          </a:xfrm>
          <a:prstGeom prst="line">
            <a:avLst/>
          </a:prstGeom>
          <a:ln w="12700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/>
          <p:cNvCxnSpPr/>
          <p:nvPr userDrawn="1">
            <p:custDataLst>
              <p:tags r:id="rId26"/>
            </p:custDataLst>
          </p:nvPr>
        </p:nvCxnSpPr>
        <p:spPr>
          <a:xfrm flipH="1">
            <a:off x="0" y="9530"/>
            <a:ext cx="1817359" cy="3724139"/>
          </a:xfrm>
          <a:prstGeom prst="line">
            <a:avLst/>
          </a:prstGeom>
          <a:ln w="9525"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等腰三角形 38"/>
          <p:cNvSpPr/>
          <p:nvPr userDrawn="1">
            <p:custDataLst>
              <p:tags r:id="rId27"/>
            </p:custDataLst>
          </p:nvPr>
        </p:nvSpPr>
        <p:spPr>
          <a:xfrm rot="153305" flipV="1">
            <a:off x="435157" y="948178"/>
            <a:ext cx="281981" cy="287436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/>
          <p:cNvCxnSpPr/>
          <p:nvPr>
            <p:custDataLst>
              <p:tags r:id="rId28"/>
            </p:custDataLst>
          </p:nvPr>
        </p:nvCxnSpPr>
        <p:spPr>
          <a:xfrm flipH="1">
            <a:off x="7511124" y="5154621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/>
          <p:cNvSpPr/>
          <p:nvPr>
            <p:custDataLst>
              <p:tags r:id="rId29"/>
            </p:custDataLst>
          </p:nvPr>
        </p:nvSpPr>
        <p:spPr>
          <a:xfrm>
            <a:off x="7901134" y="5123155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3" name="直接连接符 42"/>
          <p:cNvCxnSpPr/>
          <p:nvPr>
            <p:custDataLst>
              <p:tags r:id="rId30"/>
            </p:custDataLst>
          </p:nvPr>
        </p:nvCxnSpPr>
        <p:spPr>
          <a:xfrm flipH="1">
            <a:off x="7719245" y="5172478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/>
          <p:cNvSpPr/>
          <p:nvPr>
            <p:custDataLst>
              <p:tags r:id="rId31"/>
            </p:custDataLst>
          </p:nvPr>
        </p:nvSpPr>
        <p:spPr>
          <a:xfrm>
            <a:off x="8109255" y="5141012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连接符 44"/>
          <p:cNvCxnSpPr/>
          <p:nvPr>
            <p:custDataLst>
              <p:tags r:id="rId32"/>
            </p:custDataLst>
          </p:nvPr>
        </p:nvCxnSpPr>
        <p:spPr>
          <a:xfrm flipH="1">
            <a:off x="7927366" y="5190335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>
            <p:custDataLst>
              <p:tags r:id="rId33"/>
            </p:custDataLst>
          </p:nvPr>
        </p:nvSpPr>
        <p:spPr>
          <a:xfrm>
            <a:off x="8317376" y="5158869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7" name="直接连接符 46"/>
          <p:cNvCxnSpPr/>
          <p:nvPr>
            <p:custDataLst>
              <p:tags r:id="rId34"/>
            </p:custDataLst>
          </p:nvPr>
        </p:nvCxnSpPr>
        <p:spPr>
          <a:xfrm flipH="1">
            <a:off x="8135487" y="5208192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>
            <p:custDataLst>
              <p:tags r:id="rId35"/>
            </p:custDataLst>
          </p:nvPr>
        </p:nvSpPr>
        <p:spPr>
          <a:xfrm>
            <a:off x="8525497" y="5176726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" name="直接连接符 48"/>
          <p:cNvCxnSpPr/>
          <p:nvPr>
            <p:custDataLst>
              <p:tags r:id="rId36"/>
            </p:custDataLst>
          </p:nvPr>
        </p:nvCxnSpPr>
        <p:spPr>
          <a:xfrm flipH="1">
            <a:off x="8343608" y="5226049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>
            <p:custDataLst>
              <p:tags r:id="rId37"/>
            </p:custDataLst>
          </p:nvPr>
        </p:nvSpPr>
        <p:spPr>
          <a:xfrm>
            <a:off x="8733618" y="5194583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1" name="直接连接符 50"/>
          <p:cNvCxnSpPr/>
          <p:nvPr>
            <p:custDataLst>
              <p:tags r:id="rId38"/>
            </p:custDataLst>
          </p:nvPr>
        </p:nvCxnSpPr>
        <p:spPr>
          <a:xfrm flipH="1">
            <a:off x="8551729" y="5243906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椭圆 51"/>
          <p:cNvSpPr/>
          <p:nvPr>
            <p:custDataLst>
              <p:tags r:id="rId39"/>
            </p:custDataLst>
          </p:nvPr>
        </p:nvSpPr>
        <p:spPr>
          <a:xfrm>
            <a:off x="8941739" y="5212440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3" name="直接连接符 52"/>
          <p:cNvCxnSpPr/>
          <p:nvPr>
            <p:custDataLst>
              <p:tags r:id="rId40"/>
            </p:custDataLst>
          </p:nvPr>
        </p:nvCxnSpPr>
        <p:spPr>
          <a:xfrm flipH="1">
            <a:off x="8759850" y="5261763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椭圆 53"/>
          <p:cNvSpPr/>
          <p:nvPr>
            <p:custDataLst>
              <p:tags r:id="rId41"/>
            </p:custDataLst>
          </p:nvPr>
        </p:nvSpPr>
        <p:spPr>
          <a:xfrm>
            <a:off x="9149860" y="5230297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5" name="直接连接符 54"/>
          <p:cNvCxnSpPr/>
          <p:nvPr>
            <p:custDataLst>
              <p:tags r:id="rId42"/>
            </p:custDataLst>
          </p:nvPr>
        </p:nvCxnSpPr>
        <p:spPr>
          <a:xfrm flipH="1">
            <a:off x="8967973" y="5279619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椭圆 55"/>
          <p:cNvSpPr/>
          <p:nvPr>
            <p:custDataLst>
              <p:tags r:id="rId43"/>
            </p:custDataLst>
          </p:nvPr>
        </p:nvSpPr>
        <p:spPr>
          <a:xfrm>
            <a:off x="9357983" y="5248153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8" name="直接连接符 57"/>
          <p:cNvCxnSpPr/>
          <p:nvPr>
            <p:custDataLst>
              <p:tags r:id="rId44"/>
            </p:custDataLst>
          </p:nvPr>
        </p:nvCxnSpPr>
        <p:spPr>
          <a:xfrm flipV="1">
            <a:off x="10845700" y="644394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/>
          <p:cNvSpPr/>
          <p:nvPr>
            <p:custDataLst>
              <p:tags r:id="rId45"/>
            </p:custDataLst>
          </p:nvPr>
        </p:nvSpPr>
        <p:spPr>
          <a:xfrm flipH="1" flipV="1">
            <a:off x="10815425" y="1510316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0" name="直接连接符 59"/>
          <p:cNvCxnSpPr/>
          <p:nvPr>
            <p:custDataLst>
              <p:tags r:id="rId46"/>
            </p:custDataLst>
          </p:nvPr>
        </p:nvCxnSpPr>
        <p:spPr>
          <a:xfrm flipV="1">
            <a:off x="10637579" y="626537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椭圆 60"/>
          <p:cNvSpPr/>
          <p:nvPr>
            <p:custDataLst>
              <p:tags r:id="rId47"/>
            </p:custDataLst>
          </p:nvPr>
        </p:nvSpPr>
        <p:spPr>
          <a:xfrm flipH="1" flipV="1">
            <a:off x="10607304" y="1492459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2" name="直接连接符 61"/>
          <p:cNvCxnSpPr/>
          <p:nvPr>
            <p:custDataLst>
              <p:tags r:id="rId48"/>
            </p:custDataLst>
          </p:nvPr>
        </p:nvCxnSpPr>
        <p:spPr>
          <a:xfrm flipV="1">
            <a:off x="10429458" y="608680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椭圆 62"/>
          <p:cNvSpPr/>
          <p:nvPr>
            <p:custDataLst>
              <p:tags r:id="rId49"/>
            </p:custDataLst>
          </p:nvPr>
        </p:nvSpPr>
        <p:spPr>
          <a:xfrm flipH="1" flipV="1">
            <a:off x="10399183" y="1474602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4" name="直接连接符 63"/>
          <p:cNvCxnSpPr/>
          <p:nvPr>
            <p:custDataLst>
              <p:tags r:id="rId50"/>
            </p:custDataLst>
          </p:nvPr>
        </p:nvCxnSpPr>
        <p:spPr>
          <a:xfrm flipV="1">
            <a:off x="10221337" y="590823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椭圆 64"/>
          <p:cNvSpPr/>
          <p:nvPr>
            <p:custDataLst>
              <p:tags r:id="rId51"/>
            </p:custDataLst>
          </p:nvPr>
        </p:nvSpPr>
        <p:spPr>
          <a:xfrm flipH="1" flipV="1">
            <a:off x="10191062" y="1456745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6" name="直接连接符 65"/>
          <p:cNvCxnSpPr/>
          <p:nvPr>
            <p:custDataLst>
              <p:tags r:id="rId52"/>
            </p:custDataLst>
          </p:nvPr>
        </p:nvCxnSpPr>
        <p:spPr>
          <a:xfrm flipV="1">
            <a:off x="10013216" y="572966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椭圆 66"/>
          <p:cNvSpPr/>
          <p:nvPr>
            <p:custDataLst>
              <p:tags r:id="rId53"/>
            </p:custDataLst>
          </p:nvPr>
        </p:nvSpPr>
        <p:spPr>
          <a:xfrm flipH="1" flipV="1">
            <a:off x="9982941" y="1438888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8" name="直接连接符 67"/>
          <p:cNvCxnSpPr/>
          <p:nvPr>
            <p:custDataLst>
              <p:tags r:id="rId54"/>
            </p:custDataLst>
          </p:nvPr>
        </p:nvCxnSpPr>
        <p:spPr>
          <a:xfrm flipV="1">
            <a:off x="9805095" y="555109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椭圆 68"/>
          <p:cNvSpPr/>
          <p:nvPr>
            <p:custDataLst>
              <p:tags r:id="rId55"/>
            </p:custDataLst>
          </p:nvPr>
        </p:nvSpPr>
        <p:spPr>
          <a:xfrm flipH="1" flipV="1">
            <a:off x="9774820" y="1421031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0" name="直接连接符 69"/>
          <p:cNvCxnSpPr/>
          <p:nvPr>
            <p:custDataLst>
              <p:tags r:id="rId56"/>
            </p:custDataLst>
          </p:nvPr>
        </p:nvCxnSpPr>
        <p:spPr>
          <a:xfrm flipV="1">
            <a:off x="9596974" y="537252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>
            <p:custDataLst>
              <p:tags r:id="rId57"/>
            </p:custDataLst>
          </p:nvPr>
        </p:nvSpPr>
        <p:spPr>
          <a:xfrm flipH="1" flipV="1">
            <a:off x="9566699" y="1403174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2" name="直接连接符 71"/>
          <p:cNvCxnSpPr/>
          <p:nvPr>
            <p:custDataLst>
              <p:tags r:id="rId58"/>
            </p:custDataLst>
          </p:nvPr>
        </p:nvCxnSpPr>
        <p:spPr>
          <a:xfrm flipV="1">
            <a:off x="9388851" y="519396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椭圆 72"/>
          <p:cNvSpPr/>
          <p:nvPr>
            <p:custDataLst>
              <p:tags r:id="rId59"/>
            </p:custDataLst>
          </p:nvPr>
        </p:nvSpPr>
        <p:spPr>
          <a:xfrm flipH="1" flipV="1">
            <a:off x="9358576" y="1385318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平行四边形 14"/>
          <p:cNvSpPr/>
          <p:nvPr userDrawn="1">
            <p:custDataLst>
              <p:tags r:id="rId60"/>
            </p:custDataLst>
          </p:nvPr>
        </p:nvSpPr>
        <p:spPr>
          <a:xfrm>
            <a:off x="1163638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 userDrawn="1">
            <p:custDataLst>
              <p:tags r:id="rId61"/>
            </p:custDataLst>
          </p:nvPr>
        </p:nvSpPr>
        <p:spPr>
          <a:xfrm>
            <a:off x="1269188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平行四边形 16"/>
          <p:cNvSpPr/>
          <p:nvPr userDrawn="1">
            <p:custDataLst>
              <p:tags r:id="rId62"/>
            </p:custDataLst>
          </p:nvPr>
        </p:nvSpPr>
        <p:spPr>
          <a:xfrm>
            <a:off x="1374738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任意多边形: 形状 74"/>
          <p:cNvSpPr/>
          <p:nvPr userDrawn="1">
            <p:custDataLst>
              <p:tags r:id="rId63"/>
            </p:custDataLst>
          </p:nvPr>
        </p:nvSpPr>
        <p:spPr>
          <a:xfrm rot="164495">
            <a:off x="6966222" y="2340923"/>
            <a:ext cx="878203" cy="1234725"/>
          </a:xfrm>
          <a:custGeom>
            <a:avLst/>
            <a:gdLst>
              <a:gd name="connsiteX0" fmla="*/ 322516 w 878203"/>
              <a:gd name="connsiteY0" fmla="*/ 1145095 h 1234725"/>
              <a:gd name="connsiteX1" fmla="*/ 409574 w 878203"/>
              <a:gd name="connsiteY1" fmla="*/ 1154144 h 1234725"/>
              <a:gd name="connsiteX2" fmla="*/ 374236 w 878203"/>
              <a:gd name="connsiteY2" fmla="*/ 1234725 h 1234725"/>
              <a:gd name="connsiteX3" fmla="*/ 287273 w 878203"/>
              <a:gd name="connsiteY3" fmla="*/ 1225772 h 1234725"/>
              <a:gd name="connsiteX4" fmla="*/ 179069 w 878203"/>
              <a:gd name="connsiteY4" fmla="*/ 1130332 h 1234725"/>
              <a:gd name="connsiteX5" fmla="*/ 266604 w 878203"/>
              <a:gd name="connsiteY5" fmla="*/ 1139381 h 1234725"/>
              <a:gd name="connsiteX6" fmla="*/ 231456 w 878203"/>
              <a:gd name="connsiteY6" fmla="*/ 1220153 h 1234725"/>
              <a:gd name="connsiteX7" fmla="*/ 144017 w 878203"/>
              <a:gd name="connsiteY7" fmla="*/ 1211199 h 1234725"/>
              <a:gd name="connsiteX8" fmla="*/ 34957 w 878203"/>
              <a:gd name="connsiteY8" fmla="*/ 1115377 h 1234725"/>
              <a:gd name="connsiteX9" fmla="*/ 122873 w 878203"/>
              <a:gd name="connsiteY9" fmla="*/ 1124426 h 1234725"/>
              <a:gd name="connsiteX10" fmla="*/ 87916 w 878203"/>
              <a:gd name="connsiteY10" fmla="*/ 1205483 h 1234725"/>
              <a:gd name="connsiteX11" fmla="*/ 0 w 878203"/>
              <a:gd name="connsiteY11" fmla="*/ 1196530 h 1234725"/>
              <a:gd name="connsiteX12" fmla="*/ 375475 w 878203"/>
              <a:gd name="connsiteY12" fmla="*/ 1023651 h 1234725"/>
              <a:gd name="connsiteX13" fmla="*/ 462724 w 878203"/>
              <a:gd name="connsiteY13" fmla="*/ 1032890 h 1234725"/>
              <a:gd name="connsiteX14" fmla="*/ 427195 w 878203"/>
              <a:gd name="connsiteY14" fmla="*/ 1113757 h 1234725"/>
              <a:gd name="connsiteX15" fmla="*/ 340137 w 878203"/>
              <a:gd name="connsiteY15" fmla="*/ 1104709 h 1234725"/>
              <a:gd name="connsiteX16" fmla="*/ 231934 w 878203"/>
              <a:gd name="connsiteY16" fmla="*/ 1008411 h 1234725"/>
              <a:gd name="connsiteX17" fmla="*/ 319564 w 878203"/>
              <a:gd name="connsiteY17" fmla="*/ 1017745 h 1234725"/>
              <a:gd name="connsiteX18" fmla="*/ 284226 w 878203"/>
              <a:gd name="connsiteY18" fmla="*/ 1098803 h 1234725"/>
              <a:gd name="connsiteX19" fmla="*/ 196691 w 878203"/>
              <a:gd name="connsiteY19" fmla="*/ 1089755 h 1234725"/>
              <a:gd name="connsiteX20" fmla="*/ 87533 w 878203"/>
              <a:gd name="connsiteY20" fmla="*/ 993171 h 1234725"/>
              <a:gd name="connsiteX21" fmla="*/ 175639 w 878203"/>
              <a:gd name="connsiteY21" fmla="*/ 1002506 h 1234725"/>
              <a:gd name="connsiteX22" fmla="*/ 140492 w 878203"/>
              <a:gd name="connsiteY22" fmla="*/ 1083849 h 1234725"/>
              <a:gd name="connsiteX23" fmla="*/ 52481 w 878203"/>
              <a:gd name="connsiteY23" fmla="*/ 1074705 h 1234725"/>
              <a:gd name="connsiteX24" fmla="*/ 428815 w 878203"/>
              <a:gd name="connsiteY24" fmla="*/ 901542 h 1234725"/>
              <a:gd name="connsiteX25" fmla="*/ 516064 w 878203"/>
              <a:gd name="connsiteY25" fmla="*/ 910972 h 1234725"/>
              <a:gd name="connsiteX26" fmla="*/ 480440 w 878203"/>
              <a:gd name="connsiteY26" fmla="*/ 992315 h 1234725"/>
              <a:gd name="connsiteX27" fmla="*/ 393191 w 878203"/>
              <a:gd name="connsiteY27" fmla="*/ 983076 h 1234725"/>
              <a:gd name="connsiteX28" fmla="*/ 284987 w 878203"/>
              <a:gd name="connsiteY28" fmla="*/ 886016 h 1234725"/>
              <a:gd name="connsiteX29" fmla="*/ 372712 w 878203"/>
              <a:gd name="connsiteY29" fmla="*/ 895446 h 1234725"/>
              <a:gd name="connsiteX30" fmla="*/ 337184 w 878203"/>
              <a:gd name="connsiteY30" fmla="*/ 977075 h 1234725"/>
              <a:gd name="connsiteX31" fmla="*/ 249554 w 878203"/>
              <a:gd name="connsiteY31" fmla="*/ 967741 h 1234725"/>
              <a:gd name="connsiteX32" fmla="*/ 140397 w 878203"/>
              <a:gd name="connsiteY32" fmla="*/ 870395 h 1234725"/>
              <a:gd name="connsiteX33" fmla="*/ 228598 w 878203"/>
              <a:gd name="connsiteY33" fmla="*/ 879920 h 1234725"/>
              <a:gd name="connsiteX34" fmla="*/ 193260 w 878203"/>
              <a:gd name="connsiteY34" fmla="*/ 961740 h 1234725"/>
              <a:gd name="connsiteX35" fmla="*/ 105154 w 878203"/>
              <a:gd name="connsiteY35" fmla="*/ 952310 h 1234725"/>
              <a:gd name="connsiteX36" fmla="*/ 648890 w 878203"/>
              <a:gd name="connsiteY36" fmla="*/ 515032 h 1234725"/>
              <a:gd name="connsiteX37" fmla="*/ 691181 w 878203"/>
              <a:gd name="connsiteY37" fmla="*/ 519318 h 1234725"/>
              <a:gd name="connsiteX38" fmla="*/ 581358 w 878203"/>
              <a:gd name="connsiteY38" fmla="*/ 775446 h 1234725"/>
              <a:gd name="connsiteX39" fmla="*/ 538876 w 878203"/>
              <a:gd name="connsiteY39" fmla="*/ 770874 h 1234725"/>
              <a:gd name="connsiteX40" fmla="*/ 564951 w 878203"/>
              <a:gd name="connsiteY40" fmla="*/ 505363 h 1234725"/>
              <a:gd name="connsiteX41" fmla="*/ 607051 w 878203"/>
              <a:gd name="connsiteY41" fmla="*/ 509649 h 1234725"/>
              <a:gd name="connsiteX42" fmla="*/ 496847 w 878203"/>
              <a:gd name="connsiteY42" fmla="*/ 765110 h 1234725"/>
              <a:gd name="connsiteX43" fmla="*/ 454556 w 878203"/>
              <a:gd name="connsiteY43" fmla="*/ 760538 h 1234725"/>
              <a:gd name="connsiteX44" fmla="*/ 480726 w 878203"/>
              <a:gd name="connsiteY44" fmla="*/ 496267 h 1234725"/>
              <a:gd name="connsiteX45" fmla="*/ 480821 w 878203"/>
              <a:gd name="connsiteY45" fmla="*/ 496267 h 1234725"/>
              <a:gd name="connsiteX46" fmla="*/ 522731 w 878203"/>
              <a:gd name="connsiteY46" fmla="*/ 500553 h 1234725"/>
              <a:gd name="connsiteX47" fmla="*/ 412146 w 878203"/>
              <a:gd name="connsiteY47" fmla="*/ 755442 h 1234725"/>
              <a:gd name="connsiteX48" fmla="*/ 370046 w 878203"/>
              <a:gd name="connsiteY48" fmla="*/ 750870 h 1234725"/>
              <a:gd name="connsiteX49" fmla="*/ 396501 w 878203"/>
              <a:gd name="connsiteY49" fmla="*/ 487837 h 1234725"/>
              <a:gd name="connsiteX50" fmla="*/ 438221 w 878203"/>
              <a:gd name="connsiteY50" fmla="*/ 492123 h 1234725"/>
              <a:gd name="connsiteX51" fmla="*/ 327350 w 878203"/>
              <a:gd name="connsiteY51" fmla="*/ 746346 h 1234725"/>
              <a:gd name="connsiteX52" fmla="*/ 285440 w 878203"/>
              <a:gd name="connsiteY52" fmla="*/ 741773 h 1234725"/>
              <a:gd name="connsiteX53" fmla="*/ 311990 w 878203"/>
              <a:gd name="connsiteY53" fmla="*/ 479979 h 1234725"/>
              <a:gd name="connsiteX54" fmla="*/ 353615 w 878203"/>
              <a:gd name="connsiteY54" fmla="*/ 484265 h 1234725"/>
              <a:gd name="connsiteX55" fmla="*/ 242362 w 878203"/>
              <a:gd name="connsiteY55" fmla="*/ 737916 h 1234725"/>
              <a:gd name="connsiteX56" fmla="*/ 200643 w 878203"/>
              <a:gd name="connsiteY56" fmla="*/ 733439 h 1234725"/>
              <a:gd name="connsiteX57" fmla="*/ 312085 w 878203"/>
              <a:gd name="connsiteY57" fmla="*/ 480074 h 1234725"/>
              <a:gd name="connsiteX58" fmla="*/ 684656 w 878203"/>
              <a:gd name="connsiteY58" fmla="*/ 274797 h 1234725"/>
              <a:gd name="connsiteX59" fmla="*/ 771715 w 878203"/>
              <a:gd name="connsiteY59" fmla="*/ 283846 h 1234725"/>
              <a:gd name="connsiteX60" fmla="*/ 736377 w 878203"/>
              <a:gd name="connsiteY60" fmla="*/ 364332 h 1234725"/>
              <a:gd name="connsiteX61" fmla="*/ 649414 w 878203"/>
              <a:gd name="connsiteY61" fmla="*/ 355474 h 1234725"/>
              <a:gd name="connsiteX62" fmla="*/ 541210 w 878203"/>
              <a:gd name="connsiteY62" fmla="*/ 259938 h 1234725"/>
              <a:gd name="connsiteX63" fmla="*/ 628745 w 878203"/>
              <a:gd name="connsiteY63" fmla="*/ 268987 h 1234725"/>
              <a:gd name="connsiteX64" fmla="*/ 593598 w 878203"/>
              <a:gd name="connsiteY64" fmla="*/ 349759 h 1234725"/>
              <a:gd name="connsiteX65" fmla="*/ 506158 w 878203"/>
              <a:gd name="connsiteY65" fmla="*/ 340805 h 1234725"/>
              <a:gd name="connsiteX66" fmla="*/ 397096 w 878203"/>
              <a:gd name="connsiteY66" fmla="*/ 244983 h 1234725"/>
              <a:gd name="connsiteX67" fmla="*/ 485011 w 878203"/>
              <a:gd name="connsiteY67" fmla="*/ 254127 h 1234725"/>
              <a:gd name="connsiteX68" fmla="*/ 450055 w 878203"/>
              <a:gd name="connsiteY68" fmla="*/ 335090 h 1234725"/>
              <a:gd name="connsiteX69" fmla="*/ 362139 w 878203"/>
              <a:gd name="connsiteY69" fmla="*/ 326136 h 1234725"/>
              <a:gd name="connsiteX70" fmla="*/ 737711 w 878203"/>
              <a:gd name="connsiteY70" fmla="*/ 153257 h 1234725"/>
              <a:gd name="connsiteX71" fmla="*/ 824865 w 878203"/>
              <a:gd name="connsiteY71" fmla="*/ 162496 h 1234725"/>
              <a:gd name="connsiteX72" fmla="*/ 789432 w 878203"/>
              <a:gd name="connsiteY72" fmla="*/ 243459 h 1234725"/>
              <a:gd name="connsiteX73" fmla="*/ 702278 w 878203"/>
              <a:gd name="connsiteY73" fmla="*/ 234315 h 1234725"/>
              <a:gd name="connsiteX74" fmla="*/ 594074 w 878203"/>
              <a:gd name="connsiteY74" fmla="*/ 138112 h 1234725"/>
              <a:gd name="connsiteX75" fmla="*/ 681704 w 878203"/>
              <a:gd name="connsiteY75" fmla="*/ 147351 h 1234725"/>
              <a:gd name="connsiteX76" fmla="*/ 646366 w 878203"/>
              <a:gd name="connsiteY76" fmla="*/ 228504 h 1234725"/>
              <a:gd name="connsiteX77" fmla="*/ 558831 w 878203"/>
              <a:gd name="connsiteY77" fmla="*/ 219360 h 1234725"/>
              <a:gd name="connsiteX78" fmla="*/ 449674 w 878203"/>
              <a:gd name="connsiteY78" fmla="*/ 122777 h 1234725"/>
              <a:gd name="connsiteX79" fmla="*/ 537780 w 878203"/>
              <a:gd name="connsiteY79" fmla="*/ 132111 h 1234725"/>
              <a:gd name="connsiteX80" fmla="*/ 502633 w 878203"/>
              <a:gd name="connsiteY80" fmla="*/ 213455 h 1234725"/>
              <a:gd name="connsiteX81" fmla="*/ 414622 w 878203"/>
              <a:gd name="connsiteY81" fmla="*/ 204311 h 1234725"/>
              <a:gd name="connsiteX82" fmla="*/ 790954 w 878203"/>
              <a:gd name="connsiteY82" fmla="*/ 31242 h 1234725"/>
              <a:gd name="connsiteX83" fmla="*/ 878203 w 878203"/>
              <a:gd name="connsiteY83" fmla="*/ 40672 h 1234725"/>
              <a:gd name="connsiteX84" fmla="*/ 842580 w 878203"/>
              <a:gd name="connsiteY84" fmla="*/ 122015 h 1234725"/>
              <a:gd name="connsiteX85" fmla="*/ 755331 w 878203"/>
              <a:gd name="connsiteY85" fmla="*/ 112681 h 1234725"/>
              <a:gd name="connsiteX86" fmla="*/ 647127 w 878203"/>
              <a:gd name="connsiteY86" fmla="*/ 15621 h 1234725"/>
              <a:gd name="connsiteX87" fmla="*/ 734852 w 878203"/>
              <a:gd name="connsiteY87" fmla="*/ 25146 h 1234725"/>
              <a:gd name="connsiteX88" fmla="*/ 699419 w 878203"/>
              <a:gd name="connsiteY88" fmla="*/ 106680 h 1234725"/>
              <a:gd name="connsiteX89" fmla="*/ 611694 w 878203"/>
              <a:gd name="connsiteY89" fmla="*/ 97346 h 1234725"/>
              <a:gd name="connsiteX90" fmla="*/ 502537 w 878203"/>
              <a:gd name="connsiteY90" fmla="*/ 0 h 1234725"/>
              <a:gd name="connsiteX91" fmla="*/ 590739 w 878203"/>
              <a:gd name="connsiteY91" fmla="*/ 9525 h 1234725"/>
              <a:gd name="connsiteX92" fmla="*/ 555401 w 878203"/>
              <a:gd name="connsiteY92" fmla="*/ 91345 h 1234725"/>
              <a:gd name="connsiteX93" fmla="*/ 467295 w 878203"/>
              <a:gd name="connsiteY93" fmla="*/ 82010 h 123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878203" h="1234725">
                <a:moveTo>
                  <a:pt x="322516" y="1145095"/>
                </a:moveTo>
                <a:lnTo>
                  <a:pt x="409574" y="1154144"/>
                </a:lnTo>
                <a:lnTo>
                  <a:pt x="374236" y="1234725"/>
                </a:lnTo>
                <a:lnTo>
                  <a:pt x="287273" y="1225772"/>
                </a:lnTo>
                <a:close/>
                <a:moveTo>
                  <a:pt x="179069" y="1130332"/>
                </a:moveTo>
                <a:lnTo>
                  <a:pt x="266604" y="1139381"/>
                </a:lnTo>
                <a:lnTo>
                  <a:pt x="231456" y="1220153"/>
                </a:lnTo>
                <a:lnTo>
                  <a:pt x="144017" y="1211199"/>
                </a:lnTo>
                <a:close/>
                <a:moveTo>
                  <a:pt x="34957" y="1115377"/>
                </a:moveTo>
                <a:lnTo>
                  <a:pt x="122873" y="1124426"/>
                </a:lnTo>
                <a:lnTo>
                  <a:pt x="87916" y="1205483"/>
                </a:lnTo>
                <a:lnTo>
                  <a:pt x="0" y="1196530"/>
                </a:lnTo>
                <a:close/>
                <a:moveTo>
                  <a:pt x="375475" y="1023651"/>
                </a:moveTo>
                <a:lnTo>
                  <a:pt x="462724" y="1032890"/>
                </a:lnTo>
                <a:lnTo>
                  <a:pt x="427195" y="1113757"/>
                </a:lnTo>
                <a:lnTo>
                  <a:pt x="340137" y="1104709"/>
                </a:lnTo>
                <a:close/>
                <a:moveTo>
                  <a:pt x="231934" y="1008411"/>
                </a:moveTo>
                <a:lnTo>
                  <a:pt x="319564" y="1017745"/>
                </a:lnTo>
                <a:lnTo>
                  <a:pt x="284226" y="1098803"/>
                </a:lnTo>
                <a:lnTo>
                  <a:pt x="196691" y="1089755"/>
                </a:lnTo>
                <a:close/>
                <a:moveTo>
                  <a:pt x="87533" y="993171"/>
                </a:moveTo>
                <a:lnTo>
                  <a:pt x="175639" y="1002506"/>
                </a:lnTo>
                <a:lnTo>
                  <a:pt x="140492" y="1083849"/>
                </a:lnTo>
                <a:lnTo>
                  <a:pt x="52481" y="1074705"/>
                </a:lnTo>
                <a:close/>
                <a:moveTo>
                  <a:pt x="428815" y="901542"/>
                </a:moveTo>
                <a:lnTo>
                  <a:pt x="516064" y="910972"/>
                </a:lnTo>
                <a:lnTo>
                  <a:pt x="480440" y="992315"/>
                </a:lnTo>
                <a:lnTo>
                  <a:pt x="393191" y="983076"/>
                </a:lnTo>
                <a:close/>
                <a:moveTo>
                  <a:pt x="284987" y="886016"/>
                </a:moveTo>
                <a:lnTo>
                  <a:pt x="372712" y="895446"/>
                </a:lnTo>
                <a:lnTo>
                  <a:pt x="337184" y="977075"/>
                </a:lnTo>
                <a:lnTo>
                  <a:pt x="249554" y="967741"/>
                </a:lnTo>
                <a:close/>
                <a:moveTo>
                  <a:pt x="140397" y="870395"/>
                </a:moveTo>
                <a:lnTo>
                  <a:pt x="228598" y="879920"/>
                </a:lnTo>
                <a:lnTo>
                  <a:pt x="193260" y="961740"/>
                </a:lnTo>
                <a:lnTo>
                  <a:pt x="105154" y="952310"/>
                </a:lnTo>
                <a:close/>
                <a:moveTo>
                  <a:pt x="648890" y="515032"/>
                </a:moveTo>
                <a:lnTo>
                  <a:pt x="691181" y="519318"/>
                </a:lnTo>
                <a:lnTo>
                  <a:pt x="581358" y="775446"/>
                </a:lnTo>
                <a:lnTo>
                  <a:pt x="538876" y="770874"/>
                </a:lnTo>
                <a:close/>
                <a:moveTo>
                  <a:pt x="564951" y="505363"/>
                </a:moveTo>
                <a:lnTo>
                  <a:pt x="607051" y="509649"/>
                </a:lnTo>
                <a:lnTo>
                  <a:pt x="496847" y="765110"/>
                </a:lnTo>
                <a:lnTo>
                  <a:pt x="454556" y="760538"/>
                </a:lnTo>
                <a:close/>
                <a:moveTo>
                  <a:pt x="480726" y="496267"/>
                </a:moveTo>
                <a:lnTo>
                  <a:pt x="480821" y="496267"/>
                </a:lnTo>
                <a:lnTo>
                  <a:pt x="522731" y="500553"/>
                </a:lnTo>
                <a:lnTo>
                  <a:pt x="412146" y="755442"/>
                </a:lnTo>
                <a:lnTo>
                  <a:pt x="370046" y="750870"/>
                </a:lnTo>
                <a:close/>
                <a:moveTo>
                  <a:pt x="396501" y="487837"/>
                </a:moveTo>
                <a:lnTo>
                  <a:pt x="438221" y="492123"/>
                </a:lnTo>
                <a:lnTo>
                  <a:pt x="327350" y="746346"/>
                </a:lnTo>
                <a:lnTo>
                  <a:pt x="285440" y="741773"/>
                </a:lnTo>
                <a:close/>
                <a:moveTo>
                  <a:pt x="311990" y="479979"/>
                </a:moveTo>
                <a:lnTo>
                  <a:pt x="353615" y="484265"/>
                </a:lnTo>
                <a:lnTo>
                  <a:pt x="242362" y="737916"/>
                </a:lnTo>
                <a:lnTo>
                  <a:pt x="200643" y="733439"/>
                </a:lnTo>
                <a:lnTo>
                  <a:pt x="312085" y="480074"/>
                </a:lnTo>
                <a:close/>
                <a:moveTo>
                  <a:pt x="684656" y="274797"/>
                </a:moveTo>
                <a:lnTo>
                  <a:pt x="771715" y="283846"/>
                </a:lnTo>
                <a:lnTo>
                  <a:pt x="736377" y="364332"/>
                </a:lnTo>
                <a:lnTo>
                  <a:pt x="649414" y="355474"/>
                </a:lnTo>
                <a:close/>
                <a:moveTo>
                  <a:pt x="541210" y="259938"/>
                </a:moveTo>
                <a:lnTo>
                  <a:pt x="628745" y="268987"/>
                </a:lnTo>
                <a:lnTo>
                  <a:pt x="593598" y="349759"/>
                </a:lnTo>
                <a:lnTo>
                  <a:pt x="506158" y="340805"/>
                </a:lnTo>
                <a:close/>
                <a:moveTo>
                  <a:pt x="397096" y="244983"/>
                </a:moveTo>
                <a:lnTo>
                  <a:pt x="485011" y="254127"/>
                </a:lnTo>
                <a:lnTo>
                  <a:pt x="450055" y="335090"/>
                </a:lnTo>
                <a:lnTo>
                  <a:pt x="362139" y="326136"/>
                </a:lnTo>
                <a:close/>
                <a:moveTo>
                  <a:pt x="737711" y="153257"/>
                </a:moveTo>
                <a:lnTo>
                  <a:pt x="824865" y="162496"/>
                </a:lnTo>
                <a:lnTo>
                  <a:pt x="789432" y="243459"/>
                </a:lnTo>
                <a:lnTo>
                  <a:pt x="702278" y="234315"/>
                </a:lnTo>
                <a:close/>
                <a:moveTo>
                  <a:pt x="594074" y="138112"/>
                </a:moveTo>
                <a:lnTo>
                  <a:pt x="681704" y="147351"/>
                </a:lnTo>
                <a:lnTo>
                  <a:pt x="646366" y="228504"/>
                </a:lnTo>
                <a:lnTo>
                  <a:pt x="558831" y="219360"/>
                </a:lnTo>
                <a:close/>
                <a:moveTo>
                  <a:pt x="449674" y="122777"/>
                </a:moveTo>
                <a:lnTo>
                  <a:pt x="537780" y="132111"/>
                </a:lnTo>
                <a:lnTo>
                  <a:pt x="502633" y="213455"/>
                </a:lnTo>
                <a:lnTo>
                  <a:pt x="414622" y="204311"/>
                </a:lnTo>
                <a:close/>
                <a:moveTo>
                  <a:pt x="790954" y="31242"/>
                </a:moveTo>
                <a:lnTo>
                  <a:pt x="878203" y="40672"/>
                </a:lnTo>
                <a:lnTo>
                  <a:pt x="842580" y="122015"/>
                </a:lnTo>
                <a:lnTo>
                  <a:pt x="755331" y="112681"/>
                </a:lnTo>
                <a:close/>
                <a:moveTo>
                  <a:pt x="647127" y="15621"/>
                </a:moveTo>
                <a:lnTo>
                  <a:pt x="734852" y="25146"/>
                </a:lnTo>
                <a:lnTo>
                  <a:pt x="699419" y="106680"/>
                </a:lnTo>
                <a:lnTo>
                  <a:pt x="611694" y="97346"/>
                </a:lnTo>
                <a:close/>
                <a:moveTo>
                  <a:pt x="502537" y="0"/>
                </a:moveTo>
                <a:lnTo>
                  <a:pt x="590739" y="9525"/>
                </a:lnTo>
                <a:lnTo>
                  <a:pt x="555401" y="91345"/>
                </a:lnTo>
                <a:lnTo>
                  <a:pt x="467295" y="82010"/>
                </a:lnTo>
                <a:close/>
              </a:path>
            </a:pathLst>
          </a:custGeom>
          <a:gradFill flip="none" rotWithShape="1">
            <a:gsLst>
              <a:gs pos="1282">
                <a:schemeClr val="accent2">
                  <a:alpha val="30000"/>
                </a:schemeClr>
              </a:gs>
              <a:gs pos="42000">
                <a:schemeClr val="accent2">
                  <a:alpha val="77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 userDrawn="1">
            <p:ph type="dt" sz="half" idx="16385"/>
            <p:custDataLst>
              <p:tags r:id="rId6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6386"/>
            <p:custDataLst>
              <p:tags r:id="rId6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16389" hasCustomPrompt="1"/>
            <p:custDataLst>
              <p:tags r:id="rId66"/>
            </p:custDataLst>
          </p:nvPr>
        </p:nvSpPr>
        <p:spPr>
          <a:xfrm>
            <a:off x="1016000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>
                    <a:alpha val="50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0" name="页脚占位符 4"/>
          <p:cNvSpPr>
            <a:spLocks noGrp="1"/>
          </p:cNvSpPr>
          <p:nvPr userDrawn="1">
            <p:ph type="ftr" sz="quarter" idx="16387"/>
            <p:custDataLst>
              <p:tags r:id="rId67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 userDrawn="1">
            <p:ph type="ctrTitle" idx="16388" hasCustomPrompt="1"/>
            <p:custDataLst>
              <p:tags r:id="rId68"/>
            </p:custDataLst>
          </p:nvPr>
        </p:nvSpPr>
        <p:spPr>
          <a:xfrm>
            <a:off x="1016000" y="2159000"/>
            <a:ext cx="6352646" cy="2540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altLang="en-US" sz="6000" b="1" u="none" strike="noStrike" kern="1200" cap="none" spc="0" normalizeH="0" baseline="0" dirty="0">
                <a:gradFill flip="none" rotWithShape="1">
                  <a:gsLst>
                    <a:gs pos="30000">
                      <a:schemeClr val="tx1"/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6390" hasCustomPrompt="1"/>
            <p:custDataLst>
              <p:tags r:id="rId69"/>
            </p:custDataLst>
          </p:nvPr>
        </p:nvSpPr>
        <p:spPr>
          <a:xfrm>
            <a:off x="1016000" y="4749800"/>
            <a:ext cx="2540882" cy="533400"/>
          </a:xfrm>
          <a:prstGeom prst="parallelogram">
            <a:avLst>
              <a:gd name="adj" fmla="val 50918"/>
            </a:avLst>
          </a:prstGeom>
          <a:gradFill>
            <a:gsLst>
              <a:gs pos="0">
                <a:schemeClr val="accent2"/>
              </a:gs>
              <a:gs pos="58000">
                <a:schemeClr val="accent1"/>
              </a:gs>
            </a:gsLst>
            <a:lin ang="2700000" scaled="1"/>
          </a:gradFill>
        </p:spPr>
        <p:txBody>
          <a:bodyPr vert="horz" wrap="square" lIns="0" tIns="0" rIns="0" bIns="0" rtlCol="0" anchor="ctr" anchorCtr="1">
            <a:normAutofit/>
          </a:bodyPr>
          <a:lstStyle>
            <a:lvl1pPr marL="0" indent="0" algn="ctr">
              <a:spcBef>
                <a:spcPct val="0"/>
              </a:spcBef>
              <a:spcAft>
                <a:spcPct val="0"/>
              </a:spcAft>
              <a:buNone/>
              <a:defRPr lang="zh-CN" altLang="en-US" sz="2000" b="1" spc="0" dirty="0">
                <a:solidFill>
                  <a:srgbClr val="FFFFFF"/>
                </a:solidFill>
              </a:defRPr>
            </a:lvl1pPr>
          </a:lstStyle>
          <a:p>
            <a:pPr marL="0" lvl="0" algn="ctr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30000"/>
                </a:schemeClr>
              </a:gs>
              <a:gs pos="32000">
                <a:schemeClr val="accent1">
                  <a:alpha val="0"/>
                </a:schemeClr>
              </a:gs>
              <a:gs pos="5700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>
            <p:custDataLst>
              <p:tags r:id="rId3"/>
            </p:custDataLst>
          </p:nvPr>
        </p:nvSpPr>
        <p:spPr>
          <a:xfrm>
            <a:off x="1069181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>
            <p:custDataLst>
              <p:tags r:id="rId4"/>
            </p:custDataLst>
          </p:nvPr>
        </p:nvSpPr>
        <p:spPr>
          <a:xfrm>
            <a:off x="1079736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平行四边形 12"/>
          <p:cNvSpPr/>
          <p:nvPr userDrawn="1">
            <p:custDataLst>
              <p:tags r:id="rId5"/>
            </p:custDataLst>
          </p:nvPr>
        </p:nvSpPr>
        <p:spPr>
          <a:xfrm>
            <a:off x="1090291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 userDrawn="1">
            <p:custDataLst>
              <p:tags r:id="rId6"/>
            </p:custDataLst>
          </p:nvPr>
        </p:nvSpPr>
        <p:spPr>
          <a:xfrm rot="153305" flipV="1">
            <a:off x="11363946" y="4197556"/>
            <a:ext cx="129789" cy="132300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 userDrawn="1">
            <p:custDataLst>
              <p:tags r:id="rId7"/>
            </p:custDataLst>
          </p:nvPr>
        </p:nvSpPr>
        <p:spPr>
          <a:xfrm rot="153305" flipV="1">
            <a:off x="9676294" y="5023766"/>
            <a:ext cx="439521" cy="448024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6385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6386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6387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cxnSp>
        <p:nvCxnSpPr>
          <p:cNvPr id="9" name="直接连接符 2"/>
          <p:cNvCxnSpPr/>
          <p:nvPr userDrawn="1">
            <p:custDataLst>
              <p:tags r:id="rId11"/>
            </p:custDataLst>
          </p:nvPr>
        </p:nvCxnSpPr>
        <p:spPr>
          <a:xfrm flipH="1">
            <a:off x="415598" y="0"/>
            <a:ext cx="3342015" cy="6848470"/>
          </a:xfrm>
          <a:prstGeom prst="line">
            <a:avLst/>
          </a:prstGeom>
          <a:ln w="12700">
            <a:gradFill>
              <a:gsLst>
                <a:gs pos="61145">
                  <a:srgbClr val="0157FF">
                    <a:alpha val="10000"/>
                  </a:srgbClr>
                </a:gs>
                <a:gs pos="5000">
                  <a:schemeClr val="accent1">
                    <a:alpha val="2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/>
          <p:cNvCxnSpPr/>
          <p:nvPr userDrawn="1">
            <p:custDataLst>
              <p:tags r:id="rId12"/>
            </p:custDataLst>
          </p:nvPr>
        </p:nvCxnSpPr>
        <p:spPr>
          <a:xfrm flipH="1">
            <a:off x="0" y="9530"/>
            <a:ext cx="1817359" cy="3724139"/>
          </a:xfrm>
          <a:prstGeom prst="line">
            <a:avLst/>
          </a:prstGeom>
          <a:ln w="9525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等腰三角形 20"/>
          <p:cNvSpPr/>
          <p:nvPr userDrawn="1">
            <p:custDataLst>
              <p:tags r:id="rId13"/>
            </p:custDataLst>
          </p:nvPr>
        </p:nvSpPr>
        <p:spPr>
          <a:xfrm rot="153305" flipV="1">
            <a:off x="361132" y="1113798"/>
            <a:ext cx="632698" cy="644938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1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连接符 22"/>
          <p:cNvCxnSpPr/>
          <p:nvPr userDrawn="1">
            <p:custDataLst>
              <p:tags r:id="rId14"/>
            </p:custDataLst>
          </p:nvPr>
        </p:nvCxnSpPr>
        <p:spPr>
          <a:xfrm flipH="1">
            <a:off x="9617632" y="2990211"/>
            <a:ext cx="1782297" cy="3867789"/>
          </a:xfrm>
          <a:prstGeom prst="line">
            <a:avLst/>
          </a:prstGeom>
          <a:ln w="12700">
            <a:gradFill>
              <a:gsLst>
                <a:gs pos="9000">
                  <a:schemeClr val="accent1">
                    <a:alpha val="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任意多边形: 形状 23"/>
          <p:cNvSpPr/>
          <p:nvPr userDrawn="1">
            <p:custDataLst>
              <p:tags r:id="rId15"/>
            </p:custDataLst>
          </p:nvPr>
        </p:nvSpPr>
        <p:spPr>
          <a:xfrm>
            <a:off x="9826587" y="5432436"/>
            <a:ext cx="892935" cy="1425564"/>
          </a:xfrm>
          <a:custGeom>
            <a:avLst/>
            <a:gdLst>
              <a:gd name="connsiteX0" fmla="*/ 656887 w 892935"/>
              <a:gd name="connsiteY0" fmla="*/ 0 h 1425564"/>
              <a:gd name="connsiteX1" fmla="*/ 892935 w 892935"/>
              <a:gd name="connsiteY1" fmla="*/ 0 h 1425564"/>
              <a:gd name="connsiteX2" fmla="*/ 236048 w 892935"/>
              <a:gd name="connsiteY2" fmla="*/ 1425564 h 1425564"/>
              <a:gd name="connsiteX3" fmla="*/ 0 w 892935"/>
              <a:gd name="connsiteY3" fmla="*/ 1425564 h 142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2935" h="1425564">
                <a:moveTo>
                  <a:pt x="656887" y="0"/>
                </a:moveTo>
                <a:lnTo>
                  <a:pt x="892935" y="0"/>
                </a:lnTo>
                <a:lnTo>
                  <a:pt x="236048" y="1425564"/>
                </a:lnTo>
                <a:lnTo>
                  <a:pt x="0" y="1425564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cxnSp>
        <p:nvCxnSpPr>
          <p:cNvPr id="25" name="直接连接符 24"/>
          <p:cNvCxnSpPr/>
          <p:nvPr userDrawn="1">
            <p:custDataLst>
              <p:tags r:id="rId16"/>
            </p:custDataLst>
          </p:nvPr>
        </p:nvCxnSpPr>
        <p:spPr>
          <a:xfrm flipH="1">
            <a:off x="11299201" y="4263706"/>
            <a:ext cx="892799" cy="1937477"/>
          </a:xfrm>
          <a:prstGeom prst="line">
            <a:avLst/>
          </a:prstGeom>
          <a:ln w="12700">
            <a:gradFill>
              <a:gsLst>
                <a:gs pos="3000">
                  <a:schemeClr val="accent1">
                    <a:alpha val="40000"/>
                  </a:schemeClr>
                </a:gs>
                <a:gs pos="100000">
                  <a:schemeClr val="accent1"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标题 1"/>
          <p:cNvSpPr>
            <a:spLocks noGrp="1"/>
          </p:cNvSpPr>
          <p:nvPr>
            <p:ph type="title" idx="16388" hasCustomPrompt="1"/>
            <p:custDataLst>
              <p:tags r:id="rId17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lang="zh-CN" altLang="en-US" sz="4800" b="0" u="none" strike="noStrike" kern="1200" cap="none" spc="0" normalizeH="0" baseline="0" dirty="0">
                <a:gradFill flip="none" rotWithShape="1">
                  <a:gsLst>
                    <a:gs pos="31000">
                      <a:schemeClr val="tx1"/>
                    </a:gs>
                    <a:gs pos="100000">
                      <a:schemeClr val="accent1"/>
                    </a:gs>
                  </a:gsLst>
                  <a:lin ang="2700000" scaled="1"/>
                  <a:tileRect/>
                </a:gradFill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16389" hasCustomPrompt="1"/>
            <p:custDataLst>
              <p:tags r:id="rId18"/>
            </p:custDataLst>
          </p:nvPr>
        </p:nvSpPr>
        <p:spPr>
          <a:xfrm>
            <a:off x="5332413" y="1905000"/>
            <a:ext cx="1527175" cy="1524000"/>
          </a:xfrm>
          <a:noFill/>
        </p:spPr>
        <p:txBody>
          <a:bodyPr vert="horz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896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 userDrawn="1">
            <p:custDataLst>
              <p:tags r:id="rId3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9000">
                <a:schemeClr val="accent1">
                  <a:alpha val="0"/>
                </a:schemeClr>
              </a:gs>
              <a:gs pos="100000">
                <a:schemeClr val="accent1">
                  <a:alpha val="63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 userDrawn="1">
            <p:custDataLst>
              <p:tags r:id="rId4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71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椭圆 23"/>
          <p:cNvSpPr/>
          <p:nvPr userDrawn="1">
            <p:custDataLst>
              <p:tags r:id="rId5"/>
            </p:custDataLst>
          </p:nvPr>
        </p:nvSpPr>
        <p:spPr>
          <a:xfrm flipH="1">
            <a:off x="1176872" y="1312092"/>
            <a:ext cx="3941754" cy="3941754"/>
          </a:xfrm>
          <a:prstGeom prst="ellipse">
            <a:avLst/>
          </a:prstGeom>
          <a:gradFill flip="none" rotWithShape="1">
            <a:gsLst>
              <a:gs pos="100000">
                <a:schemeClr val="accent1">
                  <a:alpha val="0"/>
                </a:schemeClr>
              </a:gs>
              <a:gs pos="0">
                <a:schemeClr val="accent1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直接连接符 24"/>
          <p:cNvCxnSpPr/>
          <p:nvPr userDrawn="1">
            <p:custDataLst>
              <p:tags r:id="rId6"/>
            </p:custDataLst>
          </p:nvPr>
        </p:nvCxnSpPr>
        <p:spPr>
          <a:xfrm>
            <a:off x="447629" y="2990211"/>
            <a:ext cx="1782297" cy="3867789"/>
          </a:xfrm>
          <a:prstGeom prst="line">
            <a:avLst/>
          </a:prstGeom>
          <a:ln w="12700">
            <a:gradFill>
              <a:gsLst>
                <a:gs pos="9000">
                  <a:schemeClr val="accent1">
                    <a:alpha val="0"/>
                  </a:schemeClr>
                </a:gs>
                <a:gs pos="100000">
                  <a:schemeClr val="accent1">
                    <a:alpha val="3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任意多边形: 形状 25"/>
          <p:cNvSpPr/>
          <p:nvPr userDrawn="1">
            <p:custDataLst>
              <p:tags r:id="rId7"/>
            </p:custDataLst>
          </p:nvPr>
        </p:nvSpPr>
        <p:spPr>
          <a:xfrm flipH="1">
            <a:off x="1144855" y="5432436"/>
            <a:ext cx="892935" cy="1425564"/>
          </a:xfrm>
          <a:custGeom>
            <a:avLst/>
            <a:gdLst>
              <a:gd name="connsiteX0" fmla="*/ 656887 w 892935"/>
              <a:gd name="connsiteY0" fmla="*/ 0 h 1425564"/>
              <a:gd name="connsiteX1" fmla="*/ 892935 w 892935"/>
              <a:gd name="connsiteY1" fmla="*/ 0 h 1425564"/>
              <a:gd name="connsiteX2" fmla="*/ 236048 w 892935"/>
              <a:gd name="connsiteY2" fmla="*/ 1425564 h 1425564"/>
              <a:gd name="connsiteX3" fmla="*/ 0 w 892935"/>
              <a:gd name="connsiteY3" fmla="*/ 1425564 h 142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2935" h="1425564">
                <a:moveTo>
                  <a:pt x="656887" y="0"/>
                </a:moveTo>
                <a:lnTo>
                  <a:pt x="892935" y="0"/>
                </a:lnTo>
                <a:lnTo>
                  <a:pt x="236048" y="1425564"/>
                </a:lnTo>
                <a:lnTo>
                  <a:pt x="0" y="1425564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等腰三角形 26"/>
          <p:cNvSpPr/>
          <p:nvPr userDrawn="1">
            <p:custDataLst>
              <p:tags r:id="rId8"/>
            </p:custDataLst>
          </p:nvPr>
        </p:nvSpPr>
        <p:spPr>
          <a:xfrm rot="21446695" flipH="1" flipV="1">
            <a:off x="429717" y="4197556"/>
            <a:ext cx="129789" cy="132300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等腰三角形 27"/>
          <p:cNvSpPr/>
          <p:nvPr userDrawn="1">
            <p:custDataLst>
              <p:tags r:id="rId9"/>
            </p:custDataLst>
          </p:nvPr>
        </p:nvSpPr>
        <p:spPr>
          <a:xfrm rot="21446695" flipH="1" flipV="1">
            <a:off x="1642300" y="5117810"/>
            <a:ext cx="281981" cy="287436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平行四边形 5"/>
          <p:cNvSpPr/>
          <p:nvPr userDrawn="1">
            <p:custDataLst>
              <p:tags r:id="rId10"/>
            </p:custDataLst>
          </p:nvPr>
        </p:nvSpPr>
        <p:spPr>
          <a:xfrm flipH="1">
            <a:off x="701274" y="1600990"/>
            <a:ext cx="4667150" cy="3502229"/>
          </a:xfrm>
          <a:custGeom>
            <a:avLst/>
            <a:gdLst>
              <a:gd name="connsiteX0" fmla="*/ 34527 w 4667150"/>
              <a:gd name="connsiteY0" fmla="*/ 2715607 h 3502229"/>
              <a:gd name="connsiteX1" fmla="*/ 1213435 w 4667150"/>
              <a:gd name="connsiteY1" fmla="*/ 206895 h 3502229"/>
              <a:gd name="connsiteX2" fmla="*/ 1574657 w 4667150"/>
              <a:gd name="connsiteY2" fmla="*/ 1751 h 3502229"/>
              <a:gd name="connsiteX3" fmla="*/ 4342211 w 4667150"/>
              <a:gd name="connsiteY3" fmla="*/ 275258 h 3502229"/>
              <a:gd name="connsiteX4" fmla="*/ 4632624 w 4667150"/>
              <a:gd name="connsiteY4" fmla="*/ 786623 h 3502229"/>
              <a:gd name="connsiteX5" fmla="*/ 3453716 w 4667150"/>
              <a:gd name="connsiteY5" fmla="*/ 3295335 h 3502229"/>
              <a:gd name="connsiteX6" fmla="*/ 3092493 w 4667150"/>
              <a:gd name="connsiteY6" fmla="*/ 3500479 h 3502229"/>
              <a:gd name="connsiteX7" fmla="*/ 324939 w 4667150"/>
              <a:gd name="connsiteY7" fmla="*/ 3226972 h 3502229"/>
              <a:gd name="connsiteX8" fmla="*/ 34527 w 4667150"/>
              <a:gd name="connsiteY8" fmla="*/ 2715607 h 3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7150" h="3502229">
                <a:moveTo>
                  <a:pt x="34527" y="2715607"/>
                </a:moveTo>
                <a:lnTo>
                  <a:pt x="1213435" y="206895"/>
                </a:lnTo>
                <a:cubicBezTo>
                  <a:pt x="1278220" y="69033"/>
                  <a:pt x="1423070" y="-13230"/>
                  <a:pt x="1574657" y="1751"/>
                </a:cubicBezTo>
                <a:lnTo>
                  <a:pt x="4342211" y="275258"/>
                </a:lnTo>
                <a:cubicBezTo>
                  <a:pt x="4589707" y="299717"/>
                  <a:pt x="4738398" y="561536"/>
                  <a:pt x="4632624" y="786623"/>
                </a:cubicBezTo>
                <a:lnTo>
                  <a:pt x="3453716" y="3295335"/>
                </a:lnTo>
                <a:cubicBezTo>
                  <a:pt x="3388930" y="3433197"/>
                  <a:pt x="3244080" y="3515460"/>
                  <a:pt x="3092493" y="3500479"/>
                </a:cubicBezTo>
                <a:lnTo>
                  <a:pt x="324939" y="3226972"/>
                </a:lnTo>
                <a:cubicBezTo>
                  <a:pt x="77443" y="3202513"/>
                  <a:pt x="-71247" y="2940694"/>
                  <a:pt x="34527" y="2715607"/>
                </a:cubicBezTo>
              </a:path>
            </a:pathLst>
          </a:custGeom>
          <a:noFill/>
          <a:ln>
            <a:gradFill flip="none" rotWithShape="1">
              <a:gsLst>
                <a:gs pos="42000">
                  <a:schemeClr val="accent1"/>
                </a:gs>
                <a:gs pos="0">
                  <a:schemeClr val="accent1">
                    <a:alpha val="0"/>
                  </a:schemeClr>
                </a:gs>
                <a:gs pos="61000">
                  <a:schemeClr val="accent2"/>
                </a:gs>
                <a:gs pos="95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0" name="平行四边形 5"/>
          <p:cNvSpPr/>
          <p:nvPr userDrawn="1">
            <p:custDataLst>
              <p:tags r:id="rId11"/>
            </p:custDataLst>
          </p:nvPr>
        </p:nvSpPr>
        <p:spPr>
          <a:xfrm flipH="1">
            <a:off x="927659" y="1796462"/>
            <a:ext cx="4214380" cy="3111285"/>
          </a:xfrm>
          <a:custGeom>
            <a:avLst/>
            <a:gdLst>
              <a:gd name="connsiteX0" fmla="*/ 34527 w 4667150"/>
              <a:gd name="connsiteY0" fmla="*/ 2715607 h 3502229"/>
              <a:gd name="connsiteX1" fmla="*/ 1213435 w 4667150"/>
              <a:gd name="connsiteY1" fmla="*/ 206895 h 3502229"/>
              <a:gd name="connsiteX2" fmla="*/ 1574657 w 4667150"/>
              <a:gd name="connsiteY2" fmla="*/ 1751 h 3502229"/>
              <a:gd name="connsiteX3" fmla="*/ 4342211 w 4667150"/>
              <a:gd name="connsiteY3" fmla="*/ 275258 h 3502229"/>
              <a:gd name="connsiteX4" fmla="*/ 4632624 w 4667150"/>
              <a:gd name="connsiteY4" fmla="*/ 786623 h 3502229"/>
              <a:gd name="connsiteX5" fmla="*/ 3453716 w 4667150"/>
              <a:gd name="connsiteY5" fmla="*/ 3295335 h 3502229"/>
              <a:gd name="connsiteX6" fmla="*/ 3092493 w 4667150"/>
              <a:gd name="connsiteY6" fmla="*/ 3500479 h 3502229"/>
              <a:gd name="connsiteX7" fmla="*/ 324939 w 4667150"/>
              <a:gd name="connsiteY7" fmla="*/ 3226972 h 3502229"/>
              <a:gd name="connsiteX8" fmla="*/ 34527 w 4667150"/>
              <a:gd name="connsiteY8" fmla="*/ 2715607 h 3502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67150" h="3502229">
                <a:moveTo>
                  <a:pt x="34527" y="2715607"/>
                </a:moveTo>
                <a:lnTo>
                  <a:pt x="1213435" y="206895"/>
                </a:lnTo>
                <a:cubicBezTo>
                  <a:pt x="1278220" y="69033"/>
                  <a:pt x="1423070" y="-13230"/>
                  <a:pt x="1574657" y="1751"/>
                </a:cubicBezTo>
                <a:lnTo>
                  <a:pt x="4342211" y="275258"/>
                </a:lnTo>
                <a:cubicBezTo>
                  <a:pt x="4589707" y="299717"/>
                  <a:pt x="4738398" y="561536"/>
                  <a:pt x="4632624" y="786623"/>
                </a:cubicBezTo>
                <a:lnTo>
                  <a:pt x="3453716" y="3295335"/>
                </a:lnTo>
                <a:cubicBezTo>
                  <a:pt x="3388930" y="3433197"/>
                  <a:pt x="3244080" y="3515460"/>
                  <a:pt x="3092493" y="3500479"/>
                </a:cubicBezTo>
                <a:lnTo>
                  <a:pt x="324939" y="3226972"/>
                </a:lnTo>
                <a:cubicBezTo>
                  <a:pt x="77443" y="3202513"/>
                  <a:pt x="-71247" y="2940694"/>
                  <a:pt x="34527" y="2715607"/>
                </a:cubicBezTo>
              </a:path>
            </a:pathLst>
          </a:custGeom>
          <a:noFill/>
          <a:ln w="28575">
            <a:gradFill flip="none" rotWithShape="1">
              <a:gsLst>
                <a:gs pos="25000">
                  <a:schemeClr val="accent1"/>
                </a:gs>
                <a:gs pos="0">
                  <a:schemeClr val="accent1">
                    <a:alpha val="0"/>
                  </a:schemeClr>
                </a:gs>
                <a:gs pos="61000">
                  <a:schemeClr val="accent2"/>
                </a:gs>
                <a:gs pos="95000">
                  <a:schemeClr val="accent1">
                    <a:alpha val="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/>
          </a:p>
        </p:txBody>
      </p:sp>
      <p:pic>
        <p:nvPicPr>
          <p:cNvPr id="31" name="图片 30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488077" y="2116224"/>
            <a:ext cx="3174051" cy="2427771"/>
          </a:xfrm>
          <a:prstGeom prst="rect">
            <a:avLst/>
          </a:prstGeom>
          <a:effectLst>
            <a:outerShdw blurRad="190500" dist="317500" dir="7200000" algn="tl" rotWithShape="0">
              <a:schemeClr val="bg2">
                <a:alpha val="70000"/>
              </a:schemeClr>
            </a:outerShdw>
          </a:effectLst>
        </p:spPr>
      </p:pic>
      <p:pic>
        <p:nvPicPr>
          <p:cNvPr id="32" name="图片 31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 rotWithShape="1">
          <a:blip r:embed="rId16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4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6742"/>
          <a:stretch>
            <a:fillRect/>
          </a:stretch>
        </p:blipFill>
        <p:spPr>
          <a:xfrm rot="20057029" flipH="1">
            <a:off x="952993" y="2704940"/>
            <a:ext cx="1247498" cy="2178651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 userDrawn="1">
            <p:custDataLst>
              <p:tags r:id="rId18"/>
            </p:custDataLst>
          </p:nvPr>
        </p:nvPicPr>
        <p:blipFill>
          <a:blip r:embed="rId19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brightnessContrast bright="4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865076" flipH="1">
            <a:off x="1974736" y="598666"/>
            <a:ext cx="1215271" cy="2616741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>
            <p:custDataLst>
              <p:tags r:id="rId21"/>
            </p:custDataLst>
          </p:nvPr>
        </p:nvPicPr>
        <p:blipFill>
          <a:blip r:embed="rId22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rightnessContrast bright="4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039499" flipH="1">
            <a:off x="3802349" y="1681841"/>
            <a:ext cx="1443533" cy="2616741"/>
          </a:xfrm>
          <a:prstGeom prst="rect">
            <a:avLst/>
          </a:prstGeom>
        </p:spPr>
      </p:pic>
      <p:cxnSp>
        <p:nvCxnSpPr>
          <p:cNvPr id="36" name="直接连接符 35"/>
          <p:cNvCxnSpPr/>
          <p:nvPr userDrawn="1">
            <p:custDataLst>
              <p:tags r:id="rId24"/>
            </p:custDataLst>
          </p:nvPr>
        </p:nvCxnSpPr>
        <p:spPr>
          <a:xfrm>
            <a:off x="0" y="4263706"/>
            <a:ext cx="892799" cy="1937477"/>
          </a:xfrm>
          <a:prstGeom prst="line">
            <a:avLst/>
          </a:prstGeom>
          <a:ln w="12700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 userDrawn="1">
            <p:custDataLst>
              <p:tags r:id="rId25"/>
            </p:custDataLst>
          </p:nvPr>
        </p:nvCxnSpPr>
        <p:spPr>
          <a:xfrm>
            <a:off x="10374641" y="9530"/>
            <a:ext cx="1817359" cy="3724139"/>
          </a:xfrm>
          <a:prstGeom prst="line">
            <a:avLst/>
          </a:prstGeom>
          <a:ln w="9525">
            <a:solidFill>
              <a:schemeClr val="accent1">
                <a:alpha val="1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等腰三角形 37"/>
          <p:cNvSpPr/>
          <p:nvPr userDrawn="1">
            <p:custDataLst>
              <p:tags r:id="rId26"/>
            </p:custDataLst>
          </p:nvPr>
        </p:nvSpPr>
        <p:spPr>
          <a:xfrm rot="21446695" flipH="1" flipV="1">
            <a:off x="11474862" y="948178"/>
            <a:ext cx="281981" cy="287436"/>
          </a:xfrm>
          <a:prstGeom prst="triangle">
            <a:avLst/>
          </a:pr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连接符 38"/>
          <p:cNvCxnSpPr/>
          <p:nvPr>
            <p:custDataLst>
              <p:tags r:id="rId27"/>
            </p:custDataLst>
          </p:nvPr>
        </p:nvCxnSpPr>
        <p:spPr>
          <a:xfrm>
            <a:off x="4574916" y="5154621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/>
          <p:cNvSpPr/>
          <p:nvPr>
            <p:custDataLst>
              <p:tags r:id="rId28"/>
            </p:custDataLst>
          </p:nvPr>
        </p:nvSpPr>
        <p:spPr>
          <a:xfrm flipH="1">
            <a:off x="4544641" y="5123155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1" name="直接连接符 40"/>
          <p:cNvCxnSpPr/>
          <p:nvPr>
            <p:custDataLst>
              <p:tags r:id="rId29"/>
            </p:custDataLst>
          </p:nvPr>
        </p:nvCxnSpPr>
        <p:spPr>
          <a:xfrm>
            <a:off x="4366795" y="5172478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/>
          <p:cNvSpPr/>
          <p:nvPr>
            <p:custDataLst>
              <p:tags r:id="rId30"/>
            </p:custDataLst>
          </p:nvPr>
        </p:nvSpPr>
        <p:spPr>
          <a:xfrm flipH="1">
            <a:off x="4336520" y="5141012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3" name="直接连接符 42"/>
          <p:cNvCxnSpPr/>
          <p:nvPr>
            <p:custDataLst>
              <p:tags r:id="rId31"/>
            </p:custDataLst>
          </p:nvPr>
        </p:nvCxnSpPr>
        <p:spPr>
          <a:xfrm>
            <a:off x="4158674" y="5190335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椭圆 43"/>
          <p:cNvSpPr/>
          <p:nvPr>
            <p:custDataLst>
              <p:tags r:id="rId32"/>
            </p:custDataLst>
          </p:nvPr>
        </p:nvSpPr>
        <p:spPr>
          <a:xfrm flipH="1">
            <a:off x="4128399" y="5158869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5" name="直接连接符 44"/>
          <p:cNvCxnSpPr/>
          <p:nvPr>
            <p:custDataLst>
              <p:tags r:id="rId33"/>
            </p:custDataLst>
          </p:nvPr>
        </p:nvCxnSpPr>
        <p:spPr>
          <a:xfrm>
            <a:off x="3950553" y="5208192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>
            <p:custDataLst>
              <p:tags r:id="rId34"/>
            </p:custDataLst>
          </p:nvPr>
        </p:nvSpPr>
        <p:spPr>
          <a:xfrm flipH="1">
            <a:off x="3920278" y="5176726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7" name="直接连接符 46"/>
          <p:cNvCxnSpPr/>
          <p:nvPr>
            <p:custDataLst>
              <p:tags r:id="rId35"/>
            </p:custDataLst>
          </p:nvPr>
        </p:nvCxnSpPr>
        <p:spPr>
          <a:xfrm>
            <a:off x="3742432" y="5226049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椭圆 47"/>
          <p:cNvSpPr/>
          <p:nvPr>
            <p:custDataLst>
              <p:tags r:id="rId36"/>
            </p:custDataLst>
          </p:nvPr>
        </p:nvSpPr>
        <p:spPr>
          <a:xfrm flipH="1">
            <a:off x="3712157" y="5194583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9" name="直接连接符 48"/>
          <p:cNvCxnSpPr/>
          <p:nvPr>
            <p:custDataLst>
              <p:tags r:id="rId37"/>
            </p:custDataLst>
          </p:nvPr>
        </p:nvCxnSpPr>
        <p:spPr>
          <a:xfrm>
            <a:off x="3534311" y="5243906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椭圆 49"/>
          <p:cNvSpPr/>
          <p:nvPr>
            <p:custDataLst>
              <p:tags r:id="rId38"/>
            </p:custDataLst>
          </p:nvPr>
        </p:nvSpPr>
        <p:spPr>
          <a:xfrm flipH="1">
            <a:off x="3504036" y="5212440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1" name="直接连接符 50"/>
          <p:cNvCxnSpPr/>
          <p:nvPr>
            <p:custDataLst>
              <p:tags r:id="rId39"/>
            </p:custDataLst>
          </p:nvPr>
        </p:nvCxnSpPr>
        <p:spPr>
          <a:xfrm>
            <a:off x="3326190" y="5261763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椭圆 51"/>
          <p:cNvSpPr/>
          <p:nvPr>
            <p:custDataLst>
              <p:tags r:id="rId40"/>
            </p:custDataLst>
          </p:nvPr>
        </p:nvSpPr>
        <p:spPr>
          <a:xfrm flipH="1">
            <a:off x="3295915" y="5230297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3" name="直接连接符 52"/>
          <p:cNvCxnSpPr/>
          <p:nvPr>
            <p:custDataLst>
              <p:tags r:id="rId41"/>
            </p:custDataLst>
          </p:nvPr>
        </p:nvCxnSpPr>
        <p:spPr>
          <a:xfrm>
            <a:off x="3118067" y="5279619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椭圆 53"/>
          <p:cNvSpPr/>
          <p:nvPr>
            <p:custDataLst>
              <p:tags r:id="rId42"/>
            </p:custDataLst>
          </p:nvPr>
        </p:nvSpPr>
        <p:spPr>
          <a:xfrm flipH="1">
            <a:off x="3087792" y="5248153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5" name="直接连接符 54"/>
          <p:cNvCxnSpPr/>
          <p:nvPr>
            <p:custDataLst>
              <p:tags r:id="rId43"/>
            </p:custDataLst>
          </p:nvPr>
        </p:nvCxnSpPr>
        <p:spPr>
          <a:xfrm flipH="1" flipV="1">
            <a:off x="1240340" y="644394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椭圆 55"/>
          <p:cNvSpPr/>
          <p:nvPr>
            <p:custDataLst>
              <p:tags r:id="rId44"/>
            </p:custDataLst>
          </p:nvPr>
        </p:nvSpPr>
        <p:spPr>
          <a:xfrm flipV="1">
            <a:off x="1630350" y="1510316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接连接符 56"/>
          <p:cNvCxnSpPr/>
          <p:nvPr>
            <p:custDataLst>
              <p:tags r:id="rId45"/>
            </p:custDataLst>
          </p:nvPr>
        </p:nvCxnSpPr>
        <p:spPr>
          <a:xfrm flipH="1" flipV="1">
            <a:off x="1448461" y="626537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椭圆 57"/>
          <p:cNvSpPr/>
          <p:nvPr>
            <p:custDataLst>
              <p:tags r:id="rId46"/>
            </p:custDataLst>
          </p:nvPr>
        </p:nvSpPr>
        <p:spPr>
          <a:xfrm flipV="1">
            <a:off x="1838471" y="1492459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9" name="直接连接符 58"/>
          <p:cNvCxnSpPr/>
          <p:nvPr>
            <p:custDataLst>
              <p:tags r:id="rId47"/>
            </p:custDataLst>
          </p:nvPr>
        </p:nvCxnSpPr>
        <p:spPr>
          <a:xfrm flipH="1" flipV="1">
            <a:off x="1656582" y="608680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椭圆 59"/>
          <p:cNvSpPr/>
          <p:nvPr>
            <p:custDataLst>
              <p:tags r:id="rId48"/>
            </p:custDataLst>
          </p:nvPr>
        </p:nvSpPr>
        <p:spPr>
          <a:xfrm flipV="1">
            <a:off x="2046592" y="1474602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1" name="直接连接符 60"/>
          <p:cNvCxnSpPr/>
          <p:nvPr>
            <p:custDataLst>
              <p:tags r:id="rId49"/>
            </p:custDataLst>
          </p:nvPr>
        </p:nvCxnSpPr>
        <p:spPr>
          <a:xfrm flipH="1" flipV="1">
            <a:off x="1864703" y="590823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椭圆 61"/>
          <p:cNvSpPr/>
          <p:nvPr>
            <p:custDataLst>
              <p:tags r:id="rId50"/>
            </p:custDataLst>
          </p:nvPr>
        </p:nvSpPr>
        <p:spPr>
          <a:xfrm flipV="1">
            <a:off x="2254713" y="1456745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3" name="直接连接符 62"/>
          <p:cNvCxnSpPr/>
          <p:nvPr>
            <p:custDataLst>
              <p:tags r:id="rId51"/>
            </p:custDataLst>
          </p:nvPr>
        </p:nvCxnSpPr>
        <p:spPr>
          <a:xfrm flipH="1" flipV="1">
            <a:off x="2072824" y="572966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椭圆 63"/>
          <p:cNvSpPr/>
          <p:nvPr>
            <p:custDataLst>
              <p:tags r:id="rId52"/>
            </p:custDataLst>
          </p:nvPr>
        </p:nvSpPr>
        <p:spPr>
          <a:xfrm flipV="1">
            <a:off x="2462834" y="1438888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5" name="直接连接符 64"/>
          <p:cNvCxnSpPr/>
          <p:nvPr>
            <p:custDataLst>
              <p:tags r:id="rId53"/>
            </p:custDataLst>
          </p:nvPr>
        </p:nvCxnSpPr>
        <p:spPr>
          <a:xfrm flipH="1" flipV="1">
            <a:off x="2280945" y="555109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椭圆 65"/>
          <p:cNvSpPr/>
          <p:nvPr>
            <p:custDataLst>
              <p:tags r:id="rId54"/>
            </p:custDataLst>
          </p:nvPr>
        </p:nvSpPr>
        <p:spPr>
          <a:xfrm flipV="1">
            <a:off x="2670955" y="1421031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7" name="直接连接符 66"/>
          <p:cNvCxnSpPr/>
          <p:nvPr>
            <p:custDataLst>
              <p:tags r:id="rId55"/>
            </p:custDataLst>
          </p:nvPr>
        </p:nvCxnSpPr>
        <p:spPr>
          <a:xfrm flipH="1" flipV="1">
            <a:off x="2489066" y="537252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椭圆 67"/>
          <p:cNvSpPr/>
          <p:nvPr>
            <p:custDataLst>
              <p:tags r:id="rId56"/>
            </p:custDataLst>
          </p:nvPr>
        </p:nvSpPr>
        <p:spPr>
          <a:xfrm flipV="1">
            <a:off x="2879076" y="1403174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9" name="直接连接符 68"/>
          <p:cNvCxnSpPr/>
          <p:nvPr>
            <p:custDataLst>
              <p:tags r:id="rId57"/>
            </p:custDataLst>
          </p:nvPr>
        </p:nvCxnSpPr>
        <p:spPr>
          <a:xfrm flipH="1" flipV="1">
            <a:off x="2697189" y="519396"/>
            <a:ext cx="420285" cy="895006"/>
          </a:xfrm>
          <a:prstGeom prst="line">
            <a:avLst/>
          </a:prstGeom>
          <a:ln w="15875">
            <a:gradFill flip="none" rotWithShape="1">
              <a:gsLst>
                <a:gs pos="6000">
                  <a:schemeClr val="accent1">
                    <a:alpha val="0"/>
                  </a:schemeClr>
                </a:gs>
                <a:gs pos="99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椭圆 69"/>
          <p:cNvSpPr/>
          <p:nvPr>
            <p:custDataLst>
              <p:tags r:id="rId58"/>
            </p:custDataLst>
          </p:nvPr>
        </p:nvSpPr>
        <p:spPr>
          <a:xfrm flipV="1">
            <a:off x="3087199" y="1385318"/>
            <a:ext cx="60550" cy="605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glow rad="152400">
              <a:schemeClr val="accent1">
                <a:alpha val="5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1" name="平行四边形 70"/>
          <p:cNvSpPr/>
          <p:nvPr userDrawn="1">
            <p:custDataLst>
              <p:tags r:id="rId59"/>
            </p:custDataLst>
          </p:nvPr>
        </p:nvSpPr>
        <p:spPr>
          <a:xfrm flipH="1">
            <a:off x="10908469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平行四边形 71"/>
          <p:cNvSpPr/>
          <p:nvPr userDrawn="1">
            <p:custDataLst>
              <p:tags r:id="rId60"/>
            </p:custDataLst>
          </p:nvPr>
        </p:nvSpPr>
        <p:spPr>
          <a:xfrm flipH="1">
            <a:off x="10802919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平行四边形 72"/>
          <p:cNvSpPr/>
          <p:nvPr userDrawn="1">
            <p:custDataLst>
              <p:tags r:id="rId61"/>
            </p:custDataLst>
          </p:nvPr>
        </p:nvSpPr>
        <p:spPr>
          <a:xfrm flipH="1">
            <a:off x="10697369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日期占位符 3"/>
          <p:cNvSpPr>
            <a:spLocks noGrp="1"/>
          </p:cNvSpPr>
          <p:nvPr userDrawn="1">
            <p:ph type="dt" sz="half" idx="16385"/>
            <p:custDataLst>
              <p:tags r:id="rId6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6386"/>
            <p:custDataLst>
              <p:tags r:id="rId63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 userDrawn="1">
            <p:ph type="ftr" sz="quarter" idx="16387"/>
            <p:custDataLst>
              <p:tags r:id="rId6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任意多边形: 形状 6"/>
          <p:cNvSpPr/>
          <p:nvPr userDrawn="1">
            <p:custDataLst>
              <p:tags r:id="rId65"/>
            </p:custDataLst>
          </p:nvPr>
        </p:nvSpPr>
        <p:spPr>
          <a:xfrm rot="21416538" flipH="1">
            <a:off x="567597" y="3167844"/>
            <a:ext cx="878203" cy="1234725"/>
          </a:xfrm>
          <a:custGeom>
            <a:avLst/>
            <a:gdLst>
              <a:gd name="connsiteX0" fmla="*/ 322516 w 878203"/>
              <a:gd name="connsiteY0" fmla="*/ 1145095 h 1234725"/>
              <a:gd name="connsiteX1" fmla="*/ 409574 w 878203"/>
              <a:gd name="connsiteY1" fmla="*/ 1154144 h 1234725"/>
              <a:gd name="connsiteX2" fmla="*/ 374236 w 878203"/>
              <a:gd name="connsiteY2" fmla="*/ 1234725 h 1234725"/>
              <a:gd name="connsiteX3" fmla="*/ 287273 w 878203"/>
              <a:gd name="connsiteY3" fmla="*/ 1225772 h 1234725"/>
              <a:gd name="connsiteX4" fmla="*/ 179069 w 878203"/>
              <a:gd name="connsiteY4" fmla="*/ 1130332 h 1234725"/>
              <a:gd name="connsiteX5" fmla="*/ 266604 w 878203"/>
              <a:gd name="connsiteY5" fmla="*/ 1139381 h 1234725"/>
              <a:gd name="connsiteX6" fmla="*/ 231456 w 878203"/>
              <a:gd name="connsiteY6" fmla="*/ 1220153 h 1234725"/>
              <a:gd name="connsiteX7" fmla="*/ 144017 w 878203"/>
              <a:gd name="connsiteY7" fmla="*/ 1211199 h 1234725"/>
              <a:gd name="connsiteX8" fmla="*/ 34957 w 878203"/>
              <a:gd name="connsiteY8" fmla="*/ 1115377 h 1234725"/>
              <a:gd name="connsiteX9" fmla="*/ 122873 w 878203"/>
              <a:gd name="connsiteY9" fmla="*/ 1124426 h 1234725"/>
              <a:gd name="connsiteX10" fmla="*/ 87916 w 878203"/>
              <a:gd name="connsiteY10" fmla="*/ 1205483 h 1234725"/>
              <a:gd name="connsiteX11" fmla="*/ 0 w 878203"/>
              <a:gd name="connsiteY11" fmla="*/ 1196530 h 1234725"/>
              <a:gd name="connsiteX12" fmla="*/ 375475 w 878203"/>
              <a:gd name="connsiteY12" fmla="*/ 1023651 h 1234725"/>
              <a:gd name="connsiteX13" fmla="*/ 462724 w 878203"/>
              <a:gd name="connsiteY13" fmla="*/ 1032890 h 1234725"/>
              <a:gd name="connsiteX14" fmla="*/ 427195 w 878203"/>
              <a:gd name="connsiteY14" fmla="*/ 1113757 h 1234725"/>
              <a:gd name="connsiteX15" fmla="*/ 340137 w 878203"/>
              <a:gd name="connsiteY15" fmla="*/ 1104709 h 1234725"/>
              <a:gd name="connsiteX16" fmla="*/ 231934 w 878203"/>
              <a:gd name="connsiteY16" fmla="*/ 1008411 h 1234725"/>
              <a:gd name="connsiteX17" fmla="*/ 319564 w 878203"/>
              <a:gd name="connsiteY17" fmla="*/ 1017745 h 1234725"/>
              <a:gd name="connsiteX18" fmla="*/ 284226 w 878203"/>
              <a:gd name="connsiteY18" fmla="*/ 1098803 h 1234725"/>
              <a:gd name="connsiteX19" fmla="*/ 196691 w 878203"/>
              <a:gd name="connsiteY19" fmla="*/ 1089755 h 1234725"/>
              <a:gd name="connsiteX20" fmla="*/ 87533 w 878203"/>
              <a:gd name="connsiteY20" fmla="*/ 993171 h 1234725"/>
              <a:gd name="connsiteX21" fmla="*/ 175639 w 878203"/>
              <a:gd name="connsiteY21" fmla="*/ 1002506 h 1234725"/>
              <a:gd name="connsiteX22" fmla="*/ 140492 w 878203"/>
              <a:gd name="connsiteY22" fmla="*/ 1083849 h 1234725"/>
              <a:gd name="connsiteX23" fmla="*/ 52481 w 878203"/>
              <a:gd name="connsiteY23" fmla="*/ 1074705 h 1234725"/>
              <a:gd name="connsiteX24" fmla="*/ 428815 w 878203"/>
              <a:gd name="connsiteY24" fmla="*/ 901542 h 1234725"/>
              <a:gd name="connsiteX25" fmla="*/ 516064 w 878203"/>
              <a:gd name="connsiteY25" fmla="*/ 910972 h 1234725"/>
              <a:gd name="connsiteX26" fmla="*/ 480440 w 878203"/>
              <a:gd name="connsiteY26" fmla="*/ 992315 h 1234725"/>
              <a:gd name="connsiteX27" fmla="*/ 393191 w 878203"/>
              <a:gd name="connsiteY27" fmla="*/ 983076 h 1234725"/>
              <a:gd name="connsiteX28" fmla="*/ 284987 w 878203"/>
              <a:gd name="connsiteY28" fmla="*/ 886016 h 1234725"/>
              <a:gd name="connsiteX29" fmla="*/ 372712 w 878203"/>
              <a:gd name="connsiteY29" fmla="*/ 895446 h 1234725"/>
              <a:gd name="connsiteX30" fmla="*/ 337184 w 878203"/>
              <a:gd name="connsiteY30" fmla="*/ 977075 h 1234725"/>
              <a:gd name="connsiteX31" fmla="*/ 249554 w 878203"/>
              <a:gd name="connsiteY31" fmla="*/ 967741 h 1234725"/>
              <a:gd name="connsiteX32" fmla="*/ 140397 w 878203"/>
              <a:gd name="connsiteY32" fmla="*/ 870395 h 1234725"/>
              <a:gd name="connsiteX33" fmla="*/ 228598 w 878203"/>
              <a:gd name="connsiteY33" fmla="*/ 879920 h 1234725"/>
              <a:gd name="connsiteX34" fmla="*/ 193260 w 878203"/>
              <a:gd name="connsiteY34" fmla="*/ 961740 h 1234725"/>
              <a:gd name="connsiteX35" fmla="*/ 105154 w 878203"/>
              <a:gd name="connsiteY35" fmla="*/ 952310 h 1234725"/>
              <a:gd name="connsiteX36" fmla="*/ 648890 w 878203"/>
              <a:gd name="connsiteY36" fmla="*/ 515032 h 1234725"/>
              <a:gd name="connsiteX37" fmla="*/ 691181 w 878203"/>
              <a:gd name="connsiteY37" fmla="*/ 519318 h 1234725"/>
              <a:gd name="connsiteX38" fmla="*/ 581358 w 878203"/>
              <a:gd name="connsiteY38" fmla="*/ 775446 h 1234725"/>
              <a:gd name="connsiteX39" fmla="*/ 538876 w 878203"/>
              <a:gd name="connsiteY39" fmla="*/ 770874 h 1234725"/>
              <a:gd name="connsiteX40" fmla="*/ 564951 w 878203"/>
              <a:gd name="connsiteY40" fmla="*/ 505363 h 1234725"/>
              <a:gd name="connsiteX41" fmla="*/ 607051 w 878203"/>
              <a:gd name="connsiteY41" fmla="*/ 509649 h 1234725"/>
              <a:gd name="connsiteX42" fmla="*/ 496847 w 878203"/>
              <a:gd name="connsiteY42" fmla="*/ 765110 h 1234725"/>
              <a:gd name="connsiteX43" fmla="*/ 454556 w 878203"/>
              <a:gd name="connsiteY43" fmla="*/ 760538 h 1234725"/>
              <a:gd name="connsiteX44" fmla="*/ 480726 w 878203"/>
              <a:gd name="connsiteY44" fmla="*/ 496267 h 1234725"/>
              <a:gd name="connsiteX45" fmla="*/ 480821 w 878203"/>
              <a:gd name="connsiteY45" fmla="*/ 496267 h 1234725"/>
              <a:gd name="connsiteX46" fmla="*/ 522731 w 878203"/>
              <a:gd name="connsiteY46" fmla="*/ 500553 h 1234725"/>
              <a:gd name="connsiteX47" fmla="*/ 412146 w 878203"/>
              <a:gd name="connsiteY47" fmla="*/ 755442 h 1234725"/>
              <a:gd name="connsiteX48" fmla="*/ 370046 w 878203"/>
              <a:gd name="connsiteY48" fmla="*/ 750870 h 1234725"/>
              <a:gd name="connsiteX49" fmla="*/ 396501 w 878203"/>
              <a:gd name="connsiteY49" fmla="*/ 487837 h 1234725"/>
              <a:gd name="connsiteX50" fmla="*/ 438221 w 878203"/>
              <a:gd name="connsiteY50" fmla="*/ 492123 h 1234725"/>
              <a:gd name="connsiteX51" fmla="*/ 327350 w 878203"/>
              <a:gd name="connsiteY51" fmla="*/ 746346 h 1234725"/>
              <a:gd name="connsiteX52" fmla="*/ 285440 w 878203"/>
              <a:gd name="connsiteY52" fmla="*/ 741773 h 1234725"/>
              <a:gd name="connsiteX53" fmla="*/ 311990 w 878203"/>
              <a:gd name="connsiteY53" fmla="*/ 479979 h 1234725"/>
              <a:gd name="connsiteX54" fmla="*/ 353615 w 878203"/>
              <a:gd name="connsiteY54" fmla="*/ 484265 h 1234725"/>
              <a:gd name="connsiteX55" fmla="*/ 242362 w 878203"/>
              <a:gd name="connsiteY55" fmla="*/ 737916 h 1234725"/>
              <a:gd name="connsiteX56" fmla="*/ 200643 w 878203"/>
              <a:gd name="connsiteY56" fmla="*/ 733439 h 1234725"/>
              <a:gd name="connsiteX57" fmla="*/ 312085 w 878203"/>
              <a:gd name="connsiteY57" fmla="*/ 480074 h 1234725"/>
              <a:gd name="connsiteX58" fmla="*/ 684656 w 878203"/>
              <a:gd name="connsiteY58" fmla="*/ 274797 h 1234725"/>
              <a:gd name="connsiteX59" fmla="*/ 771715 w 878203"/>
              <a:gd name="connsiteY59" fmla="*/ 283846 h 1234725"/>
              <a:gd name="connsiteX60" fmla="*/ 736377 w 878203"/>
              <a:gd name="connsiteY60" fmla="*/ 364332 h 1234725"/>
              <a:gd name="connsiteX61" fmla="*/ 649414 w 878203"/>
              <a:gd name="connsiteY61" fmla="*/ 355474 h 1234725"/>
              <a:gd name="connsiteX62" fmla="*/ 541210 w 878203"/>
              <a:gd name="connsiteY62" fmla="*/ 259938 h 1234725"/>
              <a:gd name="connsiteX63" fmla="*/ 628745 w 878203"/>
              <a:gd name="connsiteY63" fmla="*/ 268987 h 1234725"/>
              <a:gd name="connsiteX64" fmla="*/ 593598 w 878203"/>
              <a:gd name="connsiteY64" fmla="*/ 349759 h 1234725"/>
              <a:gd name="connsiteX65" fmla="*/ 506158 w 878203"/>
              <a:gd name="connsiteY65" fmla="*/ 340805 h 1234725"/>
              <a:gd name="connsiteX66" fmla="*/ 397096 w 878203"/>
              <a:gd name="connsiteY66" fmla="*/ 244983 h 1234725"/>
              <a:gd name="connsiteX67" fmla="*/ 485011 w 878203"/>
              <a:gd name="connsiteY67" fmla="*/ 254127 h 1234725"/>
              <a:gd name="connsiteX68" fmla="*/ 450055 w 878203"/>
              <a:gd name="connsiteY68" fmla="*/ 335090 h 1234725"/>
              <a:gd name="connsiteX69" fmla="*/ 362139 w 878203"/>
              <a:gd name="connsiteY69" fmla="*/ 326136 h 1234725"/>
              <a:gd name="connsiteX70" fmla="*/ 737711 w 878203"/>
              <a:gd name="connsiteY70" fmla="*/ 153257 h 1234725"/>
              <a:gd name="connsiteX71" fmla="*/ 824865 w 878203"/>
              <a:gd name="connsiteY71" fmla="*/ 162496 h 1234725"/>
              <a:gd name="connsiteX72" fmla="*/ 789432 w 878203"/>
              <a:gd name="connsiteY72" fmla="*/ 243459 h 1234725"/>
              <a:gd name="connsiteX73" fmla="*/ 702278 w 878203"/>
              <a:gd name="connsiteY73" fmla="*/ 234315 h 1234725"/>
              <a:gd name="connsiteX74" fmla="*/ 594074 w 878203"/>
              <a:gd name="connsiteY74" fmla="*/ 138112 h 1234725"/>
              <a:gd name="connsiteX75" fmla="*/ 681704 w 878203"/>
              <a:gd name="connsiteY75" fmla="*/ 147351 h 1234725"/>
              <a:gd name="connsiteX76" fmla="*/ 646366 w 878203"/>
              <a:gd name="connsiteY76" fmla="*/ 228504 h 1234725"/>
              <a:gd name="connsiteX77" fmla="*/ 558831 w 878203"/>
              <a:gd name="connsiteY77" fmla="*/ 219360 h 1234725"/>
              <a:gd name="connsiteX78" fmla="*/ 449674 w 878203"/>
              <a:gd name="connsiteY78" fmla="*/ 122777 h 1234725"/>
              <a:gd name="connsiteX79" fmla="*/ 537780 w 878203"/>
              <a:gd name="connsiteY79" fmla="*/ 132111 h 1234725"/>
              <a:gd name="connsiteX80" fmla="*/ 502633 w 878203"/>
              <a:gd name="connsiteY80" fmla="*/ 213455 h 1234725"/>
              <a:gd name="connsiteX81" fmla="*/ 414622 w 878203"/>
              <a:gd name="connsiteY81" fmla="*/ 204311 h 1234725"/>
              <a:gd name="connsiteX82" fmla="*/ 790954 w 878203"/>
              <a:gd name="connsiteY82" fmla="*/ 31242 h 1234725"/>
              <a:gd name="connsiteX83" fmla="*/ 878203 w 878203"/>
              <a:gd name="connsiteY83" fmla="*/ 40672 h 1234725"/>
              <a:gd name="connsiteX84" fmla="*/ 842580 w 878203"/>
              <a:gd name="connsiteY84" fmla="*/ 122015 h 1234725"/>
              <a:gd name="connsiteX85" fmla="*/ 755331 w 878203"/>
              <a:gd name="connsiteY85" fmla="*/ 112681 h 1234725"/>
              <a:gd name="connsiteX86" fmla="*/ 647127 w 878203"/>
              <a:gd name="connsiteY86" fmla="*/ 15621 h 1234725"/>
              <a:gd name="connsiteX87" fmla="*/ 734852 w 878203"/>
              <a:gd name="connsiteY87" fmla="*/ 25146 h 1234725"/>
              <a:gd name="connsiteX88" fmla="*/ 699419 w 878203"/>
              <a:gd name="connsiteY88" fmla="*/ 106680 h 1234725"/>
              <a:gd name="connsiteX89" fmla="*/ 611694 w 878203"/>
              <a:gd name="connsiteY89" fmla="*/ 97346 h 1234725"/>
              <a:gd name="connsiteX90" fmla="*/ 502537 w 878203"/>
              <a:gd name="connsiteY90" fmla="*/ 0 h 1234725"/>
              <a:gd name="connsiteX91" fmla="*/ 590739 w 878203"/>
              <a:gd name="connsiteY91" fmla="*/ 9525 h 1234725"/>
              <a:gd name="connsiteX92" fmla="*/ 555401 w 878203"/>
              <a:gd name="connsiteY92" fmla="*/ 91345 h 1234725"/>
              <a:gd name="connsiteX93" fmla="*/ 467295 w 878203"/>
              <a:gd name="connsiteY93" fmla="*/ 82010 h 123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878203" h="1234725">
                <a:moveTo>
                  <a:pt x="322516" y="1145095"/>
                </a:moveTo>
                <a:lnTo>
                  <a:pt x="409574" y="1154144"/>
                </a:lnTo>
                <a:lnTo>
                  <a:pt x="374236" y="1234725"/>
                </a:lnTo>
                <a:lnTo>
                  <a:pt x="287273" y="1225772"/>
                </a:lnTo>
                <a:close/>
                <a:moveTo>
                  <a:pt x="179069" y="1130332"/>
                </a:moveTo>
                <a:lnTo>
                  <a:pt x="266604" y="1139381"/>
                </a:lnTo>
                <a:lnTo>
                  <a:pt x="231456" y="1220153"/>
                </a:lnTo>
                <a:lnTo>
                  <a:pt x="144017" y="1211199"/>
                </a:lnTo>
                <a:close/>
                <a:moveTo>
                  <a:pt x="34957" y="1115377"/>
                </a:moveTo>
                <a:lnTo>
                  <a:pt x="122873" y="1124426"/>
                </a:lnTo>
                <a:lnTo>
                  <a:pt x="87916" y="1205483"/>
                </a:lnTo>
                <a:lnTo>
                  <a:pt x="0" y="1196530"/>
                </a:lnTo>
                <a:close/>
                <a:moveTo>
                  <a:pt x="375475" y="1023651"/>
                </a:moveTo>
                <a:lnTo>
                  <a:pt x="462724" y="1032890"/>
                </a:lnTo>
                <a:lnTo>
                  <a:pt x="427195" y="1113757"/>
                </a:lnTo>
                <a:lnTo>
                  <a:pt x="340137" y="1104709"/>
                </a:lnTo>
                <a:close/>
                <a:moveTo>
                  <a:pt x="231934" y="1008411"/>
                </a:moveTo>
                <a:lnTo>
                  <a:pt x="319564" y="1017745"/>
                </a:lnTo>
                <a:lnTo>
                  <a:pt x="284226" y="1098803"/>
                </a:lnTo>
                <a:lnTo>
                  <a:pt x="196691" y="1089755"/>
                </a:lnTo>
                <a:close/>
                <a:moveTo>
                  <a:pt x="87533" y="993171"/>
                </a:moveTo>
                <a:lnTo>
                  <a:pt x="175639" y="1002506"/>
                </a:lnTo>
                <a:lnTo>
                  <a:pt x="140492" y="1083849"/>
                </a:lnTo>
                <a:lnTo>
                  <a:pt x="52481" y="1074705"/>
                </a:lnTo>
                <a:close/>
                <a:moveTo>
                  <a:pt x="428815" y="901542"/>
                </a:moveTo>
                <a:lnTo>
                  <a:pt x="516064" y="910972"/>
                </a:lnTo>
                <a:lnTo>
                  <a:pt x="480440" y="992315"/>
                </a:lnTo>
                <a:lnTo>
                  <a:pt x="393191" y="983076"/>
                </a:lnTo>
                <a:close/>
                <a:moveTo>
                  <a:pt x="284987" y="886016"/>
                </a:moveTo>
                <a:lnTo>
                  <a:pt x="372712" y="895446"/>
                </a:lnTo>
                <a:lnTo>
                  <a:pt x="337184" y="977075"/>
                </a:lnTo>
                <a:lnTo>
                  <a:pt x="249554" y="967741"/>
                </a:lnTo>
                <a:close/>
                <a:moveTo>
                  <a:pt x="140397" y="870395"/>
                </a:moveTo>
                <a:lnTo>
                  <a:pt x="228598" y="879920"/>
                </a:lnTo>
                <a:lnTo>
                  <a:pt x="193260" y="961740"/>
                </a:lnTo>
                <a:lnTo>
                  <a:pt x="105154" y="952310"/>
                </a:lnTo>
                <a:close/>
                <a:moveTo>
                  <a:pt x="648890" y="515032"/>
                </a:moveTo>
                <a:lnTo>
                  <a:pt x="691181" y="519318"/>
                </a:lnTo>
                <a:lnTo>
                  <a:pt x="581358" y="775446"/>
                </a:lnTo>
                <a:lnTo>
                  <a:pt x="538876" y="770874"/>
                </a:lnTo>
                <a:close/>
                <a:moveTo>
                  <a:pt x="564951" y="505363"/>
                </a:moveTo>
                <a:lnTo>
                  <a:pt x="607051" y="509649"/>
                </a:lnTo>
                <a:lnTo>
                  <a:pt x="496847" y="765110"/>
                </a:lnTo>
                <a:lnTo>
                  <a:pt x="454556" y="760538"/>
                </a:lnTo>
                <a:close/>
                <a:moveTo>
                  <a:pt x="480726" y="496267"/>
                </a:moveTo>
                <a:lnTo>
                  <a:pt x="480821" y="496267"/>
                </a:lnTo>
                <a:lnTo>
                  <a:pt x="522731" y="500553"/>
                </a:lnTo>
                <a:lnTo>
                  <a:pt x="412146" y="755442"/>
                </a:lnTo>
                <a:lnTo>
                  <a:pt x="370046" y="750870"/>
                </a:lnTo>
                <a:close/>
                <a:moveTo>
                  <a:pt x="396501" y="487837"/>
                </a:moveTo>
                <a:lnTo>
                  <a:pt x="438221" y="492123"/>
                </a:lnTo>
                <a:lnTo>
                  <a:pt x="327350" y="746346"/>
                </a:lnTo>
                <a:lnTo>
                  <a:pt x="285440" y="741773"/>
                </a:lnTo>
                <a:close/>
                <a:moveTo>
                  <a:pt x="311990" y="479979"/>
                </a:moveTo>
                <a:lnTo>
                  <a:pt x="353615" y="484265"/>
                </a:lnTo>
                <a:lnTo>
                  <a:pt x="242362" y="737916"/>
                </a:lnTo>
                <a:lnTo>
                  <a:pt x="200643" y="733439"/>
                </a:lnTo>
                <a:lnTo>
                  <a:pt x="312085" y="480074"/>
                </a:lnTo>
                <a:close/>
                <a:moveTo>
                  <a:pt x="684656" y="274797"/>
                </a:moveTo>
                <a:lnTo>
                  <a:pt x="771715" y="283846"/>
                </a:lnTo>
                <a:lnTo>
                  <a:pt x="736377" y="364332"/>
                </a:lnTo>
                <a:lnTo>
                  <a:pt x="649414" y="355474"/>
                </a:lnTo>
                <a:close/>
                <a:moveTo>
                  <a:pt x="541210" y="259938"/>
                </a:moveTo>
                <a:lnTo>
                  <a:pt x="628745" y="268987"/>
                </a:lnTo>
                <a:lnTo>
                  <a:pt x="593598" y="349759"/>
                </a:lnTo>
                <a:lnTo>
                  <a:pt x="506158" y="340805"/>
                </a:lnTo>
                <a:close/>
                <a:moveTo>
                  <a:pt x="397096" y="244983"/>
                </a:moveTo>
                <a:lnTo>
                  <a:pt x="485011" y="254127"/>
                </a:lnTo>
                <a:lnTo>
                  <a:pt x="450055" y="335090"/>
                </a:lnTo>
                <a:lnTo>
                  <a:pt x="362139" y="326136"/>
                </a:lnTo>
                <a:close/>
                <a:moveTo>
                  <a:pt x="737711" y="153257"/>
                </a:moveTo>
                <a:lnTo>
                  <a:pt x="824865" y="162496"/>
                </a:lnTo>
                <a:lnTo>
                  <a:pt x="789432" y="243459"/>
                </a:lnTo>
                <a:lnTo>
                  <a:pt x="702278" y="234315"/>
                </a:lnTo>
                <a:close/>
                <a:moveTo>
                  <a:pt x="594074" y="138112"/>
                </a:moveTo>
                <a:lnTo>
                  <a:pt x="681704" y="147351"/>
                </a:lnTo>
                <a:lnTo>
                  <a:pt x="646366" y="228504"/>
                </a:lnTo>
                <a:lnTo>
                  <a:pt x="558831" y="219360"/>
                </a:lnTo>
                <a:close/>
                <a:moveTo>
                  <a:pt x="449674" y="122777"/>
                </a:moveTo>
                <a:lnTo>
                  <a:pt x="537780" y="132111"/>
                </a:lnTo>
                <a:lnTo>
                  <a:pt x="502633" y="213455"/>
                </a:lnTo>
                <a:lnTo>
                  <a:pt x="414622" y="204311"/>
                </a:lnTo>
                <a:close/>
                <a:moveTo>
                  <a:pt x="790954" y="31242"/>
                </a:moveTo>
                <a:lnTo>
                  <a:pt x="878203" y="40672"/>
                </a:lnTo>
                <a:lnTo>
                  <a:pt x="842580" y="122015"/>
                </a:lnTo>
                <a:lnTo>
                  <a:pt x="755331" y="112681"/>
                </a:lnTo>
                <a:close/>
                <a:moveTo>
                  <a:pt x="647127" y="15621"/>
                </a:moveTo>
                <a:lnTo>
                  <a:pt x="734852" y="25146"/>
                </a:lnTo>
                <a:lnTo>
                  <a:pt x="699419" y="106680"/>
                </a:lnTo>
                <a:lnTo>
                  <a:pt x="611694" y="97346"/>
                </a:lnTo>
                <a:close/>
                <a:moveTo>
                  <a:pt x="502537" y="0"/>
                </a:moveTo>
                <a:lnTo>
                  <a:pt x="590739" y="9525"/>
                </a:lnTo>
                <a:lnTo>
                  <a:pt x="555401" y="91345"/>
                </a:lnTo>
                <a:lnTo>
                  <a:pt x="467295" y="82010"/>
                </a:lnTo>
                <a:close/>
              </a:path>
            </a:pathLst>
          </a:custGeom>
          <a:gradFill flip="none" rotWithShape="1">
            <a:gsLst>
              <a:gs pos="1282">
                <a:schemeClr val="accent2">
                  <a:alpha val="30000"/>
                </a:schemeClr>
              </a:gs>
              <a:gs pos="42000">
                <a:schemeClr val="accent2">
                  <a:alpha val="70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12" name="任意多边形: 形状 7"/>
          <p:cNvSpPr/>
          <p:nvPr userDrawn="1">
            <p:custDataLst>
              <p:tags r:id="rId66"/>
            </p:custDataLst>
          </p:nvPr>
        </p:nvSpPr>
        <p:spPr>
          <a:xfrm rot="21435505" flipH="1">
            <a:off x="4629681" y="2340923"/>
            <a:ext cx="878203" cy="1234725"/>
          </a:xfrm>
          <a:custGeom>
            <a:avLst/>
            <a:gdLst>
              <a:gd name="connsiteX0" fmla="*/ 322516 w 878203"/>
              <a:gd name="connsiteY0" fmla="*/ 1145095 h 1234725"/>
              <a:gd name="connsiteX1" fmla="*/ 409574 w 878203"/>
              <a:gd name="connsiteY1" fmla="*/ 1154144 h 1234725"/>
              <a:gd name="connsiteX2" fmla="*/ 374236 w 878203"/>
              <a:gd name="connsiteY2" fmla="*/ 1234725 h 1234725"/>
              <a:gd name="connsiteX3" fmla="*/ 287273 w 878203"/>
              <a:gd name="connsiteY3" fmla="*/ 1225772 h 1234725"/>
              <a:gd name="connsiteX4" fmla="*/ 179069 w 878203"/>
              <a:gd name="connsiteY4" fmla="*/ 1130332 h 1234725"/>
              <a:gd name="connsiteX5" fmla="*/ 266604 w 878203"/>
              <a:gd name="connsiteY5" fmla="*/ 1139381 h 1234725"/>
              <a:gd name="connsiteX6" fmla="*/ 231456 w 878203"/>
              <a:gd name="connsiteY6" fmla="*/ 1220153 h 1234725"/>
              <a:gd name="connsiteX7" fmla="*/ 144017 w 878203"/>
              <a:gd name="connsiteY7" fmla="*/ 1211199 h 1234725"/>
              <a:gd name="connsiteX8" fmla="*/ 34957 w 878203"/>
              <a:gd name="connsiteY8" fmla="*/ 1115377 h 1234725"/>
              <a:gd name="connsiteX9" fmla="*/ 122873 w 878203"/>
              <a:gd name="connsiteY9" fmla="*/ 1124426 h 1234725"/>
              <a:gd name="connsiteX10" fmla="*/ 87916 w 878203"/>
              <a:gd name="connsiteY10" fmla="*/ 1205483 h 1234725"/>
              <a:gd name="connsiteX11" fmla="*/ 0 w 878203"/>
              <a:gd name="connsiteY11" fmla="*/ 1196530 h 1234725"/>
              <a:gd name="connsiteX12" fmla="*/ 375475 w 878203"/>
              <a:gd name="connsiteY12" fmla="*/ 1023651 h 1234725"/>
              <a:gd name="connsiteX13" fmla="*/ 462724 w 878203"/>
              <a:gd name="connsiteY13" fmla="*/ 1032890 h 1234725"/>
              <a:gd name="connsiteX14" fmla="*/ 427195 w 878203"/>
              <a:gd name="connsiteY14" fmla="*/ 1113757 h 1234725"/>
              <a:gd name="connsiteX15" fmla="*/ 340137 w 878203"/>
              <a:gd name="connsiteY15" fmla="*/ 1104709 h 1234725"/>
              <a:gd name="connsiteX16" fmla="*/ 231934 w 878203"/>
              <a:gd name="connsiteY16" fmla="*/ 1008411 h 1234725"/>
              <a:gd name="connsiteX17" fmla="*/ 319564 w 878203"/>
              <a:gd name="connsiteY17" fmla="*/ 1017745 h 1234725"/>
              <a:gd name="connsiteX18" fmla="*/ 284226 w 878203"/>
              <a:gd name="connsiteY18" fmla="*/ 1098803 h 1234725"/>
              <a:gd name="connsiteX19" fmla="*/ 196691 w 878203"/>
              <a:gd name="connsiteY19" fmla="*/ 1089755 h 1234725"/>
              <a:gd name="connsiteX20" fmla="*/ 87533 w 878203"/>
              <a:gd name="connsiteY20" fmla="*/ 993171 h 1234725"/>
              <a:gd name="connsiteX21" fmla="*/ 175639 w 878203"/>
              <a:gd name="connsiteY21" fmla="*/ 1002506 h 1234725"/>
              <a:gd name="connsiteX22" fmla="*/ 140492 w 878203"/>
              <a:gd name="connsiteY22" fmla="*/ 1083849 h 1234725"/>
              <a:gd name="connsiteX23" fmla="*/ 52481 w 878203"/>
              <a:gd name="connsiteY23" fmla="*/ 1074705 h 1234725"/>
              <a:gd name="connsiteX24" fmla="*/ 428815 w 878203"/>
              <a:gd name="connsiteY24" fmla="*/ 901542 h 1234725"/>
              <a:gd name="connsiteX25" fmla="*/ 516064 w 878203"/>
              <a:gd name="connsiteY25" fmla="*/ 910972 h 1234725"/>
              <a:gd name="connsiteX26" fmla="*/ 480440 w 878203"/>
              <a:gd name="connsiteY26" fmla="*/ 992315 h 1234725"/>
              <a:gd name="connsiteX27" fmla="*/ 393191 w 878203"/>
              <a:gd name="connsiteY27" fmla="*/ 983076 h 1234725"/>
              <a:gd name="connsiteX28" fmla="*/ 284987 w 878203"/>
              <a:gd name="connsiteY28" fmla="*/ 886016 h 1234725"/>
              <a:gd name="connsiteX29" fmla="*/ 372712 w 878203"/>
              <a:gd name="connsiteY29" fmla="*/ 895446 h 1234725"/>
              <a:gd name="connsiteX30" fmla="*/ 337184 w 878203"/>
              <a:gd name="connsiteY30" fmla="*/ 977075 h 1234725"/>
              <a:gd name="connsiteX31" fmla="*/ 249554 w 878203"/>
              <a:gd name="connsiteY31" fmla="*/ 967741 h 1234725"/>
              <a:gd name="connsiteX32" fmla="*/ 140397 w 878203"/>
              <a:gd name="connsiteY32" fmla="*/ 870395 h 1234725"/>
              <a:gd name="connsiteX33" fmla="*/ 228598 w 878203"/>
              <a:gd name="connsiteY33" fmla="*/ 879920 h 1234725"/>
              <a:gd name="connsiteX34" fmla="*/ 193260 w 878203"/>
              <a:gd name="connsiteY34" fmla="*/ 961740 h 1234725"/>
              <a:gd name="connsiteX35" fmla="*/ 105154 w 878203"/>
              <a:gd name="connsiteY35" fmla="*/ 952310 h 1234725"/>
              <a:gd name="connsiteX36" fmla="*/ 648890 w 878203"/>
              <a:gd name="connsiteY36" fmla="*/ 515032 h 1234725"/>
              <a:gd name="connsiteX37" fmla="*/ 691181 w 878203"/>
              <a:gd name="connsiteY37" fmla="*/ 519318 h 1234725"/>
              <a:gd name="connsiteX38" fmla="*/ 581358 w 878203"/>
              <a:gd name="connsiteY38" fmla="*/ 775446 h 1234725"/>
              <a:gd name="connsiteX39" fmla="*/ 538876 w 878203"/>
              <a:gd name="connsiteY39" fmla="*/ 770874 h 1234725"/>
              <a:gd name="connsiteX40" fmla="*/ 564951 w 878203"/>
              <a:gd name="connsiteY40" fmla="*/ 505363 h 1234725"/>
              <a:gd name="connsiteX41" fmla="*/ 607051 w 878203"/>
              <a:gd name="connsiteY41" fmla="*/ 509649 h 1234725"/>
              <a:gd name="connsiteX42" fmla="*/ 496847 w 878203"/>
              <a:gd name="connsiteY42" fmla="*/ 765110 h 1234725"/>
              <a:gd name="connsiteX43" fmla="*/ 454556 w 878203"/>
              <a:gd name="connsiteY43" fmla="*/ 760538 h 1234725"/>
              <a:gd name="connsiteX44" fmla="*/ 480726 w 878203"/>
              <a:gd name="connsiteY44" fmla="*/ 496267 h 1234725"/>
              <a:gd name="connsiteX45" fmla="*/ 480821 w 878203"/>
              <a:gd name="connsiteY45" fmla="*/ 496267 h 1234725"/>
              <a:gd name="connsiteX46" fmla="*/ 522731 w 878203"/>
              <a:gd name="connsiteY46" fmla="*/ 500553 h 1234725"/>
              <a:gd name="connsiteX47" fmla="*/ 412146 w 878203"/>
              <a:gd name="connsiteY47" fmla="*/ 755442 h 1234725"/>
              <a:gd name="connsiteX48" fmla="*/ 370046 w 878203"/>
              <a:gd name="connsiteY48" fmla="*/ 750870 h 1234725"/>
              <a:gd name="connsiteX49" fmla="*/ 396501 w 878203"/>
              <a:gd name="connsiteY49" fmla="*/ 487837 h 1234725"/>
              <a:gd name="connsiteX50" fmla="*/ 438221 w 878203"/>
              <a:gd name="connsiteY50" fmla="*/ 492123 h 1234725"/>
              <a:gd name="connsiteX51" fmla="*/ 327350 w 878203"/>
              <a:gd name="connsiteY51" fmla="*/ 746346 h 1234725"/>
              <a:gd name="connsiteX52" fmla="*/ 285440 w 878203"/>
              <a:gd name="connsiteY52" fmla="*/ 741773 h 1234725"/>
              <a:gd name="connsiteX53" fmla="*/ 311990 w 878203"/>
              <a:gd name="connsiteY53" fmla="*/ 479979 h 1234725"/>
              <a:gd name="connsiteX54" fmla="*/ 353615 w 878203"/>
              <a:gd name="connsiteY54" fmla="*/ 484265 h 1234725"/>
              <a:gd name="connsiteX55" fmla="*/ 242362 w 878203"/>
              <a:gd name="connsiteY55" fmla="*/ 737916 h 1234725"/>
              <a:gd name="connsiteX56" fmla="*/ 200643 w 878203"/>
              <a:gd name="connsiteY56" fmla="*/ 733439 h 1234725"/>
              <a:gd name="connsiteX57" fmla="*/ 312085 w 878203"/>
              <a:gd name="connsiteY57" fmla="*/ 480074 h 1234725"/>
              <a:gd name="connsiteX58" fmla="*/ 684656 w 878203"/>
              <a:gd name="connsiteY58" fmla="*/ 274797 h 1234725"/>
              <a:gd name="connsiteX59" fmla="*/ 771715 w 878203"/>
              <a:gd name="connsiteY59" fmla="*/ 283846 h 1234725"/>
              <a:gd name="connsiteX60" fmla="*/ 736377 w 878203"/>
              <a:gd name="connsiteY60" fmla="*/ 364332 h 1234725"/>
              <a:gd name="connsiteX61" fmla="*/ 649414 w 878203"/>
              <a:gd name="connsiteY61" fmla="*/ 355474 h 1234725"/>
              <a:gd name="connsiteX62" fmla="*/ 541210 w 878203"/>
              <a:gd name="connsiteY62" fmla="*/ 259938 h 1234725"/>
              <a:gd name="connsiteX63" fmla="*/ 628745 w 878203"/>
              <a:gd name="connsiteY63" fmla="*/ 268987 h 1234725"/>
              <a:gd name="connsiteX64" fmla="*/ 593598 w 878203"/>
              <a:gd name="connsiteY64" fmla="*/ 349759 h 1234725"/>
              <a:gd name="connsiteX65" fmla="*/ 506158 w 878203"/>
              <a:gd name="connsiteY65" fmla="*/ 340805 h 1234725"/>
              <a:gd name="connsiteX66" fmla="*/ 397096 w 878203"/>
              <a:gd name="connsiteY66" fmla="*/ 244983 h 1234725"/>
              <a:gd name="connsiteX67" fmla="*/ 485011 w 878203"/>
              <a:gd name="connsiteY67" fmla="*/ 254127 h 1234725"/>
              <a:gd name="connsiteX68" fmla="*/ 450055 w 878203"/>
              <a:gd name="connsiteY68" fmla="*/ 335090 h 1234725"/>
              <a:gd name="connsiteX69" fmla="*/ 362139 w 878203"/>
              <a:gd name="connsiteY69" fmla="*/ 326136 h 1234725"/>
              <a:gd name="connsiteX70" fmla="*/ 737711 w 878203"/>
              <a:gd name="connsiteY70" fmla="*/ 153257 h 1234725"/>
              <a:gd name="connsiteX71" fmla="*/ 824865 w 878203"/>
              <a:gd name="connsiteY71" fmla="*/ 162496 h 1234725"/>
              <a:gd name="connsiteX72" fmla="*/ 789432 w 878203"/>
              <a:gd name="connsiteY72" fmla="*/ 243459 h 1234725"/>
              <a:gd name="connsiteX73" fmla="*/ 702278 w 878203"/>
              <a:gd name="connsiteY73" fmla="*/ 234315 h 1234725"/>
              <a:gd name="connsiteX74" fmla="*/ 594074 w 878203"/>
              <a:gd name="connsiteY74" fmla="*/ 138112 h 1234725"/>
              <a:gd name="connsiteX75" fmla="*/ 681704 w 878203"/>
              <a:gd name="connsiteY75" fmla="*/ 147351 h 1234725"/>
              <a:gd name="connsiteX76" fmla="*/ 646366 w 878203"/>
              <a:gd name="connsiteY76" fmla="*/ 228504 h 1234725"/>
              <a:gd name="connsiteX77" fmla="*/ 558831 w 878203"/>
              <a:gd name="connsiteY77" fmla="*/ 219360 h 1234725"/>
              <a:gd name="connsiteX78" fmla="*/ 449674 w 878203"/>
              <a:gd name="connsiteY78" fmla="*/ 122777 h 1234725"/>
              <a:gd name="connsiteX79" fmla="*/ 537780 w 878203"/>
              <a:gd name="connsiteY79" fmla="*/ 132111 h 1234725"/>
              <a:gd name="connsiteX80" fmla="*/ 502633 w 878203"/>
              <a:gd name="connsiteY80" fmla="*/ 213455 h 1234725"/>
              <a:gd name="connsiteX81" fmla="*/ 414622 w 878203"/>
              <a:gd name="connsiteY81" fmla="*/ 204311 h 1234725"/>
              <a:gd name="connsiteX82" fmla="*/ 790954 w 878203"/>
              <a:gd name="connsiteY82" fmla="*/ 31242 h 1234725"/>
              <a:gd name="connsiteX83" fmla="*/ 878203 w 878203"/>
              <a:gd name="connsiteY83" fmla="*/ 40672 h 1234725"/>
              <a:gd name="connsiteX84" fmla="*/ 842580 w 878203"/>
              <a:gd name="connsiteY84" fmla="*/ 122015 h 1234725"/>
              <a:gd name="connsiteX85" fmla="*/ 755331 w 878203"/>
              <a:gd name="connsiteY85" fmla="*/ 112681 h 1234725"/>
              <a:gd name="connsiteX86" fmla="*/ 647127 w 878203"/>
              <a:gd name="connsiteY86" fmla="*/ 15621 h 1234725"/>
              <a:gd name="connsiteX87" fmla="*/ 734852 w 878203"/>
              <a:gd name="connsiteY87" fmla="*/ 25146 h 1234725"/>
              <a:gd name="connsiteX88" fmla="*/ 699419 w 878203"/>
              <a:gd name="connsiteY88" fmla="*/ 106680 h 1234725"/>
              <a:gd name="connsiteX89" fmla="*/ 611694 w 878203"/>
              <a:gd name="connsiteY89" fmla="*/ 97346 h 1234725"/>
              <a:gd name="connsiteX90" fmla="*/ 502537 w 878203"/>
              <a:gd name="connsiteY90" fmla="*/ 0 h 1234725"/>
              <a:gd name="connsiteX91" fmla="*/ 590739 w 878203"/>
              <a:gd name="connsiteY91" fmla="*/ 9525 h 1234725"/>
              <a:gd name="connsiteX92" fmla="*/ 555401 w 878203"/>
              <a:gd name="connsiteY92" fmla="*/ 91345 h 1234725"/>
              <a:gd name="connsiteX93" fmla="*/ 467295 w 878203"/>
              <a:gd name="connsiteY93" fmla="*/ 82010 h 1234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</a:cxnLst>
            <a:rect l="l" t="t" r="r" b="b"/>
            <a:pathLst>
              <a:path w="878203" h="1234725">
                <a:moveTo>
                  <a:pt x="322516" y="1145095"/>
                </a:moveTo>
                <a:lnTo>
                  <a:pt x="409574" y="1154144"/>
                </a:lnTo>
                <a:lnTo>
                  <a:pt x="374236" y="1234725"/>
                </a:lnTo>
                <a:lnTo>
                  <a:pt x="287273" y="1225772"/>
                </a:lnTo>
                <a:close/>
                <a:moveTo>
                  <a:pt x="179069" y="1130332"/>
                </a:moveTo>
                <a:lnTo>
                  <a:pt x="266604" y="1139381"/>
                </a:lnTo>
                <a:lnTo>
                  <a:pt x="231456" y="1220153"/>
                </a:lnTo>
                <a:lnTo>
                  <a:pt x="144017" y="1211199"/>
                </a:lnTo>
                <a:close/>
                <a:moveTo>
                  <a:pt x="34957" y="1115377"/>
                </a:moveTo>
                <a:lnTo>
                  <a:pt x="122873" y="1124426"/>
                </a:lnTo>
                <a:lnTo>
                  <a:pt x="87916" y="1205483"/>
                </a:lnTo>
                <a:lnTo>
                  <a:pt x="0" y="1196530"/>
                </a:lnTo>
                <a:close/>
                <a:moveTo>
                  <a:pt x="375475" y="1023651"/>
                </a:moveTo>
                <a:lnTo>
                  <a:pt x="462724" y="1032890"/>
                </a:lnTo>
                <a:lnTo>
                  <a:pt x="427195" y="1113757"/>
                </a:lnTo>
                <a:lnTo>
                  <a:pt x="340137" y="1104709"/>
                </a:lnTo>
                <a:close/>
                <a:moveTo>
                  <a:pt x="231934" y="1008411"/>
                </a:moveTo>
                <a:lnTo>
                  <a:pt x="319564" y="1017745"/>
                </a:lnTo>
                <a:lnTo>
                  <a:pt x="284226" y="1098803"/>
                </a:lnTo>
                <a:lnTo>
                  <a:pt x="196691" y="1089755"/>
                </a:lnTo>
                <a:close/>
                <a:moveTo>
                  <a:pt x="87533" y="993171"/>
                </a:moveTo>
                <a:lnTo>
                  <a:pt x="175639" y="1002506"/>
                </a:lnTo>
                <a:lnTo>
                  <a:pt x="140492" y="1083849"/>
                </a:lnTo>
                <a:lnTo>
                  <a:pt x="52481" y="1074705"/>
                </a:lnTo>
                <a:close/>
                <a:moveTo>
                  <a:pt x="428815" y="901542"/>
                </a:moveTo>
                <a:lnTo>
                  <a:pt x="516064" y="910972"/>
                </a:lnTo>
                <a:lnTo>
                  <a:pt x="480440" y="992315"/>
                </a:lnTo>
                <a:lnTo>
                  <a:pt x="393191" y="983076"/>
                </a:lnTo>
                <a:close/>
                <a:moveTo>
                  <a:pt x="284987" y="886016"/>
                </a:moveTo>
                <a:lnTo>
                  <a:pt x="372712" y="895446"/>
                </a:lnTo>
                <a:lnTo>
                  <a:pt x="337184" y="977075"/>
                </a:lnTo>
                <a:lnTo>
                  <a:pt x="249554" y="967741"/>
                </a:lnTo>
                <a:close/>
                <a:moveTo>
                  <a:pt x="140397" y="870395"/>
                </a:moveTo>
                <a:lnTo>
                  <a:pt x="228598" y="879920"/>
                </a:lnTo>
                <a:lnTo>
                  <a:pt x="193260" y="961740"/>
                </a:lnTo>
                <a:lnTo>
                  <a:pt x="105154" y="952310"/>
                </a:lnTo>
                <a:close/>
                <a:moveTo>
                  <a:pt x="648890" y="515032"/>
                </a:moveTo>
                <a:lnTo>
                  <a:pt x="691181" y="519318"/>
                </a:lnTo>
                <a:lnTo>
                  <a:pt x="581358" y="775446"/>
                </a:lnTo>
                <a:lnTo>
                  <a:pt x="538876" y="770874"/>
                </a:lnTo>
                <a:close/>
                <a:moveTo>
                  <a:pt x="564951" y="505363"/>
                </a:moveTo>
                <a:lnTo>
                  <a:pt x="607051" y="509649"/>
                </a:lnTo>
                <a:lnTo>
                  <a:pt x="496847" y="765110"/>
                </a:lnTo>
                <a:lnTo>
                  <a:pt x="454556" y="760538"/>
                </a:lnTo>
                <a:close/>
                <a:moveTo>
                  <a:pt x="480726" y="496267"/>
                </a:moveTo>
                <a:lnTo>
                  <a:pt x="480821" y="496267"/>
                </a:lnTo>
                <a:lnTo>
                  <a:pt x="522731" y="500553"/>
                </a:lnTo>
                <a:lnTo>
                  <a:pt x="412146" y="755442"/>
                </a:lnTo>
                <a:lnTo>
                  <a:pt x="370046" y="750870"/>
                </a:lnTo>
                <a:close/>
                <a:moveTo>
                  <a:pt x="396501" y="487837"/>
                </a:moveTo>
                <a:lnTo>
                  <a:pt x="438221" y="492123"/>
                </a:lnTo>
                <a:lnTo>
                  <a:pt x="327350" y="746346"/>
                </a:lnTo>
                <a:lnTo>
                  <a:pt x="285440" y="741773"/>
                </a:lnTo>
                <a:close/>
                <a:moveTo>
                  <a:pt x="311990" y="479979"/>
                </a:moveTo>
                <a:lnTo>
                  <a:pt x="353615" y="484265"/>
                </a:lnTo>
                <a:lnTo>
                  <a:pt x="242362" y="737916"/>
                </a:lnTo>
                <a:lnTo>
                  <a:pt x="200643" y="733439"/>
                </a:lnTo>
                <a:lnTo>
                  <a:pt x="312085" y="480074"/>
                </a:lnTo>
                <a:close/>
                <a:moveTo>
                  <a:pt x="684656" y="274797"/>
                </a:moveTo>
                <a:lnTo>
                  <a:pt x="771715" y="283846"/>
                </a:lnTo>
                <a:lnTo>
                  <a:pt x="736377" y="364332"/>
                </a:lnTo>
                <a:lnTo>
                  <a:pt x="649414" y="355474"/>
                </a:lnTo>
                <a:close/>
                <a:moveTo>
                  <a:pt x="541210" y="259938"/>
                </a:moveTo>
                <a:lnTo>
                  <a:pt x="628745" y="268987"/>
                </a:lnTo>
                <a:lnTo>
                  <a:pt x="593598" y="349759"/>
                </a:lnTo>
                <a:lnTo>
                  <a:pt x="506158" y="340805"/>
                </a:lnTo>
                <a:close/>
                <a:moveTo>
                  <a:pt x="397096" y="244983"/>
                </a:moveTo>
                <a:lnTo>
                  <a:pt x="485011" y="254127"/>
                </a:lnTo>
                <a:lnTo>
                  <a:pt x="450055" y="335090"/>
                </a:lnTo>
                <a:lnTo>
                  <a:pt x="362139" y="326136"/>
                </a:lnTo>
                <a:close/>
                <a:moveTo>
                  <a:pt x="737711" y="153257"/>
                </a:moveTo>
                <a:lnTo>
                  <a:pt x="824865" y="162496"/>
                </a:lnTo>
                <a:lnTo>
                  <a:pt x="789432" y="243459"/>
                </a:lnTo>
                <a:lnTo>
                  <a:pt x="702278" y="234315"/>
                </a:lnTo>
                <a:close/>
                <a:moveTo>
                  <a:pt x="594074" y="138112"/>
                </a:moveTo>
                <a:lnTo>
                  <a:pt x="681704" y="147351"/>
                </a:lnTo>
                <a:lnTo>
                  <a:pt x="646366" y="228504"/>
                </a:lnTo>
                <a:lnTo>
                  <a:pt x="558831" y="219360"/>
                </a:lnTo>
                <a:close/>
                <a:moveTo>
                  <a:pt x="449674" y="122777"/>
                </a:moveTo>
                <a:lnTo>
                  <a:pt x="537780" y="132111"/>
                </a:lnTo>
                <a:lnTo>
                  <a:pt x="502633" y="213455"/>
                </a:lnTo>
                <a:lnTo>
                  <a:pt x="414622" y="204311"/>
                </a:lnTo>
                <a:close/>
                <a:moveTo>
                  <a:pt x="790954" y="31242"/>
                </a:moveTo>
                <a:lnTo>
                  <a:pt x="878203" y="40672"/>
                </a:lnTo>
                <a:lnTo>
                  <a:pt x="842580" y="122015"/>
                </a:lnTo>
                <a:lnTo>
                  <a:pt x="755331" y="112681"/>
                </a:lnTo>
                <a:close/>
                <a:moveTo>
                  <a:pt x="647127" y="15621"/>
                </a:moveTo>
                <a:lnTo>
                  <a:pt x="734852" y="25146"/>
                </a:lnTo>
                <a:lnTo>
                  <a:pt x="699419" y="106680"/>
                </a:lnTo>
                <a:lnTo>
                  <a:pt x="611694" y="97346"/>
                </a:lnTo>
                <a:close/>
                <a:moveTo>
                  <a:pt x="502537" y="0"/>
                </a:moveTo>
                <a:lnTo>
                  <a:pt x="590739" y="9525"/>
                </a:lnTo>
                <a:lnTo>
                  <a:pt x="555401" y="91345"/>
                </a:lnTo>
                <a:lnTo>
                  <a:pt x="467295" y="82010"/>
                </a:lnTo>
                <a:close/>
              </a:path>
            </a:pathLst>
          </a:custGeom>
          <a:gradFill flip="none" rotWithShape="1">
            <a:gsLst>
              <a:gs pos="1282">
                <a:schemeClr val="accent2">
                  <a:alpha val="30000"/>
                </a:schemeClr>
              </a:gs>
              <a:gs pos="42000">
                <a:schemeClr val="accent2">
                  <a:alpha val="77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/>
          </a:p>
        </p:txBody>
      </p:sp>
      <p:sp>
        <p:nvSpPr>
          <p:cNvPr id="7" name="副标题 2"/>
          <p:cNvSpPr>
            <a:spLocks noGrp="1"/>
          </p:cNvSpPr>
          <p:nvPr userDrawn="1">
            <p:ph type="body" idx="16389" hasCustomPrompt="1"/>
            <p:custDataLst>
              <p:tags r:id="rId6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lang="zh-CN" altLang="en-US" sz="2400" b="1" u="none" strike="noStrike" kern="1200" cap="all" spc="0" normalizeH="0" baseline="0" dirty="0">
                <a:ln>
                  <a:solidFill>
                    <a:schemeClr val="accent1">
                      <a:alpha val="60000"/>
                    </a:schemeClr>
                  </a:solidFill>
                </a:ln>
                <a:solidFill>
                  <a:schemeClr val="accent1">
                    <a:alpha val="50000"/>
                  </a:schemeClr>
                </a:solidFill>
                <a:uFillTx/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 userDrawn="1">
            <p:ph type="ctrTitle" idx="16388" hasCustomPrompt="1"/>
            <p:custDataLst>
              <p:tags r:id="rId6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>
                <a:gradFill>
                  <a:gsLst>
                    <a:gs pos="24000">
                      <a:schemeClr val="tx1"/>
                    </a:gs>
                    <a:gs pos="91000">
                      <a:schemeClr val="accent1"/>
                    </a:gs>
                  </a:gsLst>
                  <a:lin ang="2700000" scaled="1"/>
                </a:gra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7" Type="http://schemas.openxmlformats.org/officeDocument/2006/relationships/theme" Target="../theme/theme2.xml"/><Relationship Id="rId26" Type="http://schemas.openxmlformats.org/officeDocument/2006/relationships/tags" Target="../tags/tag221.xml"/><Relationship Id="rId25" Type="http://schemas.openxmlformats.org/officeDocument/2006/relationships/tags" Target="../tags/tag220.xml"/><Relationship Id="rId24" Type="http://schemas.openxmlformats.org/officeDocument/2006/relationships/tags" Target="../tags/tag219.xml"/><Relationship Id="rId23" Type="http://schemas.openxmlformats.org/officeDocument/2006/relationships/tags" Target="../tags/tag218.xml"/><Relationship Id="rId22" Type="http://schemas.openxmlformats.org/officeDocument/2006/relationships/tags" Target="../tags/tag217.xml"/><Relationship Id="rId21" Type="http://schemas.openxmlformats.org/officeDocument/2006/relationships/tags" Target="../tags/tag216.xml"/><Relationship Id="rId20" Type="http://schemas.openxmlformats.org/officeDocument/2006/relationships/tags" Target="../tags/tag215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214.xml"/><Relationship Id="rId18" Type="http://schemas.openxmlformats.org/officeDocument/2006/relationships/tags" Target="../tags/tag213.xml"/><Relationship Id="rId17" Type="http://schemas.openxmlformats.org/officeDocument/2006/relationships/tags" Target="../tags/tag212.xml"/><Relationship Id="rId16" Type="http://schemas.openxmlformats.org/officeDocument/2006/relationships/tags" Target="../tags/tag211.xml"/><Relationship Id="rId15" Type="http://schemas.openxmlformats.org/officeDocument/2006/relationships/tags" Target="../tags/tag210.xml"/><Relationship Id="rId14" Type="http://schemas.openxmlformats.org/officeDocument/2006/relationships/tags" Target="../tags/tag209.xml"/><Relationship Id="rId13" Type="http://schemas.openxmlformats.org/officeDocument/2006/relationships/tags" Target="../tags/tag208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13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2000">
                <a:schemeClr val="accent1">
                  <a:alpha val="0"/>
                </a:schemeClr>
              </a:gs>
              <a:gs pos="0">
                <a:schemeClr val="accent1">
                  <a:alpha val="30000"/>
                </a:schemeClr>
              </a:gs>
              <a:gs pos="72000">
                <a:schemeClr val="accent1">
                  <a:alpha val="0"/>
                </a:schemeClr>
              </a:gs>
              <a:gs pos="100000">
                <a:schemeClr val="accent1">
                  <a:alpha val="3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 userDrawn="1">
            <p:custDataLst>
              <p:tags r:id="rId15"/>
            </p:custDataLst>
          </p:nvPr>
        </p:nvSpPr>
        <p:spPr>
          <a:xfrm>
            <a:off x="1069181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平行四边形 10"/>
          <p:cNvSpPr/>
          <p:nvPr userDrawn="1">
            <p:custDataLst>
              <p:tags r:id="rId16"/>
            </p:custDataLst>
          </p:nvPr>
        </p:nvSpPr>
        <p:spPr>
          <a:xfrm>
            <a:off x="1079736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平行四边形 11"/>
          <p:cNvSpPr/>
          <p:nvPr userDrawn="1">
            <p:custDataLst>
              <p:tags r:id="rId17"/>
            </p:custDataLst>
          </p:nvPr>
        </p:nvSpPr>
        <p:spPr>
          <a:xfrm>
            <a:off x="10902913" y="836613"/>
            <a:ext cx="119893" cy="102391"/>
          </a:xfrm>
          <a:prstGeom prst="parallelogram">
            <a:avLst>
              <a:gd name="adj" fmla="val 50641"/>
            </a:avLst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 userDrawn="1">
            <p:ph type="title"/>
            <p:custDataLst>
              <p:tags r:id="rId21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/>
            <p:custDataLst>
              <p:tags r:id="rId22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8" name="任意多边形: 形状 7"/>
          <p:cNvSpPr/>
          <p:nvPr userDrawn="1">
            <p:custDataLst>
              <p:tags r:id="rId23"/>
            </p:custDataLst>
          </p:nvPr>
        </p:nvSpPr>
        <p:spPr>
          <a:xfrm>
            <a:off x="11339659" y="6005514"/>
            <a:ext cx="533974" cy="852486"/>
          </a:xfrm>
          <a:custGeom>
            <a:avLst/>
            <a:gdLst>
              <a:gd name="connsiteX0" fmla="*/ 656887 w 892935"/>
              <a:gd name="connsiteY0" fmla="*/ 0 h 1425564"/>
              <a:gd name="connsiteX1" fmla="*/ 892935 w 892935"/>
              <a:gd name="connsiteY1" fmla="*/ 0 h 1425564"/>
              <a:gd name="connsiteX2" fmla="*/ 236048 w 892935"/>
              <a:gd name="connsiteY2" fmla="*/ 1425564 h 1425564"/>
              <a:gd name="connsiteX3" fmla="*/ 0 w 892935"/>
              <a:gd name="connsiteY3" fmla="*/ 1425564 h 14255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92935" h="1425564">
                <a:moveTo>
                  <a:pt x="656887" y="0"/>
                </a:moveTo>
                <a:lnTo>
                  <a:pt x="892935" y="0"/>
                </a:lnTo>
                <a:lnTo>
                  <a:pt x="236048" y="1425564"/>
                </a:lnTo>
                <a:lnTo>
                  <a:pt x="0" y="1425564"/>
                </a:lnTo>
                <a:close/>
              </a:path>
            </a:pathLst>
          </a:custGeom>
          <a:gradFill>
            <a:gsLst>
              <a:gs pos="2000">
                <a:schemeClr val="accent1"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20" name="直接连接符 19"/>
          <p:cNvCxnSpPr/>
          <p:nvPr userDrawn="1">
            <p:custDataLst>
              <p:tags r:id="rId24"/>
            </p:custDataLst>
          </p:nvPr>
        </p:nvCxnSpPr>
        <p:spPr>
          <a:xfrm flipH="1">
            <a:off x="11755155" y="5588617"/>
            <a:ext cx="436845" cy="948003"/>
          </a:xfrm>
          <a:prstGeom prst="line">
            <a:avLst/>
          </a:prstGeom>
          <a:ln w="12700">
            <a:solidFill>
              <a:schemeClr val="accent1"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6"/>
    </p:custDataLst>
  </p:cSld>
  <p:clrMap bg1="dk1" tx1="lt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zh-CN" altLang="en-US" sz="3200" b="1" kern="1200" dirty="0">
          <a:gradFill>
            <a:gsLst>
              <a:gs pos="24000">
                <a:srgbClr val="FFFFFF"/>
              </a:gs>
              <a:gs pos="91000">
                <a:schemeClr val="accent1"/>
              </a:gs>
            </a:gsLst>
            <a:lin ang="2700000" scaled="1"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tags" Target="../tags/tag223.xml"/><Relationship Id="rId1" Type="http://schemas.openxmlformats.org/officeDocument/2006/relationships/tags" Target="../tags/tag22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4" Type="http://schemas.openxmlformats.org/officeDocument/2006/relationships/slideLayout" Target="../slideLayouts/slideLayout16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tags" Target="../tags/tag224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39.xml"/><Relationship Id="rId2" Type="http://schemas.openxmlformats.org/officeDocument/2006/relationships/tags" Target="../tags/tag238.xml"/><Relationship Id="rId1" Type="http://schemas.openxmlformats.org/officeDocument/2006/relationships/tags" Target="../tags/tag23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46.xml"/><Relationship Id="rId8" Type="http://schemas.openxmlformats.org/officeDocument/2006/relationships/image" Target="../media/image10.svg"/><Relationship Id="rId7" Type="http://schemas.openxmlformats.org/officeDocument/2006/relationships/image" Target="../media/image9.png"/><Relationship Id="rId6" Type="http://schemas.openxmlformats.org/officeDocument/2006/relationships/tags" Target="../tags/tag245.xml"/><Relationship Id="rId51" Type="http://schemas.openxmlformats.org/officeDocument/2006/relationships/slideLayout" Target="../slideLayouts/slideLayout16.xml"/><Relationship Id="rId50" Type="http://schemas.openxmlformats.org/officeDocument/2006/relationships/tags" Target="../tags/tag275.xml"/><Relationship Id="rId5" Type="http://schemas.openxmlformats.org/officeDocument/2006/relationships/tags" Target="../tags/tag244.xml"/><Relationship Id="rId49" Type="http://schemas.openxmlformats.org/officeDocument/2006/relationships/image" Target="../media/image22.svg"/><Relationship Id="rId48" Type="http://schemas.openxmlformats.org/officeDocument/2006/relationships/image" Target="../media/image21.png"/><Relationship Id="rId47" Type="http://schemas.openxmlformats.org/officeDocument/2006/relationships/tags" Target="../tags/tag274.xml"/><Relationship Id="rId46" Type="http://schemas.openxmlformats.org/officeDocument/2006/relationships/tags" Target="../tags/tag273.xml"/><Relationship Id="rId45" Type="http://schemas.openxmlformats.org/officeDocument/2006/relationships/tags" Target="../tags/tag272.xml"/><Relationship Id="rId44" Type="http://schemas.openxmlformats.org/officeDocument/2006/relationships/tags" Target="../tags/tag271.xml"/><Relationship Id="rId43" Type="http://schemas.openxmlformats.org/officeDocument/2006/relationships/image" Target="../media/image20.svg"/><Relationship Id="rId42" Type="http://schemas.openxmlformats.org/officeDocument/2006/relationships/image" Target="../media/image19.png"/><Relationship Id="rId41" Type="http://schemas.openxmlformats.org/officeDocument/2006/relationships/tags" Target="../tags/tag270.xml"/><Relationship Id="rId40" Type="http://schemas.openxmlformats.org/officeDocument/2006/relationships/tags" Target="../tags/tag269.xml"/><Relationship Id="rId4" Type="http://schemas.openxmlformats.org/officeDocument/2006/relationships/tags" Target="../tags/tag243.xml"/><Relationship Id="rId39" Type="http://schemas.openxmlformats.org/officeDocument/2006/relationships/tags" Target="../tags/tag268.xml"/><Relationship Id="rId38" Type="http://schemas.openxmlformats.org/officeDocument/2006/relationships/tags" Target="../tags/tag267.xml"/><Relationship Id="rId37" Type="http://schemas.openxmlformats.org/officeDocument/2006/relationships/tags" Target="../tags/tag266.xml"/><Relationship Id="rId36" Type="http://schemas.openxmlformats.org/officeDocument/2006/relationships/image" Target="../media/image18.svg"/><Relationship Id="rId35" Type="http://schemas.openxmlformats.org/officeDocument/2006/relationships/image" Target="../media/image17.png"/><Relationship Id="rId34" Type="http://schemas.openxmlformats.org/officeDocument/2006/relationships/tags" Target="../tags/tag265.xml"/><Relationship Id="rId33" Type="http://schemas.openxmlformats.org/officeDocument/2006/relationships/tags" Target="../tags/tag264.xml"/><Relationship Id="rId32" Type="http://schemas.openxmlformats.org/officeDocument/2006/relationships/tags" Target="../tags/tag263.xml"/><Relationship Id="rId31" Type="http://schemas.openxmlformats.org/officeDocument/2006/relationships/tags" Target="../tags/tag262.xml"/><Relationship Id="rId30" Type="http://schemas.openxmlformats.org/officeDocument/2006/relationships/tags" Target="../tags/tag261.xml"/><Relationship Id="rId3" Type="http://schemas.openxmlformats.org/officeDocument/2006/relationships/tags" Target="../tags/tag242.xml"/><Relationship Id="rId29" Type="http://schemas.openxmlformats.org/officeDocument/2006/relationships/image" Target="../media/image16.svg"/><Relationship Id="rId28" Type="http://schemas.openxmlformats.org/officeDocument/2006/relationships/image" Target="../media/image15.png"/><Relationship Id="rId27" Type="http://schemas.openxmlformats.org/officeDocument/2006/relationships/tags" Target="../tags/tag260.xml"/><Relationship Id="rId26" Type="http://schemas.openxmlformats.org/officeDocument/2006/relationships/tags" Target="../tags/tag259.xml"/><Relationship Id="rId25" Type="http://schemas.openxmlformats.org/officeDocument/2006/relationships/tags" Target="../tags/tag258.xml"/><Relationship Id="rId24" Type="http://schemas.openxmlformats.org/officeDocument/2006/relationships/tags" Target="../tags/tag257.xml"/><Relationship Id="rId23" Type="http://schemas.openxmlformats.org/officeDocument/2006/relationships/tags" Target="../tags/tag256.xml"/><Relationship Id="rId22" Type="http://schemas.openxmlformats.org/officeDocument/2006/relationships/image" Target="../media/image14.svg"/><Relationship Id="rId21" Type="http://schemas.openxmlformats.org/officeDocument/2006/relationships/image" Target="../media/image13.png"/><Relationship Id="rId20" Type="http://schemas.openxmlformats.org/officeDocument/2006/relationships/tags" Target="../tags/tag255.xml"/><Relationship Id="rId2" Type="http://schemas.openxmlformats.org/officeDocument/2006/relationships/tags" Target="../tags/tag241.xml"/><Relationship Id="rId19" Type="http://schemas.openxmlformats.org/officeDocument/2006/relationships/tags" Target="../tags/tag254.xml"/><Relationship Id="rId18" Type="http://schemas.openxmlformats.org/officeDocument/2006/relationships/tags" Target="../tags/tag253.xml"/><Relationship Id="rId17" Type="http://schemas.openxmlformats.org/officeDocument/2006/relationships/tags" Target="../tags/tag252.xml"/><Relationship Id="rId16" Type="http://schemas.openxmlformats.org/officeDocument/2006/relationships/tags" Target="../tags/tag251.xml"/><Relationship Id="rId15" Type="http://schemas.openxmlformats.org/officeDocument/2006/relationships/image" Target="../media/image12.svg"/><Relationship Id="rId14" Type="http://schemas.openxmlformats.org/officeDocument/2006/relationships/image" Target="../media/image11.png"/><Relationship Id="rId13" Type="http://schemas.openxmlformats.org/officeDocument/2006/relationships/tags" Target="../tags/tag250.xml"/><Relationship Id="rId12" Type="http://schemas.openxmlformats.org/officeDocument/2006/relationships/tags" Target="../tags/tag249.xml"/><Relationship Id="rId11" Type="http://schemas.openxmlformats.org/officeDocument/2006/relationships/tags" Target="../tags/tag248.xml"/><Relationship Id="rId10" Type="http://schemas.openxmlformats.org/officeDocument/2006/relationships/tags" Target="../tags/tag247.xml"/><Relationship Id="rId1" Type="http://schemas.openxmlformats.org/officeDocument/2006/relationships/tags" Target="../tags/tag240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6" Type="http://schemas.openxmlformats.org/officeDocument/2006/relationships/slideLayout" Target="../slideLayouts/slideLayout16.xml"/><Relationship Id="rId25" Type="http://schemas.openxmlformats.org/officeDocument/2006/relationships/hyperlink" Target="https://pypi.mirrors.ustc.edu.cn/simple" TargetMode="External"/><Relationship Id="rId24" Type="http://schemas.openxmlformats.org/officeDocument/2006/relationships/tags" Target="../tags/tag298.xml"/><Relationship Id="rId23" Type="http://schemas.openxmlformats.org/officeDocument/2006/relationships/tags" Target="../tags/tag297.xml"/><Relationship Id="rId22" Type="http://schemas.openxmlformats.org/officeDocument/2006/relationships/tags" Target="../tags/tag296.xml"/><Relationship Id="rId21" Type="http://schemas.openxmlformats.org/officeDocument/2006/relationships/tags" Target="../tags/tag295.xml"/><Relationship Id="rId20" Type="http://schemas.openxmlformats.org/officeDocument/2006/relationships/tags" Target="../tags/tag294.xml"/><Relationship Id="rId2" Type="http://schemas.openxmlformats.org/officeDocument/2006/relationships/tags" Target="../tags/tag280.xml"/><Relationship Id="rId19" Type="http://schemas.openxmlformats.org/officeDocument/2006/relationships/tags" Target="../tags/tag293.xml"/><Relationship Id="rId18" Type="http://schemas.openxmlformats.org/officeDocument/2006/relationships/tags" Target="../tags/tag292.xml"/><Relationship Id="rId17" Type="http://schemas.openxmlformats.org/officeDocument/2006/relationships/tags" Target="../tags/tag291.xml"/><Relationship Id="rId16" Type="http://schemas.openxmlformats.org/officeDocument/2006/relationships/tags" Target="../tags/tag290.xml"/><Relationship Id="rId15" Type="http://schemas.openxmlformats.org/officeDocument/2006/relationships/tags" Target="../tags/tag289.xml"/><Relationship Id="rId14" Type="http://schemas.openxmlformats.org/officeDocument/2006/relationships/tags" Target="../tags/tag288.xml"/><Relationship Id="rId13" Type="http://schemas.openxmlformats.org/officeDocument/2006/relationships/image" Target="../media/image26.svg"/><Relationship Id="rId12" Type="http://schemas.openxmlformats.org/officeDocument/2006/relationships/image" Target="../media/image25.png"/><Relationship Id="rId11" Type="http://schemas.openxmlformats.org/officeDocument/2006/relationships/tags" Target="../tags/tag287.xml"/><Relationship Id="rId10" Type="http://schemas.openxmlformats.org/officeDocument/2006/relationships/tags" Target="../tags/tag286.xml"/><Relationship Id="rId1" Type="http://schemas.openxmlformats.org/officeDocument/2006/relationships/tags" Target="../tags/tag279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05.xml"/><Relationship Id="rId8" Type="http://schemas.openxmlformats.org/officeDocument/2006/relationships/tags" Target="../tags/tag304.xml"/><Relationship Id="rId7" Type="http://schemas.openxmlformats.org/officeDocument/2006/relationships/tags" Target="../tags/tag303.xml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9" Type="http://schemas.openxmlformats.org/officeDocument/2006/relationships/slideLayout" Target="../slideLayouts/slideLayout16.xml"/><Relationship Id="rId48" Type="http://schemas.openxmlformats.org/officeDocument/2006/relationships/tags" Target="../tags/tag330.xml"/><Relationship Id="rId47" Type="http://schemas.openxmlformats.org/officeDocument/2006/relationships/image" Target="../media/image42.svg"/><Relationship Id="rId46" Type="http://schemas.openxmlformats.org/officeDocument/2006/relationships/image" Target="../media/image41.png"/><Relationship Id="rId45" Type="http://schemas.openxmlformats.org/officeDocument/2006/relationships/tags" Target="../tags/tag329.xml"/><Relationship Id="rId44" Type="http://schemas.openxmlformats.org/officeDocument/2006/relationships/tags" Target="../tags/tag328.xml"/><Relationship Id="rId43" Type="http://schemas.openxmlformats.org/officeDocument/2006/relationships/tags" Target="../tags/tag327.xml"/><Relationship Id="rId42" Type="http://schemas.openxmlformats.org/officeDocument/2006/relationships/tags" Target="../tags/tag326.xml"/><Relationship Id="rId41" Type="http://schemas.openxmlformats.org/officeDocument/2006/relationships/tags" Target="../tags/tag325.xml"/><Relationship Id="rId40" Type="http://schemas.openxmlformats.org/officeDocument/2006/relationships/image" Target="../media/image40.svg"/><Relationship Id="rId4" Type="http://schemas.openxmlformats.org/officeDocument/2006/relationships/tags" Target="../tags/tag302.xml"/><Relationship Id="rId39" Type="http://schemas.openxmlformats.org/officeDocument/2006/relationships/image" Target="../media/image39.png"/><Relationship Id="rId38" Type="http://schemas.openxmlformats.org/officeDocument/2006/relationships/tags" Target="../tags/tag324.xml"/><Relationship Id="rId37" Type="http://schemas.openxmlformats.org/officeDocument/2006/relationships/tags" Target="../tags/tag323.xml"/><Relationship Id="rId36" Type="http://schemas.openxmlformats.org/officeDocument/2006/relationships/tags" Target="../tags/tag322.xml"/><Relationship Id="rId35" Type="http://schemas.openxmlformats.org/officeDocument/2006/relationships/tags" Target="../tags/tag321.xml"/><Relationship Id="rId34" Type="http://schemas.openxmlformats.org/officeDocument/2006/relationships/image" Target="../media/image38.svg"/><Relationship Id="rId33" Type="http://schemas.openxmlformats.org/officeDocument/2006/relationships/image" Target="../media/image37.png"/><Relationship Id="rId32" Type="http://schemas.openxmlformats.org/officeDocument/2006/relationships/tags" Target="../tags/tag320.xml"/><Relationship Id="rId31" Type="http://schemas.openxmlformats.org/officeDocument/2006/relationships/tags" Target="../tags/tag319.xml"/><Relationship Id="rId30" Type="http://schemas.openxmlformats.org/officeDocument/2006/relationships/tags" Target="../tags/tag318.xml"/><Relationship Id="rId3" Type="http://schemas.openxmlformats.org/officeDocument/2006/relationships/tags" Target="../tags/tag301.xml"/><Relationship Id="rId29" Type="http://schemas.openxmlformats.org/officeDocument/2006/relationships/image" Target="../media/image36.svg"/><Relationship Id="rId28" Type="http://schemas.openxmlformats.org/officeDocument/2006/relationships/image" Target="../media/image35.png"/><Relationship Id="rId27" Type="http://schemas.openxmlformats.org/officeDocument/2006/relationships/tags" Target="../tags/tag317.xml"/><Relationship Id="rId26" Type="http://schemas.openxmlformats.org/officeDocument/2006/relationships/tags" Target="../tags/tag316.xml"/><Relationship Id="rId25" Type="http://schemas.openxmlformats.org/officeDocument/2006/relationships/tags" Target="../tags/tag315.xml"/><Relationship Id="rId24" Type="http://schemas.openxmlformats.org/officeDocument/2006/relationships/tags" Target="../tags/tag314.xml"/><Relationship Id="rId23" Type="http://schemas.openxmlformats.org/officeDocument/2006/relationships/tags" Target="../tags/tag313.xml"/><Relationship Id="rId22" Type="http://schemas.openxmlformats.org/officeDocument/2006/relationships/image" Target="../media/image34.svg"/><Relationship Id="rId21" Type="http://schemas.openxmlformats.org/officeDocument/2006/relationships/image" Target="../media/image33.png"/><Relationship Id="rId20" Type="http://schemas.openxmlformats.org/officeDocument/2006/relationships/tags" Target="../tags/tag312.xml"/><Relationship Id="rId2" Type="http://schemas.openxmlformats.org/officeDocument/2006/relationships/tags" Target="../tags/tag300.xml"/><Relationship Id="rId19" Type="http://schemas.openxmlformats.org/officeDocument/2006/relationships/tags" Target="../tags/tag311.xml"/><Relationship Id="rId18" Type="http://schemas.openxmlformats.org/officeDocument/2006/relationships/tags" Target="../tags/tag310.xml"/><Relationship Id="rId17" Type="http://schemas.openxmlformats.org/officeDocument/2006/relationships/tags" Target="../tags/tag309.xml"/><Relationship Id="rId16" Type="http://schemas.openxmlformats.org/officeDocument/2006/relationships/image" Target="../media/image32.svg"/><Relationship Id="rId15" Type="http://schemas.openxmlformats.org/officeDocument/2006/relationships/image" Target="../media/image31.png"/><Relationship Id="rId14" Type="http://schemas.openxmlformats.org/officeDocument/2006/relationships/tags" Target="../tags/tag308.xml"/><Relationship Id="rId13" Type="http://schemas.openxmlformats.org/officeDocument/2006/relationships/tags" Target="../tags/tag307.xml"/><Relationship Id="rId12" Type="http://schemas.openxmlformats.org/officeDocument/2006/relationships/tags" Target="../tags/tag306.xml"/><Relationship Id="rId11" Type="http://schemas.openxmlformats.org/officeDocument/2006/relationships/image" Target="../media/image30.svg"/><Relationship Id="rId10" Type="http://schemas.openxmlformats.org/officeDocument/2006/relationships/image" Target="../media/image29.png"/><Relationship Id="rId1" Type="http://schemas.openxmlformats.org/officeDocument/2006/relationships/tags" Target="../tags/tag299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" Type="http://schemas.openxmlformats.org/officeDocument/2006/relationships/tags" Target="../tags/tag33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0" Type="http://schemas.openxmlformats.org/officeDocument/2006/relationships/slideLayout" Target="../slideLayouts/slideLayout16.xml"/><Relationship Id="rId5" Type="http://schemas.openxmlformats.org/officeDocument/2006/relationships/tags" Target="../tags/tag338.xml"/><Relationship Id="rId49" Type="http://schemas.openxmlformats.org/officeDocument/2006/relationships/tags" Target="../tags/tag370.xml"/><Relationship Id="rId48" Type="http://schemas.openxmlformats.org/officeDocument/2006/relationships/tags" Target="../tags/tag369.xml"/><Relationship Id="rId47" Type="http://schemas.openxmlformats.org/officeDocument/2006/relationships/tags" Target="../tags/tag368.xml"/><Relationship Id="rId46" Type="http://schemas.openxmlformats.org/officeDocument/2006/relationships/tags" Target="../tags/tag367.xml"/><Relationship Id="rId45" Type="http://schemas.openxmlformats.org/officeDocument/2006/relationships/tags" Target="../tags/tag366.xml"/><Relationship Id="rId44" Type="http://schemas.openxmlformats.org/officeDocument/2006/relationships/tags" Target="../tags/tag365.xml"/><Relationship Id="rId43" Type="http://schemas.openxmlformats.org/officeDocument/2006/relationships/tags" Target="../tags/tag364.xml"/><Relationship Id="rId42" Type="http://schemas.openxmlformats.org/officeDocument/2006/relationships/tags" Target="../tags/tag363.xml"/><Relationship Id="rId41" Type="http://schemas.openxmlformats.org/officeDocument/2006/relationships/tags" Target="../tags/tag362.xml"/><Relationship Id="rId40" Type="http://schemas.openxmlformats.org/officeDocument/2006/relationships/image" Target="../media/image53.svg"/><Relationship Id="rId4" Type="http://schemas.openxmlformats.org/officeDocument/2006/relationships/tags" Target="../tags/tag337.xml"/><Relationship Id="rId39" Type="http://schemas.openxmlformats.org/officeDocument/2006/relationships/image" Target="../media/image52.png"/><Relationship Id="rId38" Type="http://schemas.openxmlformats.org/officeDocument/2006/relationships/tags" Target="../tags/tag361.xml"/><Relationship Id="rId37" Type="http://schemas.openxmlformats.org/officeDocument/2006/relationships/tags" Target="../tags/tag360.xml"/><Relationship Id="rId36" Type="http://schemas.openxmlformats.org/officeDocument/2006/relationships/tags" Target="../tags/tag359.xml"/><Relationship Id="rId35" Type="http://schemas.openxmlformats.org/officeDocument/2006/relationships/tags" Target="../tags/tag358.xml"/><Relationship Id="rId34" Type="http://schemas.openxmlformats.org/officeDocument/2006/relationships/image" Target="../media/image51.svg"/><Relationship Id="rId33" Type="http://schemas.openxmlformats.org/officeDocument/2006/relationships/image" Target="../media/image50.png"/><Relationship Id="rId32" Type="http://schemas.openxmlformats.org/officeDocument/2006/relationships/tags" Target="../tags/tag357.xml"/><Relationship Id="rId31" Type="http://schemas.openxmlformats.org/officeDocument/2006/relationships/tags" Target="../tags/tag356.xml"/><Relationship Id="rId30" Type="http://schemas.openxmlformats.org/officeDocument/2006/relationships/tags" Target="../tags/tag355.xml"/><Relationship Id="rId3" Type="http://schemas.openxmlformats.org/officeDocument/2006/relationships/tags" Target="../tags/tag336.xml"/><Relationship Id="rId29" Type="http://schemas.openxmlformats.org/officeDocument/2006/relationships/tags" Target="../tags/tag354.xml"/><Relationship Id="rId28" Type="http://schemas.openxmlformats.org/officeDocument/2006/relationships/tags" Target="../tags/tag353.xml"/><Relationship Id="rId27" Type="http://schemas.openxmlformats.org/officeDocument/2006/relationships/image" Target="../media/image49.svg"/><Relationship Id="rId26" Type="http://schemas.openxmlformats.org/officeDocument/2006/relationships/image" Target="../media/image48.png"/><Relationship Id="rId25" Type="http://schemas.openxmlformats.org/officeDocument/2006/relationships/tags" Target="../tags/tag352.xml"/><Relationship Id="rId24" Type="http://schemas.openxmlformats.org/officeDocument/2006/relationships/tags" Target="../tags/tag351.xml"/><Relationship Id="rId23" Type="http://schemas.openxmlformats.org/officeDocument/2006/relationships/tags" Target="../tags/tag350.xml"/><Relationship Id="rId22" Type="http://schemas.openxmlformats.org/officeDocument/2006/relationships/tags" Target="../tags/tag349.xml"/><Relationship Id="rId21" Type="http://schemas.openxmlformats.org/officeDocument/2006/relationships/image" Target="../media/image16.svg"/><Relationship Id="rId20" Type="http://schemas.openxmlformats.org/officeDocument/2006/relationships/image" Target="../media/image47.png"/><Relationship Id="rId2" Type="http://schemas.openxmlformats.org/officeDocument/2006/relationships/tags" Target="../tags/tag335.xml"/><Relationship Id="rId19" Type="http://schemas.openxmlformats.org/officeDocument/2006/relationships/tags" Target="../tags/tag348.xml"/><Relationship Id="rId18" Type="http://schemas.openxmlformats.org/officeDocument/2006/relationships/tags" Target="../tags/tag347.xml"/><Relationship Id="rId17" Type="http://schemas.openxmlformats.org/officeDocument/2006/relationships/tags" Target="../tags/tag346.xml"/><Relationship Id="rId16" Type="http://schemas.openxmlformats.org/officeDocument/2006/relationships/tags" Target="../tags/tag345.xml"/><Relationship Id="rId15" Type="http://schemas.openxmlformats.org/officeDocument/2006/relationships/image" Target="../media/image46.svg"/><Relationship Id="rId14" Type="http://schemas.openxmlformats.org/officeDocument/2006/relationships/image" Target="../media/image45.png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tags" Target="../tags/tag33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77.xml"/><Relationship Id="rId8" Type="http://schemas.openxmlformats.org/officeDocument/2006/relationships/tags" Target="../tags/tag376.xml"/><Relationship Id="rId7" Type="http://schemas.openxmlformats.org/officeDocument/2006/relationships/tags" Target="../tags/tag375.xml"/><Relationship Id="rId6" Type="http://schemas.openxmlformats.org/officeDocument/2006/relationships/image" Target="../media/image55.svg"/><Relationship Id="rId53" Type="http://schemas.openxmlformats.org/officeDocument/2006/relationships/slideLayout" Target="../slideLayouts/slideLayout16.xml"/><Relationship Id="rId52" Type="http://schemas.openxmlformats.org/officeDocument/2006/relationships/tags" Target="../tags/tag406.xml"/><Relationship Id="rId51" Type="http://schemas.openxmlformats.org/officeDocument/2006/relationships/tags" Target="../tags/tag405.xml"/><Relationship Id="rId50" Type="http://schemas.openxmlformats.org/officeDocument/2006/relationships/tags" Target="../tags/tag404.xml"/><Relationship Id="rId5" Type="http://schemas.openxmlformats.org/officeDocument/2006/relationships/image" Target="../media/image54.png"/><Relationship Id="rId49" Type="http://schemas.openxmlformats.org/officeDocument/2006/relationships/tags" Target="../tags/tag403.xml"/><Relationship Id="rId48" Type="http://schemas.openxmlformats.org/officeDocument/2006/relationships/image" Target="../media/image68.svg"/><Relationship Id="rId47" Type="http://schemas.openxmlformats.org/officeDocument/2006/relationships/image" Target="../media/image67.png"/><Relationship Id="rId46" Type="http://schemas.openxmlformats.org/officeDocument/2006/relationships/tags" Target="../tags/tag402.xml"/><Relationship Id="rId45" Type="http://schemas.openxmlformats.org/officeDocument/2006/relationships/tags" Target="../tags/tag401.xml"/><Relationship Id="rId44" Type="http://schemas.openxmlformats.org/officeDocument/2006/relationships/tags" Target="../tags/tag400.xml"/><Relationship Id="rId43" Type="http://schemas.openxmlformats.org/officeDocument/2006/relationships/image" Target="../media/image66.svg"/><Relationship Id="rId42" Type="http://schemas.openxmlformats.org/officeDocument/2006/relationships/image" Target="../media/image65.png"/><Relationship Id="rId41" Type="http://schemas.openxmlformats.org/officeDocument/2006/relationships/tags" Target="../tags/tag399.xml"/><Relationship Id="rId40" Type="http://schemas.openxmlformats.org/officeDocument/2006/relationships/tags" Target="../tags/tag398.xml"/><Relationship Id="rId4" Type="http://schemas.openxmlformats.org/officeDocument/2006/relationships/tags" Target="../tags/tag374.xml"/><Relationship Id="rId39" Type="http://schemas.openxmlformats.org/officeDocument/2006/relationships/tags" Target="../tags/tag397.xml"/><Relationship Id="rId38" Type="http://schemas.openxmlformats.org/officeDocument/2006/relationships/image" Target="../media/image64.svg"/><Relationship Id="rId37" Type="http://schemas.openxmlformats.org/officeDocument/2006/relationships/image" Target="../media/image63.png"/><Relationship Id="rId36" Type="http://schemas.openxmlformats.org/officeDocument/2006/relationships/tags" Target="../tags/tag396.xml"/><Relationship Id="rId35" Type="http://schemas.openxmlformats.org/officeDocument/2006/relationships/tags" Target="../tags/tag395.xml"/><Relationship Id="rId34" Type="http://schemas.openxmlformats.org/officeDocument/2006/relationships/tags" Target="../tags/tag394.xml"/><Relationship Id="rId33" Type="http://schemas.openxmlformats.org/officeDocument/2006/relationships/image" Target="../media/image62.svg"/><Relationship Id="rId32" Type="http://schemas.openxmlformats.org/officeDocument/2006/relationships/image" Target="../media/image61.png"/><Relationship Id="rId31" Type="http://schemas.openxmlformats.org/officeDocument/2006/relationships/tags" Target="../tags/tag393.xml"/><Relationship Id="rId30" Type="http://schemas.openxmlformats.org/officeDocument/2006/relationships/tags" Target="../tags/tag392.xml"/><Relationship Id="rId3" Type="http://schemas.openxmlformats.org/officeDocument/2006/relationships/tags" Target="../tags/tag373.xml"/><Relationship Id="rId29" Type="http://schemas.openxmlformats.org/officeDocument/2006/relationships/tags" Target="../tags/tag391.xml"/><Relationship Id="rId28" Type="http://schemas.openxmlformats.org/officeDocument/2006/relationships/image" Target="../media/image60.svg"/><Relationship Id="rId27" Type="http://schemas.openxmlformats.org/officeDocument/2006/relationships/image" Target="../media/image59.png"/><Relationship Id="rId26" Type="http://schemas.openxmlformats.org/officeDocument/2006/relationships/tags" Target="../tags/tag390.xml"/><Relationship Id="rId25" Type="http://schemas.openxmlformats.org/officeDocument/2006/relationships/tags" Target="../tags/tag389.xml"/><Relationship Id="rId24" Type="http://schemas.openxmlformats.org/officeDocument/2006/relationships/tags" Target="../tags/tag388.xml"/><Relationship Id="rId23" Type="http://schemas.openxmlformats.org/officeDocument/2006/relationships/tags" Target="../tags/tag387.xml"/><Relationship Id="rId22" Type="http://schemas.openxmlformats.org/officeDocument/2006/relationships/tags" Target="../tags/tag386.xml"/><Relationship Id="rId21" Type="http://schemas.openxmlformats.org/officeDocument/2006/relationships/tags" Target="../tags/tag385.xml"/><Relationship Id="rId20" Type="http://schemas.openxmlformats.org/officeDocument/2006/relationships/image" Target="../media/image58.svg"/><Relationship Id="rId2" Type="http://schemas.openxmlformats.org/officeDocument/2006/relationships/tags" Target="../tags/tag372.xml"/><Relationship Id="rId19" Type="http://schemas.openxmlformats.org/officeDocument/2006/relationships/image" Target="../media/image57.png"/><Relationship Id="rId18" Type="http://schemas.openxmlformats.org/officeDocument/2006/relationships/tags" Target="../tags/tag384.xml"/><Relationship Id="rId17" Type="http://schemas.openxmlformats.org/officeDocument/2006/relationships/tags" Target="../tags/tag383.xml"/><Relationship Id="rId16" Type="http://schemas.openxmlformats.org/officeDocument/2006/relationships/tags" Target="../tags/tag382.xml"/><Relationship Id="rId15" Type="http://schemas.openxmlformats.org/officeDocument/2006/relationships/tags" Target="../tags/tag381.xml"/><Relationship Id="rId14" Type="http://schemas.openxmlformats.org/officeDocument/2006/relationships/tags" Target="../tags/tag380.xml"/><Relationship Id="rId13" Type="http://schemas.openxmlformats.org/officeDocument/2006/relationships/image" Target="../media/image12.svg"/><Relationship Id="rId12" Type="http://schemas.openxmlformats.org/officeDocument/2006/relationships/image" Target="../media/image56.png"/><Relationship Id="rId11" Type="http://schemas.openxmlformats.org/officeDocument/2006/relationships/tags" Target="../tags/tag379.xml"/><Relationship Id="rId10" Type="http://schemas.openxmlformats.org/officeDocument/2006/relationships/tags" Target="../tags/tag378.xml"/><Relationship Id="rId1" Type="http://schemas.openxmlformats.org/officeDocument/2006/relationships/tags" Target="../tags/tag37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409.xml"/><Relationship Id="rId2" Type="http://schemas.openxmlformats.org/officeDocument/2006/relationships/tags" Target="../tags/tag408.xml"/><Relationship Id="rId1" Type="http://schemas.openxmlformats.org/officeDocument/2006/relationships/tags" Target="../tags/tag4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1"/>
            </p:custDataLst>
          </p:nvPr>
        </p:nvSpPr>
        <p:spPr>
          <a:xfrm>
            <a:off x="1873885" y="2418080"/>
            <a:ext cx="6352646" cy="2540000"/>
          </a:xfrm>
        </p:spPr>
        <p:txBody>
          <a:bodyPr>
            <a:normAutofit/>
          </a:bodyPr>
          <a:p>
            <a:r>
              <a:rPr lang="zh-CN" altLang="en-US"/>
              <a:t>Langflow应用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53075" y="457200"/>
            <a:ext cx="1085850" cy="476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285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85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69024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40 w 8355"/>
              <a:gd name="p0y0" fmla="*/ 0 h 2595"/>
              <a:gd name="p0x1" fmla="*/ 8115 w 8355"/>
              <a:gd name="p0y1" fmla="*/ 0 h 2595"/>
              <a:gd name="p0x2" fmla="*/ 8247 w 8355"/>
              <a:gd name="p0y2" fmla="*/ 0 h 2595"/>
              <a:gd name="p0x3" fmla="*/ 8355 w 8355"/>
              <a:gd name="p0y3" fmla="*/ 107 h 2595"/>
              <a:gd name="p0x4" fmla="*/ 8355 w 8355"/>
              <a:gd name="p0y4" fmla="*/ 240 h 2595"/>
              <a:gd name="p0x5" fmla="*/ 8355 w 8355"/>
              <a:gd name="p0y5" fmla="*/ 2355 h 2595"/>
              <a:gd name="p0x6" fmla="*/ 8355 w 8355"/>
              <a:gd name="p0y6" fmla="*/ 2487 h 2595"/>
              <a:gd name="p0x7" fmla="*/ 8247 w 8355"/>
              <a:gd name="p0y7" fmla="*/ 2595 h 2595"/>
              <a:gd name="p0x8" fmla="*/ 8115 w 8355"/>
              <a:gd name="p0y8" fmla="*/ 2595 h 2595"/>
              <a:gd name="p0x9" fmla="*/ 240 w 8355"/>
              <a:gd name="p0y9" fmla="*/ 2595 h 2595"/>
              <a:gd name="p0x10" fmla="*/ 107 w 8355"/>
              <a:gd name="p0y10" fmla="*/ 2595 h 2595"/>
              <a:gd name="p0x11" fmla="*/ 0 w 8355"/>
              <a:gd name="p0y11" fmla="*/ 2487 h 2595"/>
              <a:gd name="p0x12" fmla="*/ 0 w 8355"/>
              <a:gd name="p0y12" fmla="*/ 2355 h 2595"/>
              <a:gd name="p0x13" fmla="*/ 0 w 8355"/>
              <a:gd name="p0y13" fmla="*/ 240 h 2595"/>
              <a:gd name="p0x14" fmla="*/ 0 w 8355"/>
              <a:gd name="p0y14" fmla="*/ 107 h 2595"/>
              <a:gd name="p0x15" fmla="*/ 107 w 8355"/>
              <a:gd name="p0y15" fmla="*/ 0 h 2595"/>
              <a:gd name="p0x16" fmla="*/ 24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96202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19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96202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lang="en-US" sz="16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Langflow</a:t>
            </a:r>
            <a:r>
              <a:rPr lang="zh-CN" sz="16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介绍</a:t>
            </a:r>
            <a:endParaRPr lang="zh-CN" sz="165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6195695" y="17951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40 w 8355"/>
              <a:gd name="p0y0" fmla="*/ 0 h 2595"/>
              <a:gd name="p0x1" fmla="*/ 8115 w 8355"/>
              <a:gd name="p0y1" fmla="*/ 0 h 2595"/>
              <a:gd name="p0x2" fmla="*/ 8247 w 8355"/>
              <a:gd name="p0y2" fmla="*/ 0 h 2595"/>
              <a:gd name="p0x3" fmla="*/ 8355 w 8355"/>
              <a:gd name="p0y3" fmla="*/ 107 h 2595"/>
              <a:gd name="p0x4" fmla="*/ 8355 w 8355"/>
              <a:gd name="p0y4" fmla="*/ 240 h 2595"/>
              <a:gd name="p0x5" fmla="*/ 8355 w 8355"/>
              <a:gd name="p0y5" fmla="*/ 2355 h 2595"/>
              <a:gd name="p0x6" fmla="*/ 8355 w 8355"/>
              <a:gd name="p0y6" fmla="*/ 2487 h 2595"/>
              <a:gd name="p0x7" fmla="*/ 8247 w 8355"/>
              <a:gd name="p0y7" fmla="*/ 2595 h 2595"/>
              <a:gd name="p0x8" fmla="*/ 8115 w 8355"/>
              <a:gd name="p0y8" fmla="*/ 2595 h 2595"/>
              <a:gd name="p0x9" fmla="*/ 240 w 8355"/>
              <a:gd name="p0y9" fmla="*/ 2595 h 2595"/>
              <a:gd name="p0x10" fmla="*/ 107 w 8355"/>
              <a:gd name="p0y10" fmla="*/ 2595 h 2595"/>
              <a:gd name="p0x11" fmla="*/ 0 w 8355"/>
              <a:gd name="p0y11" fmla="*/ 2487 h 2595"/>
              <a:gd name="p0x12" fmla="*/ 0 w 8355"/>
              <a:gd name="p0y12" fmla="*/ 2355 h 2595"/>
              <a:gd name="p0x13" fmla="*/ 0 w 8355"/>
              <a:gd name="p0y13" fmla="*/ 240 h 2595"/>
              <a:gd name="p0x14" fmla="*/ 0 w 8355"/>
              <a:gd name="p0y14" fmla="*/ 107 h 2595"/>
              <a:gd name="p0x15" fmla="*/ 107 w 8355"/>
              <a:gd name="p0y15" fmla="*/ 0 h 2595"/>
              <a:gd name="p0x16" fmla="*/ 24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6467475" y="26384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19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467475" y="27641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安装与基础配置</a:t>
            </a:r>
            <a:endParaRPr sz="165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8"/>
            </p:custDataLst>
          </p:nvPr>
        </p:nvSpPr>
        <p:spPr>
          <a:xfrm>
            <a:off x="690245" y="4195445"/>
            <a:ext cx="5305425" cy="1647825"/>
          </a:xfrm>
          <a:custGeom>
            <a:avLst/>
            <a:gdLst>
              <a:gd name="sw" fmla="*/ 1 w 8355"/>
              <a:gd name="sh" fmla="*/ 1 h 2595"/>
              <a:gd name="mins" fmla="min sw sh"/>
              <a:gd name="dsw" fmla="+- 0 sw mins"/>
              <a:gd name="dsh" fmla="+- 0 sh mins"/>
              <a:gd name="p0x0" fmla="*/ 240 w 8355"/>
              <a:gd name="p0y0" fmla="*/ 0 h 2595"/>
              <a:gd name="p0x1" fmla="*/ 8115 w 8355"/>
              <a:gd name="p0y1" fmla="*/ 0 h 2595"/>
              <a:gd name="p0x2" fmla="*/ 8247 w 8355"/>
              <a:gd name="p0y2" fmla="*/ 0 h 2595"/>
              <a:gd name="p0x3" fmla="*/ 8355 w 8355"/>
              <a:gd name="p0y3" fmla="*/ 107 h 2595"/>
              <a:gd name="p0x4" fmla="*/ 8355 w 8355"/>
              <a:gd name="p0y4" fmla="*/ 240 h 2595"/>
              <a:gd name="p0x5" fmla="*/ 8355 w 8355"/>
              <a:gd name="p0y5" fmla="*/ 2355 h 2595"/>
              <a:gd name="p0x6" fmla="*/ 8355 w 8355"/>
              <a:gd name="p0y6" fmla="*/ 2487 h 2595"/>
              <a:gd name="p0x7" fmla="*/ 8247 w 8355"/>
              <a:gd name="p0y7" fmla="*/ 2595 h 2595"/>
              <a:gd name="p0x8" fmla="*/ 8115 w 8355"/>
              <a:gd name="p0y8" fmla="*/ 2595 h 2595"/>
              <a:gd name="p0x9" fmla="*/ 240 w 8355"/>
              <a:gd name="p0y9" fmla="*/ 2595 h 2595"/>
              <a:gd name="p0x10" fmla="*/ 107 w 8355"/>
              <a:gd name="p0y10" fmla="*/ 2595 h 2595"/>
              <a:gd name="p0x11" fmla="*/ 0 w 8355"/>
              <a:gd name="p0y11" fmla="*/ 2487 h 2595"/>
              <a:gd name="p0x12" fmla="*/ 0 w 8355"/>
              <a:gd name="p0y12" fmla="*/ 2355 h 2595"/>
              <a:gd name="p0x13" fmla="*/ 0 w 8355"/>
              <a:gd name="p0y13" fmla="*/ 240 h 2595"/>
              <a:gd name="p0x14" fmla="*/ 0 w 8355"/>
              <a:gd name="p0y14" fmla="*/ 107 h 2595"/>
              <a:gd name="p0x15" fmla="*/ 107 w 8355"/>
              <a:gd name="p0y15" fmla="*/ 0 h 2595"/>
              <a:gd name="p0x16" fmla="*/ 240 w 8355"/>
              <a:gd name="p0y16" fmla="*/ 0 h 25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962025" y="5038725"/>
            <a:ext cx="304800" cy="28575"/>
          </a:xfrm>
          <a:custGeom>
            <a:avLst/>
            <a:gdLst>
              <a:gd name="sw" fmla="*/ 1 w 480"/>
              <a:gd name="sh" fmla="*/ 1 h 45"/>
              <a:gd name="mins" fmla="min sw sh"/>
              <a:gd name="dsw" fmla="+- 0 sw mins"/>
              <a:gd name="dsh" fmla="+- 0 sh mins"/>
              <a:gd name="p0x0" fmla="*/ 22 w 480"/>
              <a:gd name="p0y0" fmla="*/ 0 h 45"/>
              <a:gd name="p0x1" fmla="*/ 457 w 480"/>
              <a:gd name="p0y1" fmla="*/ 0 h 45"/>
              <a:gd name="p0x2" fmla="*/ 469 w 480"/>
              <a:gd name="p0y2" fmla="*/ 0 h 45"/>
              <a:gd name="p0x3" fmla="*/ 480 w 480"/>
              <a:gd name="p0y3" fmla="*/ 10 h 45"/>
              <a:gd name="p0x4" fmla="*/ 480 w 480"/>
              <a:gd name="p0y4" fmla="*/ 22 h 45"/>
              <a:gd name="p0x5" fmla="*/ 480 w 480"/>
              <a:gd name="p0y5" fmla="*/ 34 h 45"/>
              <a:gd name="p0x6" fmla="*/ 469 w 480"/>
              <a:gd name="p0y6" fmla="*/ 45 h 45"/>
              <a:gd name="p0x7" fmla="*/ 457 w 480"/>
              <a:gd name="p0y7" fmla="*/ 45 h 45"/>
              <a:gd name="p0x8" fmla="*/ 22 w 480"/>
              <a:gd name="p0y8" fmla="*/ 45 h 45"/>
              <a:gd name="p0x9" fmla="*/ 10 w 480"/>
              <a:gd name="p0y9" fmla="*/ 45 h 45"/>
              <a:gd name="p0x10" fmla="*/ 0 w 480"/>
              <a:gd name="p0y10" fmla="*/ 34 h 45"/>
              <a:gd name="p0x11" fmla="*/ 0 w 480"/>
              <a:gd name="p0y11" fmla="*/ 22 h 45"/>
              <a:gd name="p0x12" fmla="*/ 0 w 480"/>
              <a:gd name="p0y12" fmla="*/ 10 h 45"/>
              <a:gd name="p0x13" fmla="*/ 10 w 480"/>
              <a:gd name="p0y13" fmla="*/ 0 h 45"/>
              <a:gd name="p0x14" fmla="*/ 22 w 48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19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962025" y="5164455"/>
            <a:ext cx="4762500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25000"/>
              </a:lnSpc>
            </a:pPr>
            <a:r>
              <a:rPr sz="16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应用案例</a:t>
            </a:r>
            <a:endParaRPr sz="165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96202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6196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000" b="1">
              <a:solidFill>
                <a:srgbClr val="6196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6467475" y="21193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6196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000" b="1">
              <a:solidFill>
                <a:srgbClr val="6196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62025" y="4519613"/>
            <a:ext cx="4762500" cy="4238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000" b="1">
                <a:solidFill>
                  <a:srgbClr val="6196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000" b="1">
              <a:solidFill>
                <a:srgbClr val="6196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Langflow介绍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Langflow</a:t>
            </a:r>
            <a:r>
              <a:rPr lang="zh-CN" sz="30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核心定位</a:t>
            </a:r>
            <a:endParaRPr lang="zh-CN" sz="30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247775"/>
          </a:xfrm>
          <a:custGeom>
            <a:avLst/>
            <a:gdLst>
              <a:gd name="sw" fmla="*/ 1 w 17385"/>
              <a:gd name="sh" fmla="*/ 1 h 1965"/>
              <a:gd name="mins" fmla="min sw sh"/>
              <a:gd name="dsw" fmla="+- 0 sw mins"/>
              <a:gd name="dsh" fmla="+- 0 sh mins"/>
              <a:gd name="p0x0" fmla="*/ 120 w 17385"/>
              <a:gd name="p0y0" fmla="*/ 0 h 1965"/>
              <a:gd name="p0x1" fmla="*/ 17265 w 17385"/>
              <a:gd name="p0y1" fmla="*/ 0 h 1965"/>
              <a:gd name="p0x2" fmla="*/ 17331 w 17385"/>
              <a:gd name="p0y2" fmla="*/ 0 h 1965"/>
              <a:gd name="p0x3" fmla="*/ 17385 w 17385"/>
              <a:gd name="p0y3" fmla="*/ 53 h 1965"/>
              <a:gd name="p0x4" fmla="*/ 17385 w 17385"/>
              <a:gd name="p0y4" fmla="*/ 120 h 1965"/>
              <a:gd name="p0x5" fmla="*/ 17385 w 17385"/>
              <a:gd name="p0y5" fmla="*/ 1845 h 1965"/>
              <a:gd name="p0x6" fmla="*/ 17385 w 17385"/>
              <a:gd name="p0y6" fmla="*/ 1911 h 1965"/>
              <a:gd name="p0x7" fmla="*/ 17331 w 17385"/>
              <a:gd name="p0y7" fmla="*/ 1965 h 1965"/>
              <a:gd name="p0x8" fmla="*/ 17265 w 17385"/>
              <a:gd name="p0y8" fmla="*/ 1965 h 1965"/>
              <a:gd name="p0x9" fmla="*/ 120 w 17385"/>
              <a:gd name="p0y9" fmla="*/ 1965 h 1965"/>
              <a:gd name="p0x10" fmla="*/ 53 w 17385"/>
              <a:gd name="p0y10" fmla="*/ 1965 h 1965"/>
              <a:gd name="p0x11" fmla="*/ 0 w 17385"/>
              <a:gd name="p0y11" fmla="*/ 1911 h 1965"/>
              <a:gd name="p0x12" fmla="*/ 0 w 17385"/>
              <a:gd name="p0y12" fmla="*/ 1845 h 1965"/>
              <a:gd name="p0x13" fmla="*/ 0 w 17385"/>
              <a:gd name="p0y13" fmla="*/ 120 h 1965"/>
              <a:gd name="p0x14" fmla="*/ 0 w 17385"/>
              <a:gd name="p0y14" fmla="*/ 53 h 1965"/>
              <a:gd name="p0x15" fmla="*/ 53 w 17385"/>
              <a:gd name="p0y15" fmla="*/ 0 h 1965"/>
              <a:gd name="p0x16" fmla="*/ 120 w 17385"/>
              <a:gd name="p0y16" fmla="*/ 0 h 19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3055963" y="1471613"/>
            <a:ext cx="6079998" cy="5191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低代码、可视化的</a:t>
            </a:r>
            <a:r>
              <a:rPr lang="en-US" altLang="zh-CN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应用构建工具</a:t>
            </a:r>
            <a:endParaRPr lang="zh-CN" altLang="en-US"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557145"/>
            <a:ext cx="2047875" cy="2981325"/>
          </a:xfrm>
          <a:custGeom>
            <a:avLst/>
            <a:gdLst>
              <a:gd name="sw" fmla="*/ 1 w 3225"/>
              <a:gd name="sh" fmla="*/ 1 h 4695"/>
              <a:gd name="mins" fmla="min sw sh"/>
              <a:gd name="dsw" fmla="+- 0 sw mins"/>
              <a:gd name="dsh" fmla="+- 0 sh mins"/>
              <a:gd name="p0x0" fmla="*/ 120 w 3225"/>
              <a:gd name="p0y0" fmla="*/ 0 h 4695"/>
              <a:gd name="p0x1" fmla="*/ 3105 w 3225"/>
              <a:gd name="p0y1" fmla="*/ 0 h 4695"/>
              <a:gd name="p0x2" fmla="*/ 3171 w 3225"/>
              <a:gd name="p0y2" fmla="*/ 0 h 4695"/>
              <a:gd name="p0x3" fmla="*/ 3225 w 3225"/>
              <a:gd name="p0y3" fmla="*/ 53 h 4695"/>
              <a:gd name="p0x4" fmla="*/ 3225 w 3225"/>
              <a:gd name="p0y4" fmla="*/ 120 h 4695"/>
              <a:gd name="p0x5" fmla="*/ 3225 w 3225"/>
              <a:gd name="p0y5" fmla="*/ 4575 h 4695"/>
              <a:gd name="p0x6" fmla="*/ 3225 w 3225"/>
              <a:gd name="p0y6" fmla="*/ 4641 h 4695"/>
              <a:gd name="p0x7" fmla="*/ 3171 w 3225"/>
              <a:gd name="p0y7" fmla="*/ 4695 h 4695"/>
              <a:gd name="p0x8" fmla="*/ 3105 w 3225"/>
              <a:gd name="p0y8" fmla="*/ 4695 h 4695"/>
              <a:gd name="p0x9" fmla="*/ 120 w 3225"/>
              <a:gd name="p0y9" fmla="*/ 4695 h 4695"/>
              <a:gd name="p0x10" fmla="*/ 53 w 3225"/>
              <a:gd name="p0y10" fmla="*/ 4695 h 4695"/>
              <a:gd name="p0x11" fmla="*/ 0 w 3225"/>
              <a:gd name="p0y11" fmla="*/ 4641 h 4695"/>
              <a:gd name="p0x12" fmla="*/ 0 w 3225"/>
              <a:gd name="p0y12" fmla="*/ 4575 h 4695"/>
              <a:gd name="p0x13" fmla="*/ 0 w 3225"/>
              <a:gd name="p0y13" fmla="*/ 120 h 4695"/>
              <a:gd name="p0x14" fmla="*/ 0 w 3225"/>
              <a:gd name="p0y14" fmla="*/ 53 h 4695"/>
              <a:gd name="p0x15" fmla="*/ 53 w 3225"/>
              <a:gd name="p0y15" fmla="*/ 0 h 4695"/>
              <a:gd name="p0x16" fmla="*/ 120 w 3225"/>
              <a:gd name="p0y16" fmla="*/ 0 h 46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27527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857250" y="2833370"/>
            <a:ext cx="247650" cy="2527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771525" y="3270885"/>
            <a:ext cx="1657350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可视化工作流配置界面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771525" y="3994785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组件接口颜色标识对接关系，上下游关联一目了然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2823845" y="2557145"/>
            <a:ext cx="2047875" cy="2981325"/>
          </a:xfrm>
          <a:custGeom>
            <a:avLst/>
            <a:gdLst>
              <a:gd name="sw" fmla="*/ 1 w 3225"/>
              <a:gd name="sh" fmla="*/ 1 h 4695"/>
              <a:gd name="mins" fmla="min sw sh"/>
              <a:gd name="dsw" fmla="+- 0 sw mins"/>
              <a:gd name="dsh" fmla="+- 0 sh mins"/>
              <a:gd name="p0x0" fmla="*/ 120 w 3225"/>
              <a:gd name="p0y0" fmla="*/ 0 h 4695"/>
              <a:gd name="p0x1" fmla="*/ 3105 w 3225"/>
              <a:gd name="p0y1" fmla="*/ 0 h 4695"/>
              <a:gd name="p0x2" fmla="*/ 3171 w 3225"/>
              <a:gd name="p0y2" fmla="*/ 0 h 4695"/>
              <a:gd name="p0x3" fmla="*/ 3225 w 3225"/>
              <a:gd name="p0y3" fmla="*/ 53 h 4695"/>
              <a:gd name="p0x4" fmla="*/ 3225 w 3225"/>
              <a:gd name="p0y4" fmla="*/ 120 h 4695"/>
              <a:gd name="p0x5" fmla="*/ 3225 w 3225"/>
              <a:gd name="p0y5" fmla="*/ 4575 h 4695"/>
              <a:gd name="p0x6" fmla="*/ 3225 w 3225"/>
              <a:gd name="p0y6" fmla="*/ 4641 h 4695"/>
              <a:gd name="p0x7" fmla="*/ 3171 w 3225"/>
              <a:gd name="p0y7" fmla="*/ 4695 h 4695"/>
              <a:gd name="p0x8" fmla="*/ 3105 w 3225"/>
              <a:gd name="p0y8" fmla="*/ 4695 h 4695"/>
              <a:gd name="p0x9" fmla="*/ 120 w 3225"/>
              <a:gd name="p0y9" fmla="*/ 4695 h 4695"/>
              <a:gd name="p0x10" fmla="*/ 53 w 3225"/>
              <a:gd name="p0y10" fmla="*/ 4695 h 4695"/>
              <a:gd name="p0x11" fmla="*/ 0 w 3225"/>
              <a:gd name="p0y11" fmla="*/ 4641 h 4695"/>
              <a:gd name="p0x12" fmla="*/ 0 w 3225"/>
              <a:gd name="p0y12" fmla="*/ 4575 h 4695"/>
              <a:gd name="p0x13" fmla="*/ 0 w 3225"/>
              <a:gd name="p0y13" fmla="*/ 120 h 4695"/>
              <a:gd name="p0x14" fmla="*/ 0 w 3225"/>
              <a:gd name="p0y14" fmla="*/ 53 h 4695"/>
              <a:gd name="p0x15" fmla="*/ 53 w 3225"/>
              <a:gd name="p0y15" fmla="*/ 0 h 4695"/>
              <a:gd name="p0x16" fmla="*/ 120 w 3225"/>
              <a:gd name="p0y16" fmla="*/ 0 h 46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3019425" y="27527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3088005" y="2833370"/>
            <a:ext cx="281305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3019425" y="3270885"/>
            <a:ext cx="18288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源代码访问功能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3019425" y="3709035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直接查看</a:t>
            </a:r>
            <a:r>
              <a:rPr lang="en-US" altLang="zh-CN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</a:t>
            </a:r>
            <a:r>
              <a:rPr lang="zh-CN" altLang="en-US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源码，便于排错和灵活修改</a:t>
            </a:r>
            <a:endParaRPr lang="zh-CN" altLang="en-US"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5071745" y="2557145"/>
            <a:ext cx="2047875" cy="2981325"/>
          </a:xfrm>
          <a:custGeom>
            <a:avLst/>
            <a:gdLst>
              <a:gd name="sw" fmla="*/ 1 w 3225"/>
              <a:gd name="sh" fmla="*/ 1 h 4695"/>
              <a:gd name="mins" fmla="min sw sh"/>
              <a:gd name="dsw" fmla="+- 0 sw mins"/>
              <a:gd name="dsh" fmla="+- 0 sh mins"/>
              <a:gd name="p0x0" fmla="*/ 120 w 3225"/>
              <a:gd name="p0y0" fmla="*/ 0 h 4695"/>
              <a:gd name="p0x1" fmla="*/ 3105 w 3225"/>
              <a:gd name="p0y1" fmla="*/ 0 h 4695"/>
              <a:gd name="p0x2" fmla="*/ 3171 w 3225"/>
              <a:gd name="p0y2" fmla="*/ 0 h 4695"/>
              <a:gd name="p0x3" fmla="*/ 3225 w 3225"/>
              <a:gd name="p0y3" fmla="*/ 53 h 4695"/>
              <a:gd name="p0x4" fmla="*/ 3225 w 3225"/>
              <a:gd name="p0y4" fmla="*/ 120 h 4695"/>
              <a:gd name="p0x5" fmla="*/ 3225 w 3225"/>
              <a:gd name="p0y5" fmla="*/ 4575 h 4695"/>
              <a:gd name="p0x6" fmla="*/ 3225 w 3225"/>
              <a:gd name="p0y6" fmla="*/ 4641 h 4695"/>
              <a:gd name="p0x7" fmla="*/ 3171 w 3225"/>
              <a:gd name="p0y7" fmla="*/ 4695 h 4695"/>
              <a:gd name="p0x8" fmla="*/ 3105 w 3225"/>
              <a:gd name="p0y8" fmla="*/ 4695 h 4695"/>
              <a:gd name="p0x9" fmla="*/ 120 w 3225"/>
              <a:gd name="p0y9" fmla="*/ 4695 h 4695"/>
              <a:gd name="p0x10" fmla="*/ 53 w 3225"/>
              <a:gd name="p0y10" fmla="*/ 4695 h 4695"/>
              <a:gd name="p0x11" fmla="*/ 0 w 3225"/>
              <a:gd name="p0y11" fmla="*/ 4641 h 4695"/>
              <a:gd name="p0x12" fmla="*/ 0 w 3225"/>
              <a:gd name="p0y12" fmla="*/ 4575 h 4695"/>
              <a:gd name="p0x13" fmla="*/ 0 w 3225"/>
              <a:gd name="p0y13" fmla="*/ 120 h 4695"/>
              <a:gd name="p0x14" fmla="*/ 0 w 3225"/>
              <a:gd name="p0y14" fmla="*/ 53 h 4695"/>
              <a:gd name="p0x15" fmla="*/ 53 w 3225"/>
              <a:gd name="p0y15" fmla="*/ 0 h 4695"/>
              <a:gd name="p0x16" fmla="*/ 120 w 3225"/>
              <a:gd name="p0y16" fmla="*/ 0 h 46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5267325" y="27527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738" t="-3067" r="-2738" b="-3067"/>
          <a:stretch>
            <a:fillRect/>
          </a:stretch>
        </p:blipFill>
        <p:spPr>
          <a:xfrm>
            <a:off x="5335905" y="2833370"/>
            <a:ext cx="281305" cy="25273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5267325" y="3270885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交互式调试区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5267325" y="3709035"/>
            <a:ext cx="16573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即时测试工作流，支持逐步控制操作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7319645" y="2557145"/>
            <a:ext cx="2047875" cy="2981325"/>
          </a:xfrm>
          <a:custGeom>
            <a:avLst/>
            <a:gdLst>
              <a:gd name="sw" fmla="*/ 1 w 3225"/>
              <a:gd name="sh" fmla="*/ 1 h 4695"/>
              <a:gd name="mins" fmla="min sw sh"/>
              <a:gd name="dsw" fmla="+- 0 sw mins"/>
              <a:gd name="dsh" fmla="+- 0 sh mins"/>
              <a:gd name="p0x0" fmla="*/ 120 w 3225"/>
              <a:gd name="p0y0" fmla="*/ 0 h 4695"/>
              <a:gd name="p0x1" fmla="*/ 3105 w 3225"/>
              <a:gd name="p0y1" fmla="*/ 0 h 4695"/>
              <a:gd name="p0x2" fmla="*/ 3171 w 3225"/>
              <a:gd name="p0y2" fmla="*/ 0 h 4695"/>
              <a:gd name="p0x3" fmla="*/ 3225 w 3225"/>
              <a:gd name="p0y3" fmla="*/ 53 h 4695"/>
              <a:gd name="p0x4" fmla="*/ 3225 w 3225"/>
              <a:gd name="p0y4" fmla="*/ 120 h 4695"/>
              <a:gd name="p0x5" fmla="*/ 3225 w 3225"/>
              <a:gd name="p0y5" fmla="*/ 4575 h 4695"/>
              <a:gd name="p0x6" fmla="*/ 3225 w 3225"/>
              <a:gd name="p0y6" fmla="*/ 4641 h 4695"/>
              <a:gd name="p0x7" fmla="*/ 3171 w 3225"/>
              <a:gd name="p0y7" fmla="*/ 4695 h 4695"/>
              <a:gd name="p0x8" fmla="*/ 3105 w 3225"/>
              <a:gd name="p0y8" fmla="*/ 4695 h 4695"/>
              <a:gd name="p0x9" fmla="*/ 120 w 3225"/>
              <a:gd name="p0y9" fmla="*/ 4695 h 4695"/>
              <a:gd name="p0x10" fmla="*/ 53 w 3225"/>
              <a:gd name="p0y10" fmla="*/ 4695 h 4695"/>
              <a:gd name="p0x11" fmla="*/ 0 w 3225"/>
              <a:gd name="p0y11" fmla="*/ 4641 h 4695"/>
              <a:gd name="p0x12" fmla="*/ 0 w 3225"/>
              <a:gd name="p0y12" fmla="*/ 4575 h 4695"/>
              <a:gd name="p0x13" fmla="*/ 0 w 3225"/>
              <a:gd name="p0y13" fmla="*/ 120 h 4695"/>
              <a:gd name="p0x14" fmla="*/ 0 w 3225"/>
              <a:gd name="p0y14" fmla="*/ 53 h 4695"/>
              <a:gd name="p0x15" fmla="*/ 53 w 3225"/>
              <a:gd name="p0y15" fmla="*/ 0 h 4695"/>
              <a:gd name="p0x16" fmla="*/ 120 w 3225"/>
              <a:gd name="p0y16" fmla="*/ 0 h 46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7515225" y="27527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366" t="-3067" r="-2366" b="-3067"/>
          <a:stretch>
            <a:fillRect/>
          </a:stretch>
        </p:blipFill>
        <p:spPr>
          <a:xfrm>
            <a:off x="7569835" y="2833370"/>
            <a:ext cx="309245" cy="2527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0"/>
            </p:custDataLst>
          </p:nvPr>
        </p:nvSpPr>
        <p:spPr>
          <a:xfrm>
            <a:off x="7515225" y="3270885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智能体编排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7515225" y="3709035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Agent</a:t>
            </a:r>
            <a:r>
              <a:rPr lang="zh-CN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可引入大语言模型，对接多个内置工具</a:t>
            </a:r>
            <a:endParaRPr lang="zh-CN"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9567545" y="2557145"/>
            <a:ext cx="2047875" cy="2981325"/>
          </a:xfrm>
          <a:custGeom>
            <a:avLst/>
            <a:gdLst>
              <a:gd name="sw" fmla="*/ 1 w 3225"/>
              <a:gd name="sh" fmla="*/ 1 h 4695"/>
              <a:gd name="mins" fmla="min sw sh"/>
              <a:gd name="dsw" fmla="+- 0 sw mins"/>
              <a:gd name="dsh" fmla="+- 0 sh mins"/>
              <a:gd name="p0x0" fmla="*/ 120 w 3225"/>
              <a:gd name="p0y0" fmla="*/ 0 h 4695"/>
              <a:gd name="p0x1" fmla="*/ 3105 w 3225"/>
              <a:gd name="p0y1" fmla="*/ 0 h 4695"/>
              <a:gd name="p0x2" fmla="*/ 3171 w 3225"/>
              <a:gd name="p0y2" fmla="*/ 0 h 4695"/>
              <a:gd name="p0x3" fmla="*/ 3225 w 3225"/>
              <a:gd name="p0y3" fmla="*/ 53 h 4695"/>
              <a:gd name="p0x4" fmla="*/ 3225 w 3225"/>
              <a:gd name="p0y4" fmla="*/ 120 h 4695"/>
              <a:gd name="p0x5" fmla="*/ 3225 w 3225"/>
              <a:gd name="p0y5" fmla="*/ 4575 h 4695"/>
              <a:gd name="p0x6" fmla="*/ 3225 w 3225"/>
              <a:gd name="p0y6" fmla="*/ 4641 h 4695"/>
              <a:gd name="p0x7" fmla="*/ 3171 w 3225"/>
              <a:gd name="p0y7" fmla="*/ 4695 h 4695"/>
              <a:gd name="p0x8" fmla="*/ 3105 w 3225"/>
              <a:gd name="p0y8" fmla="*/ 4695 h 4695"/>
              <a:gd name="p0x9" fmla="*/ 120 w 3225"/>
              <a:gd name="p0y9" fmla="*/ 4695 h 4695"/>
              <a:gd name="p0x10" fmla="*/ 53 w 3225"/>
              <a:gd name="p0y10" fmla="*/ 4695 h 4695"/>
              <a:gd name="p0x11" fmla="*/ 0 w 3225"/>
              <a:gd name="p0y11" fmla="*/ 4641 h 4695"/>
              <a:gd name="p0x12" fmla="*/ 0 w 3225"/>
              <a:gd name="p0y12" fmla="*/ 4575 h 4695"/>
              <a:gd name="p0x13" fmla="*/ 0 w 3225"/>
              <a:gd name="p0y13" fmla="*/ 120 h 4695"/>
              <a:gd name="p0x14" fmla="*/ 0 w 3225"/>
              <a:gd name="p0y14" fmla="*/ 53 h 4695"/>
              <a:gd name="p0x15" fmla="*/ 53 w 3225"/>
              <a:gd name="p0y15" fmla="*/ 0 h 4695"/>
              <a:gd name="p0x16" fmla="*/ 120 w 3225"/>
              <a:gd name="p0y16" fmla="*/ 0 h 46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3"/>
            </p:custDataLst>
          </p:nvPr>
        </p:nvSpPr>
        <p:spPr>
          <a:xfrm>
            <a:off x="9763125" y="27527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9831705" y="2833370"/>
            <a:ext cx="281305" cy="25273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7"/>
            </p:custDataLst>
          </p:nvPr>
        </p:nvSpPr>
        <p:spPr>
          <a:xfrm>
            <a:off x="9763125" y="3270885"/>
            <a:ext cx="13716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部署为服务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8"/>
            </p:custDataLst>
          </p:nvPr>
        </p:nvSpPr>
        <p:spPr>
          <a:xfrm>
            <a:off x="9763125" y="3709035"/>
            <a:ext cx="16573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工作流配置完成后可共享为服务接口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9"/>
            </p:custDataLst>
          </p:nvPr>
        </p:nvSpPr>
        <p:spPr>
          <a:xfrm>
            <a:off x="575945" y="5738495"/>
            <a:ext cx="5419725" cy="733425"/>
          </a:xfrm>
          <a:custGeom>
            <a:avLst/>
            <a:gdLst>
              <a:gd name="sw" fmla="*/ 1 w 8535"/>
              <a:gd name="sh" fmla="*/ 1 h 1155"/>
              <a:gd name="mins" fmla="min sw sh"/>
              <a:gd name="dsw" fmla="+- 0 sw mins"/>
              <a:gd name="dsh" fmla="+- 0 sh mins"/>
              <a:gd name="p0x0" fmla="*/ 120 w 8535"/>
              <a:gd name="p0y0" fmla="*/ 0 h 1155"/>
              <a:gd name="p0x1" fmla="*/ 8415 w 8535"/>
              <a:gd name="p0y1" fmla="*/ 0 h 1155"/>
              <a:gd name="p0x2" fmla="*/ 8481 w 8535"/>
              <a:gd name="p0y2" fmla="*/ 0 h 1155"/>
              <a:gd name="p0x3" fmla="*/ 8535 w 8535"/>
              <a:gd name="p0y3" fmla="*/ 53 h 1155"/>
              <a:gd name="p0x4" fmla="*/ 8535 w 8535"/>
              <a:gd name="p0y4" fmla="*/ 120 h 1155"/>
              <a:gd name="p0x5" fmla="*/ 8535 w 8535"/>
              <a:gd name="p0y5" fmla="*/ 1035 h 1155"/>
              <a:gd name="p0x6" fmla="*/ 8535 w 8535"/>
              <a:gd name="p0y6" fmla="*/ 1101 h 1155"/>
              <a:gd name="p0x7" fmla="*/ 8481 w 8535"/>
              <a:gd name="p0y7" fmla="*/ 1155 h 1155"/>
              <a:gd name="p0x8" fmla="*/ 8415 w 8535"/>
              <a:gd name="p0y8" fmla="*/ 1155 h 1155"/>
              <a:gd name="p0x9" fmla="*/ 120 w 8535"/>
              <a:gd name="p0y9" fmla="*/ 1155 h 1155"/>
              <a:gd name="p0x10" fmla="*/ 53 w 8535"/>
              <a:gd name="p0y10" fmla="*/ 1155 h 1155"/>
              <a:gd name="p0x11" fmla="*/ 0 w 8535"/>
              <a:gd name="p0y11" fmla="*/ 1101 h 1155"/>
              <a:gd name="p0x12" fmla="*/ 0 w 8535"/>
              <a:gd name="p0y12" fmla="*/ 1035 h 1155"/>
              <a:gd name="p0x13" fmla="*/ 0 w 8535"/>
              <a:gd name="p0y13" fmla="*/ 120 h 1155"/>
              <a:gd name="p0x14" fmla="*/ 0 w 8535"/>
              <a:gd name="p0y14" fmla="*/ 53 h 1155"/>
              <a:gd name="p0x15" fmla="*/ 53 w 8535"/>
              <a:gd name="p0y15" fmla="*/ 0 h 1155"/>
              <a:gd name="p0x16" fmla="*/ 120 w 8535"/>
              <a:gd name="p0y16" fmla="*/ 0 h 1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40"/>
            </p:custDataLst>
          </p:nvPr>
        </p:nvSpPr>
        <p:spPr>
          <a:xfrm>
            <a:off x="2265680" y="59340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2332355" y="5995670"/>
            <a:ext cx="209550" cy="21463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2761278" y="5955506"/>
            <a:ext cx="1773507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前端：</a:t>
            </a:r>
            <a:r>
              <a:rPr lang="en-US" altLang="zh-CN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React.js</a:t>
            </a:r>
            <a:endParaRPr lang="en-US" altLang="zh-CN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5"/>
            </p:custDataLst>
          </p:nvPr>
        </p:nvSpPr>
        <p:spPr>
          <a:xfrm>
            <a:off x="6195695" y="5738495"/>
            <a:ext cx="5419725" cy="733425"/>
          </a:xfrm>
          <a:custGeom>
            <a:avLst/>
            <a:gdLst>
              <a:gd name="sw" fmla="*/ 1 w 8535"/>
              <a:gd name="sh" fmla="*/ 1 h 1155"/>
              <a:gd name="mins" fmla="min sw sh"/>
              <a:gd name="dsw" fmla="+- 0 sw mins"/>
              <a:gd name="dsh" fmla="+- 0 sh mins"/>
              <a:gd name="p0x0" fmla="*/ 120 w 8535"/>
              <a:gd name="p0y0" fmla="*/ 0 h 1155"/>
              <a:gd name="p0x1" fmla="*/ 8415 w 8535"/>
              <a:gd name="p0y1" fmla="*/ 0 h 1155"/>
              <a:gd name="p0x2" fmla="*/ 8481 w 8535"/>
              <a:gd name="p0y2" fmla="*/ 0 h 1155"/>
              <a:gd name="p0x3" fmla="*/ 8535 w 8535"/>
              <a:gd name="p0y3" fmla="*/ 53 h 1155"/>
              <a:gd name="p0x4" fmla="*/ 8535 w 8535"/>
              <a:gd name="p0y4" fmla="*/ 120 h 1155"/>
              <a:gd name="p0x5" fmla="*/ 8535 w 8535"/>
              <a:gd name="p0y5" fmla="*/ 1035 h 1155"/>
              <a:gd name="p0x6" fmla="*/ 8535 w 8535"/>
              <a:gd name="p0y6" fmla="*/ 1101 h 1155"/>
              <a:gd name="p0x7" fmla="*/ 8481 w 8535"/>
              <a:gd name="p0y7" fmla="*/ 1155 h 1155"/>
              <a:gd name="p0x8" fmla="*/ 8415 w 8535"/>
              <a:gd name="p0y8" fmla="*/ 1155 h 1155"/>
              <a:gd name="p0x9" fmla="*/ 120 w 8535"/>
              <a:gd name="p0y9" fmla="*/ 1155 h 1155"/>
              <a:gd name="p0x10" fmla="*/ 53 w 8535"/>
              <a:gd name="p0y10" fmla="*/ 1155 h 1155"/>
              <a:gd name="p0x11" fmla="*/ 0 w 8535"/>
              <a:gd name="p0y11" fmla="*/ 1101 h 1155"/>
              <a:gd name="p0x12" fmla="*/ 0 w 8535"/>
              <a:gd name="p0y12" fmla="*/ 1035 h 1155"/>
              <a:gd name="p0x13" fmla="*/ 0 w 8535"/>
              <a:gd name="p0y13" fmla="*/ 120 h 1155"/>
              <a:gd name="p0x14" fmla="*/ 0 w 8535"/>
              <a:gd name="p0y14" fmla="*/ 53 h 1155"/>
              <a:gd name="p0x15" fmla="*/ 53 w 8535"/>
              <a:gd name="p0y15" fmla="*/ 0 h 1155"/>
              <a:gd name="p0x16" fmla="*/ 120 w 8535"/>
              <a:gd name="p0y16" fmla="*/ 0 h 11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46"/>
            </p:custDataLst>
          </p:nvPr>
        </p:nvSpPr>
        <p:spPr>
          <a:xfrm>
            <a:off x="7731760" y="59340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083" t="-12593" r="-2083" b="-12593"/>
          <a:stretch>
            <a:fillRect/>
          </a:stretch>
        </p:blipFill>
        <p:spPr>
          <a:xfrm>
            <a:off x="7784465" y="5995670"/>
            <a:ext cx="238125" cy="2146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0"/>
            </p:custDataLst>
          </p:nvPr>
        </p:nvSpPr>
        <p:spPr>
          <a:xfrm>
            <a:off x="8227667" y="5955506"/>
            <a:ext cx="2080317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后端：</a:t>
            </a:r>
            <a:r>
              <a:rPr lang="en-US" altLang="zh-CN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LangChain</a:t>
            </a:r>
            <a:endParaRPr lang="en-US" altLang="zh-CN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安装与基础配置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安装流程</a:t>
            </a:r>
            <a:endParaRPr sz="30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2"/>
            </p:custDataLst>
          </p:nvPr>
        </p:nvSpPr>
        <p:spPr>
          <a:xfrm>
            <a:off x="7816824" y="3564731"/>
            <a:ext cx="685876" cy="45243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700">
                <a:solidFill>
                  <a:srgbClr val="6196FF"/>
                </a:solidFill>
                <a:latin typeface="微软雅黑" panose="020B0503020204020204" charset="-122"/>
                <a:ea typeface="微软雅黑" panose="020B0503020204020204" charset="-122"/>
              </a:rPr>
              <a:t>→</a:t>
            </a:r>
            <a:endParaRPr sz="2700">
              <a:solidFill>
                <a:srgbClr val="619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861695" y="1109345"/>
            <a:ext cx="6650966" cy="5362575"/>
          </a:xfrm>
          <a:custGeom>
            <a:avLst/>
            <a:gdLst>
              <a:gd name="sw" fmla="*/ 1 w 4564"/>
              <a:gd name="sh" fmla="*/ 1 h 8445"/>
              <a:gd name="mins" fmla="min sw sh"/>
              <a:gd name="dsw" fmla="+- 0 sw mins"/>
              <a:gd name="dsh" fmla="+- 0 sh mins"/>
              <a:gd name="p0x0" fmla="*/ 120 w 4564"/>
              <a:gd name="p0y0" fmla="*/ 0 h 8445"/>
              <a:gd name="p0x1" fmla="*/ 4444 w 4564"/>
              <a:gd name="p0y1" fmla="*/ 0 h 8445"/>
              <a:gd name="p0x2" fmla="*/ 4511 w 4564"/>
              <a:gd name="p0y2" fmla="*/ 0 h 8445"/>
              <a:gd name="p0x3" fmla="*/ 4564 w 4564"/>
              <a:gd name="p0y3" fmla="*/ 53 h 8445"/>
              <a:gd name="p0x4" fmla="*/ 4564 w 4564"/>
              <a:gd name="p0y4" fmla="*/ 120 h 8445"/>
              <a:gd name="p0x5" fmla="*/ 4564 w 4564"/>
              <a:gd name="p0y5" fmla="*/ 8325 h 8445"/>
              <a:gd name="p0x6" fmla="*/ 4564 w 4564"/>
              <a:gd name="p0y6" fmla="*/ 8391 h 8445"/>
              <a:gd name="p0x7" fmla="*/ 4511 w 4564"/>
              <a:gd name="p0y7" fmla="*/ 8445 h 8445"/>
              <a:gd name="p0x8" fmla="*/ 4444 w 4564"/>
              <a:gd name="p0y8" fmla="*/ 8445 h 8445"/>
              <a:gd name="p0x9" fmla="*/ 120 w 4564"/>
              <a:gd name="p0y9" fmla="*/ 8445 h 8445"/>
              <a:gd name="p0x10" fmla="*/ 53 w 4564"/>
              <a:gd name="p0y10" fmla="*/ 8445 h 8445"/>
              <a:gd name="p0x11" fmla="*/ 0 w 4564"/>
              <a:gd name="p0y11" fmla="*/ 8391 h 8445"/>
              <a:gd name="p0x12" fmla="*/ 0 w 4564"/>
              <a:gd name="p0y12" fmla="*/ 8325 h 8445"/>
              <a:gd name="p0x13" fmla="*/ 0 w 4564"/>
              <a:gd name="p0y13" fmla="*/ 120 h 8445"/>
              <a:gd name="p0x14" fmla="*/ 0 w 4564"/>
              <a:gd name="p0y14" fmla="*/ 53 h 8445"/>
              <a:gd name="p0x15" fmla="*/ 53 w 4564"/>
              <a:gd name="p0y15" fmla="*/ 0 h 8445"/>
              <a:gd name="p0x16" fmla="*/ 120 w 456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4"/>
            </p:custDataLst>
          </p:nvPr>
        </p:nvSpPr>
        <p:spPr>
          <a:xfrm>
            <a:off x="105727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1156970" y="1385570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8"/>
            </p:custDataLst>
          </p:nvPr>
        </p:nvSpPr>
        <p:spPr>
          <a:xfrm>
            <a:off x="1590675" y="1331595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安装</a:t>
            </a:r>
            <a:endParaRPr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9"/>
            </p:custDataLst>
          </p:nvPr>
        </p:nvSpPr>
        <p:spPr>
          <a:xfrm>
            <a:off x="8430895" y="1109345"/>
            <a:ext cx="2898775" cy="5362575"/>
          </a:xfrm>
          <a:custGeom>
            <a:avLst/>
            <a:gdLst>
              <a:gd name="sw" fmla="*/ 1 w 4564"/>
              <a:gd name="sh" fmla="*/ 1 h 8445"/>
              <a:gd name="mins" fmla="min sw sh"/>
              <a:gd name="dsw" fmla="+- 0 sw mins"/>
              <a:gd name="dsh" fmla="+- 0 sh mins"/>
              <a:gd name="p0x0" fmla="*/ 120 w 4564"/>
              <a:gd name="p0y0" fmla="*/ 0 h 8445"/>
              <a:gd name="p0x1" fmla="*/ 4444 w 4564"/>
              <a:gd name="p0y1" fmla="*/ 0 h 8445"/>
              <a:gd name="p0x2" fmla="*/ 4511 w 4564"/>
              <a:gd name="p0y2" fmla="*/ 0 h 8445"/>
              <a:gd name="p0x3" fmla="*/ 4564 w 4564"/>
              <a:gd name="p0y3" fmla="*/ 53 h 8445"/>
              <a:gd name="p0x4" fmla="*/ 4564 w 4564"/>
              <a:gd name="p0y4" fmla="*/ 120 h 8445"/>
              <a:gd name="p0x5" fmla="*/ 4564 w 4564"/>
              <a:gd name="p0y5" fmla="*/ 8325 h 8445"/>
              <a:gd name="p0x6" fmla="*/ 4564 w 4564"/>
              <a:gd name="p0y6" fmla="*/ 8391 h 8445"/>
              <a:gd name="p0x7" fmla="*/ 4511 w 4564"/>
              <a:gd name="p0y7" fmla="*/ 8445 h 8445"/>
              <a:gd name="p0x8" fmla="*/ 4444 w 4564"/>
              <a:gd name="p0y8" fmla="*/ 8445 h 8445"/>
              <a:gd name="p0x9" fmla="*/ 120 w 4564"/>
              <a:gd name="p0y9" fmla="*/ 8445 h 8445"/>
              <a:gd name="p0x10" fmla="*/ 53 w 4564"/>
              <a:gd name="p0y10" fmla="*/ 8445 h 8445"/>
              <a:gd name="p0x11" fmla="*/ 0 w 4564"/>
              <a:gd name="p0y11" fmla="*/ 8391 h 8445"/>
              <a:gd name="p0x12" fmla="*/ 0 w 4564"/>
              <a:gd name="p0y12" fmla="*/ 8325 h 8445"/>
              <a:gd name="p0x13" fmla="*/ 0 w 4564"/>
              <a:gd name="p0y13" fmla="*/ 120 h 8445"/>
              <a:gd name="p0x14" fmla="*/ 0 w 4564"/>
              <a:gd name="p0y14" fmla="*/ 53 h 8445"/>
              <a:gd name="p0x15" fmla="*/ 53 w 4564"/>
              <a:gd name="p0y15" fmla="*/ 0 h 8445"/>
              <a:gd name="p0x16" fmla="*/ 120 w 4564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10"/>
            </p:custDataLst>
          </p:nvPr>
        </p:nvSpPr>
        <p:spPr>
          <a:xfrm>
            <a:off x="862647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4167" t="-5278" r="-4167" b="-5278"/>
          <a:stretch>
            <a:fillRect/>
          </a:stretch>
        </p:blipFill>
        <p:spPr>
          <a:xfrm>
            <a:off x="8712200" y="1385570"/>
            <a:ext cx="247650" cy="2527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14"/>
            </p:custDataLst>
          </p:nvPr>
        </p:nvSpPr>
        <p:spPr>
          <a:xfrm>
            <a:off x="9159926" y="133159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运行与访问</a:t>
            </a:r>
            <a:endParaRPr sz="21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15"/>
            </p:custDataLst>
          </p:nvPr>
        </p:nvSpPr>
        <p:spPr>
          <a:xfrm>
            <a:off x="8626475" y="18764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16"/>
            </p:custDataLst>
          </p:nvPr>
        </p:nvSpPr>
        <p:spPr>
          <a:xfrm>
            <a:off x="8712327" y="1925002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6196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200" b="1">
              <a:solidFill>
                <a:srgbClr val="619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7"/>
            </p:custDataLst>
          </p:nvPr>
        </p:nvSpPr>
        <p:spPr>
          <a:xfrm>
            <a:off x="8969426" y="1867852"/>
            <a:ext cx="2165299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启动命令</a:t>
            </a:r>
            <a:endParaRPr sz="120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18"/>
            </p:custDataLst>
          </p:nvPr>
        </p:nvSpPr>
        <p:spPr>
          <a:xfrm>
            <a:off x="8969375" y="2105025"/>
            <a:ext cx="2165350" cy="276225"/>
          </a:xfrm>
          <a:custGeom>
            <a:avLst/>
            <a:gdLst>
              <a:gd name="sw" fmla="*/ 1 w 3409"/>
              <a:gd name="sh" fmla="*/ 1 h 435"/>
              <a:gd name="mins" fmla="min sw sh"/>
              <a:gd name="dsw" fmla="+- 0 sw mins"/>
              <a:gd name="dsh" fmla="+- 0 sh mins"/>
              <a:gd name="p0x0" fmla="*/ 60 w 3409"/>
              <a:gd name="p0y0" fmla="*/ 0 h 435"/>
              <a:gd name="p0x1" fmla="*/ 3349 w 3409"/>
              <a:gd name="p0y1" fmla="*/ 0 h 435"/>
              <a:gd name="p0x2" fmla="*/ 3383 w 3409"/>
              <a:gd name="p0y2" fmla="*/ 0 h 435"/>
              <a:gd name="p0x3" fmla="*/ 3409 w 3409"/>
              <a:gd name="p0y3" fmla="*/ 26 h 435"/>
              <a:gd name="p0x4" fmla="*/ 3409 w 3409"/>
              <a:gd name="p0y4" fmla="*/ 60 h 435"/>
              <a:gd name="p0x5" fmla="*/ 3409 w 3409"/>
              <a:gd name="p0y5" fmla="*/ 375 h 435"/>
              <a:gd name="p0x6" fmla="*/ 3409 w 3409"/>
              <a:gd name="p0y6" fmla="*/ 408 h 435"/>
              <a:gd name="p0x7" fmla="*/ 3383 w 3409"/>
              <a:gd name="p0y7" fmla="*/ 435 h 435"/>
              <a:gd name="p0x8" fmla="*/ 3349 w 3409"/>
              <a:gd name="p0y8" fmla="*/ 435 h 435"/>
              <a:gd name="p0x9" fmla="*/ 60 w 3409"/>
              <a:gd name="p0y9" fmla="*/ 435 h 435"/>
              <a:gd name="p0x10" fmla="*/ 26 w 3409"/>
              <a:gd name="p0y10" fmla="*/ 435 h 435"/>
              <a:gd name="p0x11" fmla="*/ 0 w 3409"/>
              <a:gd name="p0y11" fmla="*/ 408 h 435"/>
              <a:gd name="p0x12" fmla="*/ 0 w 3409"/>
              <a:gd name="p0y12" fmla="*/ 375 h 435"/>
              <a:gd name="p0x13" fmla="*/ 0 w 3409"/>
              <a:gd name="p0y13" fmla="*/ 60 h 435"/>
              <a:gd name="p0x14" fmla="*/ 0 w 3409"/>
              <a:gd name="p0y14" fmla="*/ 26 h 435"/>
              <a:gd name="p0x15" fmla="*/ 26 w 3409"/>
              <a:gd name="p0y15" fmla="*/ 0 h 435"/>
              <a:gd name="p0x16" fmla="*/ 60 w 340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19"/>
            </p:custDataLst>
          </p:nvPr>
        </p:nvSpPr>
        <p:spPr>
          <a:xfrm>
            <a:off x="9045626" y="2143125"/>
            <a:ext cx="20128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196FF"/>
                </a:solidFill>
                <a:latin typeface="微软雅黑" panose="020B0503020204020204" charset="-122"/>
                <a:ea typeface="微软雅黑" panose="020B0503020204020204" charset="-122"/>
              </a:rPr>
              <a:t>uv run langflow run</a:t>
            </a:r>
            <a:endParaRPr sz="1200">
              <a:solidFill>
                <a:srgbClr val="619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20"/>
            </p:custDataLst>
          </p:nvPr>
        </p:nvSpPr>
        <p:spPr>
          <a:xfrm>
            <a:off x="8626475" y="2457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21"/>
            </p:custDataLst>
          </p:nvPr>
        </p:nvSpPr>
        <p:spPr>
          <a:xfrm>
            <a:off x="8712327" y="2506027"/>
            <a:ext cx="247497" cy="1695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200" b="1">
                <a:solidFill>
                  <a:srgbClr val="6196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200" b="1">
              <a:solidFill>
                <a:srgbClr val="619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22"/>
            </p:custDataLst>
          </p:nvPr>
        </p:nvSpPr>
        <p:spPr>
          <a:xfrm>
            <a:off x="8969426" y="2448877"/>
            <a:ext cx="2165299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20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访问地址</a:t>
            </a:r>
            <a:endParaRPr sz="120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23"/>
            </p:custDataLst>
          </p:nvPr>
        </p:nvSpPr>
        <p:spPr>
          <a:xfrm>
            <a:off x="8969375" y="2686050"/>
            <a:ext cx="2165350" cy="276225"/>
          </a:xfrm>
          <a:custGeom>
            <a:avLst/>
            <a:gdLst>
              <a:gd name="sw" fmla="*/ 1 w 3409"/>
              <a:gd name="sh" fmla="*/ 1 h 435"/>
              <a:gd name="mins" fmla="min sw sh"/>
              <a:gd name="dsw" fmla="+- 0 sw mins"/>
              <a:gd name="dsh" fmla="+- 0 sh mins"/>
              <a:gd name="p0x0" fmla="*/ 60 w 3409"/>
              <a:gd name="p0y0" fmla="*/ 0 h 435"/>
              <a:gd name="p0x1" fmla="*/ 3349 w 3409"/>
              <a:gd name="p0y1" fmla="*/ 0 h 435"/>
              <a:gd name="p0x2" fmla="*/ 3383 w 3409"/>
              <a:gd name="p0y2" fmla="*/ 0 h 435"/>
              <a:gd name="p0x3" fmla="*/ 3409 w 3409"/>
              <a:gd name="p0y3" fmla="*/ 26 h 435"/>
              <a:gd name="p0x4" fmla="*/ 3409 w 3409"/>
              <a:gd name="p0y4" fmla="*/ 60 h 435"/>
              <a:gd name="p0x5" fmla="*/ 3409 w 3409"/>
              <a:gd name="p0y5" fmla="*/ 375 h 435"/>
              <a:gd name="p0x6" fmla="*/ 3409 w 3409"/>
              <a:gd name="p0y6" fmla="*/ 408 h 435"/>
              <a:gd name="p0x7" fmla="*/ 3383 w 3409"/>
              <a:gd name="p0y7" fmla="*/ 435 h 435"/>
              <a:gd name="p0x8" fmla="*/ 3349 w 3409"/>
              <a:gd name="p0y8" fmla="*/ 435 h 435"/>
              <a:gd name="p0x9" fmla="*/ 60 w 3409"/>
              <a:gd name="p0y9" fmla="*/ 435 h 435"/>
              <a:gd name="p0x10" fmla="*/ 26 w 3409"/>
              <a:gd name="p0y10" fmla="*/ 435 h 435"/>
              <a:gd name="p0x11" fmla="*/ 0 w 3409"/>
              <a:gd name="p0y11" fmla="*/ 408 h 435"/>
              <a:gd name="p0x12" fmla="*/ 0 w 3409"/>
              <a:gd name="p0y12" fmla="*/ 375 h 435"/>
              <a:gd name="p0x13" fmla="*/ 0 w 3409"/>
              <a:gd name="p0y13" fmla="*/ 60 h 435"/>
              <a:gd name="p0x14" fmla="*/ 0 w 3409"/>
              <a:gd name="p0y14" fmla="*/ 26 h 435"/>
              <a:gd name="p0x15" fmla="*/ 26 w 3409"/>
              <a:gd name="p0y15" fmla="*/ 0 h 435"/>
              <a:gd name="p0x16" fmla="*/ 60 w 3409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24"/>
            </p:custDataLst>
          </p:nvPr>
        </p:nvSpPr>
        <p:spPr>
          <a:xfrm>
            <a:off x="9045626" y="2724150"/>
            <a:ext cx="201289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196FF"/>
                </a:solidFill>
                <a:latin typeface="微软雅黑" panose="020B0503020204020204" charset="-122"/>
                <a:ea typeface="微软雅黑" panose="020B0503020204020204" charset="-122"/>
              </a:rPr>
              <a:t>http://localhost:7860/</a:t>
            </a:r>
            <a:endParaRPr sz="1200">
              <a:solidFill>
                <a:srgbClr val="619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 userDrawn="1"/>
        </p:nvSpPr>
        <p:spPr>
          <a:xfrm>
            <a:off x="1156983" y="2075483"/>
            <a:ext cx="6082068" cy="3863039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# 创建虚拟环境</a:t>
            </a:r>
            <a:endParaRPr lang="zh-CN" altLang="en-US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conda create 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-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n day16 python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=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3.13 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-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y</a:t>
            </a:r>
            <a:endParaRPr lang="en-US" altLang="zh-CN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# 激活虚拟环境</a:t>
            </a:r>
            <a:endParaRPr lang="zh-CN" altLang="en-US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conda activate day16</a:t>
            </a:r>
            <a:endParaRPr lang="en-US" altLang="zh-CN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# 安装依赖库</a:t>
            </a:r>
            <a:endParaRPr lang="zh-CN" altLang="en-US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pip install langflow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==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1.5.1 fastapi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==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0.116.1 docling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-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core[chunking]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==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2.54.0 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-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i 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  <a:hlinkClick r:id="rId25"/>
              </a:rPr>
              <a:t>https://pypi.mirrors.ustc.edu.cn/simple</a:t>
            </a:r>
            <a:endParaRPr lang="en-US" altLang="zh-CN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  <a:hlinkClick r:id="rId25"/>
            </a:endParaRPr>
          </a:p>
          <a:p>
            <a:pPr>
              <a:lnSpc>
                <a:spcPct val="150000"/>
              </a:lnSpc>
            </a:pP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# 或者 </a:t>
            </a:r>
            <a:endParaRPr lang="zh-CN" altLang="en-US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pip install langflow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==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1.10.0 </a:t>
            </a:r>
            <a:r>
              <a:rPr lang="zh-CN" altLang="en-US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-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</a:rPr>
              <a:t>i </a:t>
            </a:r>
            <a:r>
              <a:rPr lang="en-US" altLang="zh-CN" sz="1200" kern="100" dirty="0">
                <a:solidFill>
                  <a:srgbClr val="FFFFFF"/>
                </a:solidFill>
                <a:effectLst/>
                <a:latin typeface="+mn-ea"/>
                <a:cs typeface="江城圆体 400W" panose="020B0500000000000000" pitchFamily="34" charset="-122"/>
                <a:hlinkClick r:id="rId25"/>
              </a:rPr>
              <a:t>https://pypi.mirrors.ustc.edu.cn/simple</a:t>
            </a:r>
            <a:endParaRPr lang="zh-CN" altLang="en-US" sz="1200" kern="100" dirty="0">
              <a:solidFill>
                <a:srgbClr val="FFFFFF"/>
              </a:solidFill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模型配置</a:t>
            </a:r>
            <a:endParaRPr sz="30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120 w 4970"/>
              <a:gd name="p0y0" fmla="*/ 0 h 8445"/>
              <a:gd name="p0x1" fmla="*/ 4850 w 4970"/>
              <a:gd name="p0y1" fmla="*/ 0 h 8445"/>
              <a:gd name="p0x2" fmla="*/ 4917 w 4970"/>
              <a:gd name="p0y2" fmla="*/ 0 h 8445"/>
              <a:gd name="p0x3" fmla="*/ 4970 w 4970"/>
              <a:gd name="p0y3" fmla="*/ 53 h 8445"/>
              <a:gd name="p0x4" fmla="*/ 4970 w 4970"/>
              <a:gd name="p0y4" fmla="*/ 120 h 8445"/>
              <a:gd name="p0x5" fmla="*/ 4970 w 4970"/>
              <a:gd name="p0y5" fmla="*/ 8325 h 8445"/>
              <a:gd name="p0x6" fmla="*/ 4970 w 4970"/>
              <a:gd name="p0y6" fmla="*/ 8391 h 8445"/>
              <a:gd name="p0x7" fmla="*/ 4917 w 4970"/>
              <a:gd name="p0y7" fmla="*/ 8445 h 8445"/>
              <a:gd name="p0x8" fmla="*/ 4850 w 4970"/>
              <a:gd name="p0y8" fmla="*/ 8445 h 8445"/>
              <a:gd name="p0x9" fmla="*/ 120 w 4970"/>
              <a:gd name="p0y9" fmla="*/ 8445 h 8445"/>
              <a:gd name="p0x10" fmla="*/ 53 w 4970"/>
              <a:gd name="p0y10" fmla="*/ 8445 h 8445"/>
              <a:gd name="p0x11" fmla="*/ 0 w 4970"/>
              <a:gd name="p0y11" fmla="*/ 8391 h 8445"/>
              <a:gd name="p0x12" fmla="*/ 0 w 4970"/>
              <a:gd name="p0y12" fmla="*/ 8325 h 8445"/>
              <a:gd name="p0x13" fmla="*/ 0 w 4970"/>
              <a:gd name="p0y13" fmla="*/ 120 h 8445"/>
              <a:gd name="p0x14" fmla="*/ 0 w 4970"/>
              <a:gd name="p0y14" fmla="*/ 53 h 8445"/>
              <a:gd name="p0x15" fmla="*/ 53 w 4970"/>
              <a:gd name="p0y15" fmla="*/ 0 h 8445"/>
              <a:gd name="p0x16" fmla="*/ 12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906270" y="24047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12500" r="-12500"/>
          <a:stretch>
            <a:fillRect/>
          </a:stretch>
        </p:blipFill>
        <p:spPr>
          <a:xfrm>
            <a:off x="1963420" y="2499995"/>
            <a:ext cx="381000" cy="30480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954357" y="3036570"/>
            <a:ext cx="24003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工具调用能力需求</a:t>
            </a:r>
            <a:endParaRPr sz="21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771525" y="35382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838200" y="3600450"/>
            <a:ext cx="209550" cy="21399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1228725" y="3524250"/>
            <a:ext cx="23088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本章案例涉及工具调用，需要大模型的相关特性支持</a:t>
            </a:r>
            <a:endParaRPr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3"/>
            </p:custDataLst>
          </p:nvPr>
        </p:nvSpPr>
        <p:spPr>
          <a:xfrm>
            <a:off x="771525" y="42621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4259" t="-1061" r="-4259" b="-1061"/>
          <a:stretch>
            <a:fillRect/>
          </a:stretch>
        </p:blipFill>
        <p:spPr>
          <a:xfrm>
            <a:off x="849630" y="4324350"/>
            <a:ext cx="186055" cy="21399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1228725" y="4248150"/>
            <a:ext cx="23812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Function-Calling</a:t>
            </a:r>
            <a:r>
              <a:rPr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特性（工具调用功能）是实现智能体与外部工具交互的核心能力</a:t>
            </a:r>
            <a:endParaRPr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8"/>
            </p:custDataLst>
          </p:nvPr>
        </p:nvSpPr>
        <p:spPr>
          <a:xfrm>
            <a:off x="398970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20 w 5801"/>
              <a:gd name="p0y0" fmla="*/ 0 h 8445"/>
              <a:gd name="p0x1" fmla="*/ 5681 w 5801"/>
              <a:gd name="p0y1" fmla="*/ 0 h 8445"/>
              <a:gd name="p0x2" fmla="*/ 5748 w 5801"/>
              <a:gd name="p0y2" fmla="*/ 0 h 8445"/>
              <a:gd name="p0x3" fmla="*/ 5801 w 5801"/>
              <a:gd name="p0y3" fmla="*/ 53 h 8445"/>
              <a:gd name="p0x4" fmla="*/ 5801 w 5801"/>
              <a:gd name="p0y4" fmla="*/ 120 h 8445"/>
              <a:gd name="p0x5" fmla="*/ 5801 w 5801"/>
              <a:gd name="p0y5" fmla="*/ 8325 h 8445"/>
              <a:gd name="p0x6" fmla="*/ 5801 w 5801"/>
              <a:gd name="p0y6" fmla="*/ 8391 h 8445"/>
              <a:gd name="p0x7" fmla="*/ 5748 w 5801"/>
              <a:gd name="p0y7" fmla="*/ 8445 h 8445"/>
              <a:gd name="p0x8" fmla="*/ 5681 w 5801"/>
              <a:gd name="p0y8" fmla="*/ 8445 h 8445"/>
              <a:gd name="p0x9" fmla="*/ 120 w 5801"/>
              <a:gd name="p0y9" fmla="*/ 8445 h 8445"/>
              <a:gd name="p0x10" fmla="*/ 53 w 5801"/>
              <a:gd name="p0y10" fmla="*/ 8445 h 8445"/>
              <a:gd name="p0x11" fmla="*/ 0 w 5801"/>
              <a:gd name="p0y11" fmla="*/ 8391 h 8445"/>
              <a:gd name="p0x12" fmla="*/ 0 w 5801"/>
              <a:gd name="p0y12" fmla="*/ 8325 h 8445"/>
              <a:gd name="p0x13" fmla="*/ 0 w 5801"/>
              <a:gd name="p0y13" fmla="*/ 120 h 8445"/>
              <a:gd name="p0x14" fmla="*/ 0 w 5801"/>
              <a:gd name="p0y14" fmla="*/ 53 h 8445"/>
              <a:gd name="p0x15" fmla="*/ 53 w 5801"/>
              <a:gd name="p0y15" fmla="*/ 0 h 8445"/>
              <a:gd name="p0x16" fmla="*/ 12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9"/>
            </p:custDataLst>
          </p:nvPr>
        </p:nvSpPr>
        <p:spPr>
          <a:xfrm>
            <a:off x="5584190" y="25571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941" r="-2941"/>
          <a:stretch>
            <a:fillRect/>
          </a:stretch>
        </p:blipFill>
        <p:spPr>
          <a:xfrm>
            <a:off x="5660390" y="2652395"/>
            <a:ext cx="342900" cy="3048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4898603" y="318897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模型选择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6174740" y="3233420"/>
            <a:ext cx="457200" cy="276225"/>
          </a:xfrm>
          <a:custGeom>
            <a:avLst/>
            <a:gdLst>
              <a:gd name="sw" fmla="*/ 1 w 720"/>
              <a:gd name="sh" fmla="*/ 1 h 435"/>
              <a:gd name="mins" fmla="min sw sh"/>
              <a:gd name="dsw" fmla="+- 0 sw mins"/>
              <a:gd name="dsh" fmla="+- 0 sh mins"/>
              <a:gd name="p0x0" fmla="*/ 60 w 720"/>
              <a:gd name="p0y0" fmla="*/ 0 h 435"/>
              <a:gd name="p0x1" fmla="*/ 660 w 720"/>
              <a:gd name="p0y1" fmla="*/ 0 h 435"/>
              <a:gd name="p0x2" fmla="*/ 693 w 720"/>
              <a:gd name="p0y2" fmla="*/ 0 h 435"/>
              <a:gd name="p0x3" fmla="*/ 720 w 720"/>
              <a:gd name="p0y3" fmla="*/ 26 h 435"/>
              <a:gd name="p0x4" fmla="*/ 720 w 720"/>
              <a:gd name="p0y4" fmla="*/ 60 h 435"/>
              <a:gd name="p0x5" fmla="*/ 720 w 720"/>
              <a:gd name="p0y5" fmla="*/ 375 h 435"/>
              <a:gd name="p0x6" fmla="*/ 720 w 720"/>
              <a:gd name="p0y6" fmla="*/ 408 h 435"/>
              <a:gd name="p0x7" fmla="*/ 693 w 720"/>
              <a:gd name="p0y7" fmla="*/ 435 h 435"/>
              <a:gd name="p0x8" fmla="*/ 660 w 720"/>
              <a:gd name="p0y8" fmla="*/ 435 h 435"/>
              <a:gd name="p0x9" fmla="*/ 60 w 720"/>
              <a:gd name="p0y9" fmla="*/ 435 h 435"/>
              <a:gd name="p0x10" fmla="*/ 26 w 720"/>
              <a:gd name="p0y10" fmla="*/ 435 h 435"/>
              <a:gd name="p0x11" fmla="*/ 0 w 720"/>
              <a:gd name="p0y11" fmla="*/ 408 h 435"/>
              <a:gd name="p0x12" fmla="*/ 0 w 720"/>
              <a:gd name="p0y12" fmla="*/ 375 h 435"/>
              <a:gd name="p0x13" fmla="*/ 0 w 720"/>
              <a:gd name="p0y13" fmla="*/ 60 h 435"/>
              <a:gd name="p0x14" fmla="*/ 0 w 720"/>
              <a:gd name="p0y14" fmla="*/ 26 h 435"/>
              <a:gd name="p0x15" fmla="*/ 26 w 720"/>
              <a:gd name="p0y15" fmla="*/ 0 h 435"/>
              <a:gd name="p0x16" fmla="*/ 60 w 72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6174953" y="3271838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C8D9FF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sz="1200" b="1">
              <a:solidFill>
                <a:srgbClr val="C8D9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4184650" y="36906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4259" t="-12407" r="-4259" b="-12407"/>
          <a:stretch>
            <a:fillRect/>
          </a:stretch>
        </p:blipFill>
        <p:spPr>
          <a:xfrm>
            <a:off x="4263390" y="3752850"/>
            <a:ext cx="186055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30"/>
            </p:custDataLst>
          </p:nvPr>
        </p:nvSpPr>
        <p:spPr>
          <a:xfrm>
            <a:off x="4642466" y="3676650"/>
            <a:ext cx="283651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Ollama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为运行环境的模型具备此能力，提供本地化部署方案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1"/>
            </p:custDataLst>
          </p:nvPr>
        </p:nvSpPr>
        <p:spPr>
          <a:xfrm>
            <a:off x="4184650" y="44145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4251325" y="4476750"/>
            <a:ext cx="209550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5"/>
            </p:custDataLst>
          </p:nvPr>
        </p:nvSpPr>
        <p:spPr>
          <a:xfrm>
            <a:off x="4642466" y="4400550"/>
            <a:ext cx="2836517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本例使用</a:t>
            </a: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Qwen3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作为大模型支持，兼顾性能与工具调用能力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6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120 w 5801"/>
              <a:gd name="p0y0" fmla="*/ 0 h 8445"/>
              <a:gd name="p0x1" fmla="*/ 5681 w 5801"/>
              <a:gd name="p0y1" fmla="*/ 0 h 8445"/>
              <a:gd name="p0x2" fmla="*/ 5748 w 5801"/>
              <a:gd name="p0y2" fmla="*/ 0 h 8445"/>
              <a:gd name="p0x3" fmla="*/ 5801 w 5801"/>
              <a:gd name="p0y3" fmla="*/ 53 h 8445"/>
              <a:gd name="p0x4" fmla="*/ 5801 w 5801"/>
              <a:gd name="p0y4" fmla="*/ 120 h 8445"/>
              <a:gd name="p0x5" fmla="*/ 5801 w 5801"/>
              <a:gd name="p0y5" fmla="*/ 8325 h 8445"/>
              <a:gd name="p0x6" fmla="*/ 5801 w 5801"/>
              <a:gd name="p0y6" fmla="*/ 8391 h 8445"/>
              <a:gd name="p0x7" fmla="*/ 5748 w 5801"/>
              <a:gd name="p0y7" fmla="*/ 8445 h 8445"/>
              <a:gd name="p0x8" fmla="*/ 5681 w 5801"/>
              <a:gd name="p0y8" fmla="*/ 8445 h 8445"/>
              <a:gd name="p0x9" fmla="*/ 120 w 5801"/>
              <a:gd name="p0y9" fmla="*/ 8445 h 8445"/>
              <a:gd name="p0x10" fmla="*/ 53 w 5801"/>
              <a:gd name="p0y10" fmla="*/ 8445 h 8445"/>
              <a:gd name="p0x11" fmla="*/ 0 w 5801"/>
              <a:gd name="p0y11" fmla="*/ 8391 h 8445"/>
              <a:gd name="p0x12" fmla="*/ 0 w 5801"/>
              <a:gd name="p0y12" fmla="*/ 8325 h 8445"/>
              <a:gd name="p0x13" fmla="*/ 0 w 5801"/>
              <a:gd name="p0y13" fmla="*/ 120 h 8445"/>
              <a:gd name="p0x14" fmla="*/ 0 w 5801"/>
              <a:gd name="p0y14" fmla="*/ 53 h 8445"/>
              <a:gd name="p0x15" fmla="*/ 53 w 5801"/>
              <a:gd name="p0y15" fmla="*/ 0 h 8445"/>
              <a:gd name="p0x16" fmla="*/ 12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7"/>
            </p:custDataLst>
          </p:nvPr>
        </p:nvSpPr>
        <p:spPr>
          <a:xfrm>
            <a:off x="9525635" y="245935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t="-3333" b="-3333"/>
          <a:stretch>
            <a:fillRect/>
          </a:stretch>
        </p:blipFill>
        <p:spPr>
          <a:xfrm>
            <a:off x="9639935" y="2554605"/>
            <a:ext cx="266700" cy="3048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41"/>
            </p:custDataLst>
          </p:nvPr>
        </p:nvSpPr>
        <p:spPr>
          <a:xfrm>
            <a:off x="9106786" y="3091339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模型安装</a:t>
            </a:r>
            <a:endParaRPr sz="21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2"/>
            </p:custDataLst>
          </p:nvPr>
        </p:nvSpPr>
        <p:spPr>
          <a:xfrm>
            <a:off x="8787130" y="3597910"/>
            <a:ext cx="1972310" cy="490220"/>
          </a:xfrm>
          <a:custGeom>
            <a:avLst/>
            <a:gdLst>
              <a:gd name="sw" fmla="*/ 1 w 3105"/>
              <a:gd name="sh" fmla="*/ 1 h 772"/>
              <a:gd name="mins" fmla="min sw sh"/>
              <a:gd name="dsw" fmla="+- 0 sw mins"/>
              <a:gd name="dsh" fmla="+- 0 sh mins"/>
              <a:gd name="p0x0" fmla="*/ 120 w 3105"/>
              <a:gd name="p0y0" fmla="*/ 0 h 772"/>
              <a:gd name="p0x1" fmla="*/ 2985 w 3105"/>
              <a:gd name="p0y1" fmla="*/ 0 h 772"/>
              <a:gd name="p0x2" fmla="*/ 3051 w 3105"/>
              <a:gd name="p0y2" fmla="*/ 0 h 772"/>
              <a:gd name="p0x3" fmla="*/ 3105 w 3105"/>
              <a:gd name="p0y3" fmla="*/ 53 h 772"/>
              <a:gd name="p0x4" fmla="*/ 3105 w 3105"/>
              <a:gd name="p0y4" fmla="*/ 120 h 772"/>
              <a:gd name="p0x5" fmla="*/ 3105 w 3105"/>
              <a:gd name="p0y5" fmla="*/ 652 h 772"/>
              <a:gd name="p0x6" fmla="*/ 3105 w 3105"/>
              <a:gd name="p0y6" fmla="*/ 718 h 772"/>
              <a:gd name="p0x7" fmla="*/ 3051 w 3105"/>
              <a:gd name="p0y7" fmla="*/ 772 h 772"/>
              <a:gd name="p0x8" fmla="*/ 2985 w 3105"/>
              <a:gd name="p0y8" fmla="*/ 772 h 772"/>
              <a:gd name="p0x9" fmla="*/ 120 w 3105"/>
              <a:gd name="p0y9" fmla="*/ 772 h 772"/>
              <a:gd name="p0x10" fmla="*/ 53 w 3105"/>
              <a:gd name="p0y10" fmla="*/ 772 h 772"/>
              <a:gd name="p0x11" fmla="*/ 0 w 3105"/>
              <a:gd name="p0y11" fmla="*/ 718 h 772"/>
              <a:gd name="p0x12" fmla="*/ 0 w 3105"/>
              <a:gd name="p0y12" fmla="*/ 652 h 772"/>
              <a:gd name="p0x13" fmla="*/ 0 w 3105"/>
              <a:gd name="p0y13" fmla="*/ 120 h 772"/>
              <a:gd name="p0x14" fmla="*/ 0 w 3105"/>
              <a:gd name="p0y14" fmla="*/ 53 h 772"/>
              <a:gd name="p0x15" fmla="*/ 53 w 3105"/>
              <a:gd name="p0y15" fmla="*/ 0 h 772"/>
              <a:gd name="p0x16" fmla="*/ 120 w 3105"/>
              <a:gd name="p0y16" fmla="*/ 0 h 77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43"/>
            </p:custDataLst>
          </p:nvPr>
        </p:nvSpPr>
        <p:spPr>
          <a:xfrm>
            <a:off x="8849468" y="3717131"/>
            <a:ext cx="184806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 b="1">
                <a:solidFill>
                  <a:srgbClr val="6196FF"/>
                </a:solidFill>
                <a:latin typeface="微软雅黑" panose="020B0503020204020204" charset="-122"/>
                <a:ea typeface="微软雅黑" panose="020B0503020204020204" charset="-122"/>
              </a:rPr>
              <a:t>ollama pull qwen3</a:t>
            </a:r>
            <a:endParaRPr sz="1500" b="1">
              <a:solidFill>
                <a:srgbClr val="6196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4"/>
            </p:custDataLst>
          </p:nvPr>
        </p:nvSpPr>
        <p:spPr>
          <a:xfrm>
            <a:off x="8126095" y="42075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2381" t="-20417" r="-2381" b="-20417"/>
          <a:stretch>
            <a:fillRect/>
          </a:stretch>
        </p:blipFill>
        <p:spPr>
          <a:xfrm>
            <a:off x="8192770" y="4269105"/>
            <a:ext cx="209550" cy="21463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48"/>
            </p:custDataLst>
          </p:nvPr>
        </p:nvSpPr>
        <p:spPr>
          <a:xfrm>
            <a:off x="8583882" y="4193381"/>
            <a:ext cx="2836517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执行上述命令即可完成模型下载与安装，准备就绪后即可开始工具调用开发</a:t>
            </a:r>
            <a:endParaRPr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应用案例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Basic Prompting</a:t>
            </a:r>
            <a:r>
              <a:rPr lang="zh-CN" sz="30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</a:t>
            </a:r>
            <a:endParaRPr lang="zh-CN" sz="30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817370"/>
          </a:xfrm>
          <a:custGeom>
            <a:avLst/>
            <a:gdLst>
              <a:gd name="sw" fmla="*/ 1 w 17385"/>
              <a:gd name="sh" fmla="*/ 1 h 2861"/>
              <a:gd name="mins" fmla="min sw sh"/>
              <a:gd name="dsw" fmla="+- 0 sw mins"/>
              <a:gd name="dsh" fmla="+- 0 sh mins"/>
              <a:gd name="p0x0" fmla="*/ 120 w 17385"/>
              <a:gd name="p0y0" fmla="*/ 0 h 2861"/>
              <a:gd name="p0x1" fmla="*/ 17265 w 17385"/>
              <a:gd name="p0y1" fmla="*/ 0 h 2861"/>
              <a:gd name="p0x2" fmla="*/ 17331 w 17385"/>
              <a:gd name="p0y2" fmla="*/ 0 h 2861"/>
              <a:gd name="p0x3" fmla="*/ 17385 w 17385"/>
              <a:gd name="p0y3" fmla="*/ 53 h 2861"/>
              <a:gd name="p0x4" fmla="*/ 17385 w 17385"/>
              <a:gd name="p0y4" fmla="*/ 120 h 2861"/>
              <a:gd name="p0x5" fmla="*/ 17385 w 17385"/>
              <a:gd name="p0y5" fmla="*/ 2741 h 2861"/>
              <a:gd name="p0x6" fmla="*/ 17385 w 17385"/>
              <a:gd name="p0y6" fmla="*/ 2808 h 2861"/>
              <a:gd name="p0x7" fmla="*/ 17331 w 17385"/>
              <a:gd name="p0y7" fmla="*/ 2861 h 2861"/>
              <a:gd name="p0x8" fmla="*/ 17265 w 17385"/>
              <a:gd name="p0y8" fmla="*/ 2861 h 2861"/>
              <a:gd name="p0x9" fmla="*/ 120 w 17385"/>
              <a:gd name="p0y9" fmla="*/ 2861 h 2861"/>
              <a:gd name="p0x10" fmla="*/ 53 w 17385"/>
              <a:gd name="p0y10" fmla="*/ 2861 h 2861"/>
              <a:gd name="p0x11" fmla="*/ 0 w 17385"/>
              <a:gd name="p0y11" fmla="*/ 2808 h 2861"/>
              <a:gd name="p0x12" fmla="*/ 0 w 17385"/>
              <a:gd name="p0y12" fmla="*/ 2741 h 2861"/>
              <a:gd name="p0x13" fmla="*/ 0 w 17385"/>
              <a:gd name="p0y13" fmla="*/ 120 h 2861"/>
              <a:gd name="p0x14" fmla="*/ 0 w 17385"/>
              <a:gd name="p0y14" fmla="*/ 53 h 2861"/>
              <a:gd name="p0x15" fmla="*/ 53 w 17385"/>
              <a:gd name="p0y15" fmla="*/ 0 h 2861"/>
              <a:gd name="p0x16" fmla="*/ 120 w 17385"/>
              <a:gd name="p0y16" fmla="*/ 0 h 286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/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533574" y="1461135"/>
            <a:ext cx="7124776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大语言模型和提示词模板的组合应用</a:t>
            </a:r>
            <a:endParaRPr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347867" y="2104073"/>
            <a:ext cx="3496199" cy="4591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21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</a:t>
            </a:r>
            <a:r>
              <a:rPr lang="zh-CN" sz="2100">
                <a:solidFill>
                  <a:srgbClr val="FFFFFF">
                    <a:alpha val="90001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应用最常见的应用场景</a:t>
            </a:r>
            <a:endParaRPr lang="zh-CN" sz="2100">
              <a:solidFill>
                <a:srgbClr val="FFFFFF">
                  <a:alpha val="90001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3164840"/>
            <a:ext cx="5400675" cy="3307080"/>
          </a:xfrm>
          <a:custGeom>
            <a:avLst/>
            <a:gdLst>
              <a:gd name="sw" fmla="*/ 1 w 8505"/>
              <a:gd name="sh" fmla="*/ 1 h 5208"/>
              <a:gd name="mins" fmla="min sw sh"/>
              <a:gd name="dsw" fmla="+- 0 sw mins"/>
              <a:gd name="dsh" fmla="+- 0 sh mins"/>
              <a:gd name="p0x0" fmla="*/ 120 w 8505"/>
              <a:gd name="p0y0" fmla="*/ 0 h 5208"/>
              <a:gd name="p0x1" fmla="*/ 8385 w 8505"/>
              <a:gd name="p0y1" fmla="*/ 0 h 5208"/>
              <a:gd name="p0x2" fmla="*/ 8451 w 8505"/>
              <a:gd name="p0y2" fmla="*/ 0 h 5208"/>
              <a:gd name="p0x3" fmla="*/ 8505 w 8505"/>
              <a:gd name="p0y3" fmla="*/ 53 h 5208"/>
              <a:gd name="p0x4" fmla="*/ 8505 w 8505"/>
              <a:gd name="p0y4" fmla="*/ 120 h 5208"/>
              <a:gd name="p0x5" fmla="*/ 8505 w 8505"/>
              <a:gd name="p0y5" fmla="*/ 5088 h 5208"/>
              <a:gd name="p0x6" fmla="*/ 8505 w 8505"/>
              <a:gd name="p0y6" fmla="*/ 5154 h 5208"/>
              <a:gd name="p0x7" fmla="*/ 8451 w 8505"/>
              <a:gd name="p0y7" fmla="*/ 5208 h 5208"/>
              <a:gd name="p0x8" fmla="*/ 8385 w 8505"/>
              <a:gd name="p0y8" fmla="*/ 5208 h 5208"/>
              <a:gd name="p0x9" fmla="*/ 120 w 8505"/>
              <a:gd name="p0y9" fmla="*/ 5208 h 5208"/>
              <a:gd name="p0x10" fmla="*/ 53 w 8505"/>
              <a:gd name="p0y10" fmla="*/ 5208 h 5208"/>
              <a:gd name="p0x11" fmla="*/ 0 w 8505"/>
              <a:gd name="p0y11" fmla="*/ 5154 h 5208"/>
              <a:gd name="p0x12" fmla="*/ 0 w 8505"/>
              <a:gd name="p0y12" fmla="*/ 5088 h 5208"/>
              <a:gd name="p0x13" fmla="*/ 0 w 8505"/>
              <a:gd name="p0y13" fmla="*/ 120 h 5208"/>
              <a:gd name="p0x14" fmla="*/ 0 w 8505"/>
              <a:gd name="p0y14" fmla="*/ 53 h 5208"/>
              <a:gd name="p0x15" fmla="*/ 53 w 8505"/>
              <a:gd name="p0y15" fmla="*/ 0 h 5208"/>
              <a:gd name="p0x16" fmla="*/ 120 w 8505"/>
              <a:gd name="p0y16" fmla="*/ 0 h 520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6"/>
            </p:custDataLst>
          </p:nvPr>
        </p:nvSpPr>
        <p:spPr>
          <a:xfrm>
            <a:off x="771525" y="34855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738" t="-19649" r="-2738" b="-19649"/>
          <a:stretch>
            <a:fillRect/>
          </a:stretch>
        </p:blipFill>
        <p:spPr>
          <a:xfrm>
            <a:off x="840105" y="3566795"/>
            <a:ext cx="281305" cy="25209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343025" y="3381318"/>
            <a:ext cx="325762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Chat Input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1343025" y="3705168"/>
            <a:ext cx="34290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接收会话输入文本，原样输出到大模型输入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771525" y="42341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1404" t="-2933" r="-1404" b="-2933"/>
          <a:stretch>
            <a:fillRect/>
          </a:stretch>
        </p:blipFill>
        <p:spPr>
          <a:xfrm>
            <a:off x="887730" y="4315460"/>
            <a:ext cx="186055" cy="2520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1343025" y="4129926"/>
            <a:ext cx="33299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Prompt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7"/>
            </p:custDataLst>
          </p:nvPr>
        </p:nvSpPr>
        <p:spPr>
          <a:xfrm>
            <a:off x="1343025" y="4453776"/>
            <a:ext cx="367285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提示词模板，设置</a:t>
            </a:r>
            <a:r>
              <a:rPr lang="en-US" altLang="zh-CN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Template</a:t>
            </a:r>
            <a:r>
              <a:rPr lang="zh-CN" altLang="en-US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输出到系统指令</a:t>
            </a:r>
            <a:endParaRPr lang="zh-CN" altLang="en-US"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8"/>
            </p:custDataLst>
          </p:nvPr>
        </p:nvSpPr>
        <p:spPr>
          <a:xfrm>
            <a:off x="771525" y="498284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366" t="-2933" r="-2366" b="-2933"/>
          <a:stretch>
            <a:fillRect/>
          </a:stretch>
        </p:blipFill>
        <p:spPr>
          <a:xfrm>
            <a:off x="826135" y="5064125"/>
            <a:ext cx="309245" cy="25209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1343025" y="4878524"/>
            <a:ext cx="291472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Ollama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1343025" y="5202374"/>
            <a:ext cx="30861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大语言模型，设置服务地址和模型名称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771525" y="57315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57250" y="5812790"/>
            <a:ext cx="247650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1343025" y="5627132"/>
            <a:ext cx="188602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Chat Output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1343025" y="5950982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显示或输出工作流的输出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6214745" y="3164840"/>
            <a:ext cx="5400675" cy="3307080"/>
          </a:xfrm>
          <a:custGeom>
            <a:avLst/>
            <a:gdLst>
              <a:gd name="sw" fmla="*/ 1 w 8505"/>
              <a:gd name="sh" fmla="*/ 1 h 5208"/>
              <a:gd name="mins" fmla="min sw sh"/>
              <a:gd name="dsw" fmla="+- 0 sw mins"/>
              <a:gd name="dsh" fmla="+- 0 sh mins"/>
              <a:gd name="p0x0" fmla="*/ 120 w 8505"/>
              <a:gd name="p0y0" fmla="*/ 0 h 5208"/>
              <a:gd name="p0x1" fmla="*/ 8385 w 8505"/>
              <a:gd name="p0y1" fmla="*/ 0 h 5208"/>
              <a:gd name="p0x2" fmla="*/ 8451 w 8505"/>
              <a:gd name="p0y2" fmla="*/ 0 h 5208"/>
              <a:gd name="p0x3" fmla="*/ 8505 w 8505"/>
              <a:gd name="p0y3" fmla="*/ 53 h 5208"/>
              <a:gd name="p0x4" fmla="*/ 8505 w 8505"/>
              <a:gd name="p0y4" fmla="*/ 120 h 5208"/>
              <a:gd name="p0x5" fmla="*/ 8505 w 8505"/>
              <a:gd name="p0y5" fmla="*/ 5088 h 5208"/>
              <a:gd name="p0x6" fmla="*/ 8505 w 8505"/>
              <a:gd name="p0y6" fmla="*/ 5154 h 5208"/>
              <a:gd name="p0x7" fmla="*/ 8451 w 8505"/>
              <a:gd name="p0y7" fmla="*/ 5208 h 5208"/>
              <a:gd name="p0x8" fmla="*/ 8385 w 8505"/>
              <a:gd name="p0y8" fmla="*/ 5208 h 5208"/>
              <a:gd name="p0x9" fmla="*/ 120 w 8505"/>
              <a:gd name="p0y9" fmla="*/ 5208 h 5208"/>
              <a:gd name="p0x10" fmla="*/ 53 w 8505"/>
              <a:gd name="p0y10" fmla="*/ 5208 h 5208"/>
              <a:gd name="p0x11" fmla="*/ 0 w 8505"/>
              <a:gd name="p0y11" fmla="*/ 5154 h 5208"/>
              <a:gd name="p0x12" fmla="*/ 0 w 8505"/>
              <a:gd name="p0y12" fmla="*/ 5088 h 5208"/>
              <a:gd name="p0x13" fmla="*/ 0 w 8505"/>
              <a:gd name="p0y13" fmla="*/ 120 h 5208"/>
              <a:gd name="p0x14" fmla="*/ 0 w 8505"/>
              <a:gd name="p0y14" fmla="*/ 53 h 5208"/>
              <a:gd name="p0x15" fmla="*/ 53 w 8505"/>
              <a:gd name="p0y15" fmla="*/ 0 h 5208"/>
              <a:gd name="p0x16" fmla="*/ 120 w 8505"/>
              <a:gd name="p0y16" fmla="*/ 0 h 520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6410325" y="406781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6524625" y="4163060"/>
            <a:ext cx="266700" cy="3048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7058025" y="4051954"/>
            <a:ext cx="43624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测试方法</a:t>
            </a:r>
            <a:endParaRPr sz="21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6"/>
            </p:custDataLst>
          </p:nvPr>
        </p:nvSpPr>
        <p:spPr>
          <a:xfrm>
            <a:off x="7058025" y="4425334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配置完成后，按右上角</a:t>
            </a:r>
            <a:endParaRPr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9001125" y="4441190"/>
            <a:ext cx="1152525" cy="320040"/>
          </a:xfrm>
          <a:custGeom>
            <a:avLst/>
            <a:gdLst>
              <a:gd name="sw" fmla="*/ 1 w 1815"/>
              <a:gd name="sh" fmla="*/ 1 h 503"/>
              <a:gd name="mins" fmla="min sw sh"/>
              <a:gd name="dsw" fmla="+- 0 sw mins"/>
              <a:gd name="dsh" fmla="+- 0 sh mins"/>
              <a:gd name="p0x0" fmla="*/ 60 w 1815"/>
              <a:gd name="p0y0" fmla="*/ 0 h 503"/>
              <a:gd name="p0x1" fmla="*/ 1755 w 1815"/>
              <a:gd name="p0y1" fmla="*/ 0 h 503"/>
              <a:gd name="p0x2" fmla="*/ 1788 w 1815"/>
              <a:gd name="p0y2" fmla="*/ 0 h 503"/>
              <a:gd name="p0x3" fmla="*/ 1815 w 1815"/>
              <a:gd name="p0y3" fmla="*/ 26 h 503"/>
              <a:gd name="p0x4" fmla="*/ 1815 w 1815"/>
              <a:gd name="p0y4" fmla="*/ 60 h 503"/>
              <a:gd name="p0x5" fmla="*/ 1815 w 1815"/>
              <a:gd name="p0y5" fmla="*/ 443 h 503"/>
              <a:gd name="p0x6" fmla="*/ 1815 w 1815"/>
              <a:gd name="p0y6" fmla="*/ 477 h 503"/>
              <a:gd name="p0x7" fmla="*/ 1788 w 1815"/>
              <a:gd name="p0y7" fmla="*/ 503 h 503"/>
              <a:gd name="p0x8" fmla="*/ 1755 w 1815"/>
              <a:gd name="p0y8" fmla="*/ 503 h 503"/>
              <a:gd name="p0x9" fmla="*/ 60 w 1815"/>
              <a:gd name="p0y9" fmla="*/ 503 h 503"/>
              <a:gd name="p0x10" fmla="*/ 26 w 1815"/>
              <a:gd name="p0y10" fmla="*/ 503 h 503"/>
              <a:gd name="p0x11" fmla="*/ 0 w 1815"/>
              <a:gd name="p0y11" fmla="*/ 477 h 503"/>
              <a:gd name="p0x12" fmla="*/ 0 w 1815"/>
              <a:gd name="p0y12" fmla="*/ 443 h 503"/>
              <a:gd name="p0x13" fmla="*/ 0 w 1815"/>
              <a:gd name="p0y13" fmla="*/ 60 h 503"/>
              <a:gd name="p0x14" fmla="*/ 0 w 1815"/>
              <a:gd name="p0y14" fmla="*/ 26 h 503"/>
              <a:gd name="p0x15" fmla="*/ 26 w 1815"/>
              <a:gd name="p0y15" fmla="*/ 0 h 503"/>
              <a:gd name="p0x16" fmla="*/ 60 w 1815"/>
              <a:gd name="p0y16" fmla="*/ 0 h 5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8519" t="-10000" r="-8519" b="-10000"/>
          <a:stretch>
            <a:fillRect/>
          </a:stretch>
        </p:blipFill>
        <p:spPr>
          <a:xfrm>
            <a:off x="9098280" y="4544060"/>
            <a:ext cx="100330" cy="1143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9258300" y="4468225"/>
            <a:ext cx="971921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C8D9FF"/>
                </a:solidFill>
                <a:latin typeface="微软雅黑" panose="020B0503020204020204" charset="-122"/>
                <a:ea typeface="微软雅黑" panose="020B0503020204020204" charset="-122"/>
              </a:rPr>
              <a:t>Playground</a:t>
            </a:r>
            <a:endParaRPr sz="1200">
              <a:solidFill>
                <a:srgbClr val="C8D9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42"/>
            </p:custDataLst>
          </p:nvPr>
        </p:nvSpPr>
        <p:spPr>
          <a:xfrm>
            <a:off x="10192121" y="4425334"/>
            <a:ext cx="133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按钮测试应用</a:t>
            </a:r>
            <a:endParaRPr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3"/>
            </p:custDataLst>
          </p:nvPr>
        </p:nvSpPr>
        <p:spPr>
          <a:xfrm>
            <a:off x="6410325" y="4913630"/>
            <a:ext cx="5010150" cy="655320"/>
          </a:xfrm>
          <a:custGeom>
            <a:avLst/>
            <a:gdLst>
              <a:gd name="sw" fmla="*/ 1 w 7890"/>
              <a:gd name="sh" fmla="*/ 1 h 1031"/>
              <a:gd name="mins" fmla="min sw sh"/>
              <a:gd name="dsw" fmla="+- 0 sw mins"/>
              <a:gd name="dsh" fmla="+- 0 sh mins"/>
              <a:gd name="p0x0" fmla="*/ 120 w 7890"/>
              <a:gd name="p0y0" fmla="*/ 0 h 1031"/>
              <a:gd name="p0x1" fmla="*/ 7770 w 7890"/>
              <a:gd name="p0y1" fmla="*/ 0 h 1031"/>
              <a:gd name="p0x2" fmla="*/ 7836 w 7890"/>
              <a:gd name="p0y2" fmla="*/ 0 h 1031"/>
              <a:gd name="p0x3" fmla="*/ 7890 w 7890"/>
              <a:gd name="p0y3" fmla="*/ 53 h 1031"/>
              <a:gd name="p0x4" fmla="*/ 7890 w 7890"/>
              <a:gd name="p0y4" fmla="*/ 120 h 1031"/>
              <a:gd name="p0x5" fmla="*/ 7890 w 7890"/>
              <a:gd name="p0y5" fmla="*/ 911 h 1031"/>
              <a:gd name="p0x6" fmla="*/ 7890 w 7890"/>
              <a:gd name="p0y6" fmla="*/ 978 h 1031"/>
              <a:gd name="p0x7" fmla="*/ 7836 w 7890"/>
              <a:gd name="p0y7" fmla="*/ 1031 h 1031"/>
              <a:gd name="p0x8" fmla="*/ 7770 w 7890"/>
              <a:gd name="p0y8" fmla="*/ 1031 h 1031"/>
              <a:gd name="p0x9" fmla="*/ 120 w 7890"/>
              <a:gd name="p0y9" fmla="*/ 1031 h 1031"/>
              <a:gd name="p0x10" fmla="*/ 53 w 7890"/>
              <a:gd name="p0y10" fmla="*/ 1031 h 1031"/>
              <a:gd name="p0x11" fmla="*/ 0 w 7890"/>
              <a:gd name="p0y11" fmla="*/ 978 h 1031"/>
              <a:gd name="p0x12" fmla="*/ 0 w 7890"/>
              <a:gd name="p0y12" fmla="*/ 911 h 1031"/>
              <a:gd name="p0x13" fmla="*/ 0 w 7890"/>
              <a:gd name="p0y13" fmla="*/ 120 h 1031"/>
              <a:gd name="p0x14" fmla="*/ 0 w 7890"/>
              <a:gd name="p0y14" fmla="*/ 53 h 1031"/>
              <a:gd name="p0x15" fmla="*/ 53 w 7890"/>
              <a:gd name="p0y15" fmla="*/ 0 h 1031"/>
              <a:gd name="p0x16" fmla="*/ 120 w 7890"/>
              <a:gd name="p0y16" fmla="*/ 0 h 103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44"/>
            </p:custDataLst>
          </p:nvPr>
        </p:nvSpPr>
        <p:spPr>
          <a:xfrm>
            <a:off x="7432329" y="5012998"/>
            <a:ext cx="296614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工作流配置</a:t>
            </a:r>
            <a:r>
              <a:rPr lang="en-US" altLang="zh-CN" sz="13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启动测试</a:t>
            </a:r>
            <a:r>
              <a:rPr lang="en-US" altLang="zh-CN" sz="13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验证输出</a:t>
            </a:r>
            <a:endParaRPr lang="zh-CN" altLang="en-US" sz="135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5"/>
            </p:custDataLst>
          </p:nvPr>
        </p:nvSpPr>
        <p:spPr>
          <a:xfrm>
            <a:off x="8420100" y="53784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19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矩形 35"/>
          <p:cNvSpPr/>
          <p:nvPr>
            <p:custDataLst>
              <p:tags r:id="rId46"/>
            </p:custDataLst>
          </p:nvPr>
        </p:nvSpPr>
        <p:spPr>
          <a:xfrm>
            <a:off x="8572500" y="5407025"/>
            <a:ext cx="228600" cy="19050"/>
          </a:xfrm>
          <a:prstGeom prst="rect">
            <a:avLst/>
          </a:prstGeom>
          <a:solidFill>
            <a:srgbClr val="FFFFFF">
              <a:alpha val="902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7"/>
            </p:custDataLst>
          </p:nvPr>
        </p:nvSpPr>
        <p:spPr>
          <a:xfrm>
            <a:off x="8877300" y="53784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19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矩形 37"/>
          <p:cNvSpPr/>
          <p:nvPr>
            <p:custDataLst>
              <p:tags r:id="rId48"/>
            </p:custDataLst>
          </p:nvPr>
        </p:nvSpPr>
        <p:spPr>
          <a:xfrm>
            <a:off x="9029700" y="5407025"/>
            <a:ext cx="228600" cy="19050"/>
          </a:xfrm>
          <a:prstGeom prst="rect">
            <a:avLst/>
          </a:prstGeom>
          <a:solidFill>
            <a:srgbClr val="FFFFFF">
              <a:alpha val="902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49"/>
            </p:custDataLst>
          </p:nvPr>
        </p:nvSpPr>
        <p:spPr>
          <a:xfrm>
            <a:off x="9334500" y="537845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619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应用集成与部署</a:t>
            </a:r>
            <a:endParaRPr sz="30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2873375"/>
            <a:ext cx="1480820" cy="1834515"/>
          </a:xfrm>
          <a:custGeom>
            <a:avLst/>
            <a:gdLst>
              <a:gd name="sw" fmla="*/ 1 w 2332"/>
              <a:gd name="sh" fmla="*/ 1 h 2888"/>
              <a:gd name="mins" fmla="min sw sh"/>
              <a:gd name="dsw" fmla="+- 0 sw mins"/>
              <a:gd name="dsh" fmla="+- 0 sh mins"/>
              <a:gd name="p0x0" fmla="*/ 120 w 2332"/>
              <a:gd name="p0y0" fmla="*/ 0 h 2888"/>
              <a:gd name="p0x1" fmla="*/ 2212 w 2332"/>
              <a:gd name="p0y1" fmla="*/ 0 h 2888"/>
              <a:gd name="p0x2" fmla="*/ 2278 w 2332"/>
              <a:gd name="p0y2" fmla="*/ 0 h 2888"/>
              <a:gd name="p0x3" fmla="*/ 2332 w 2332"/>
              <a:gd name="p0y3" fmla="*/ 53 h 2888"/>
              <a:gd name="p0x4" fmla="*/ 2332 w 2332"/>
              <a:gd name="p0y4" fmla="*/ 120 h 2888"/>
              <a:gd name="p0x5" fmla="*/ 2332 w 2332"/>
              <a:gd name="p0y5" fmla="*/ 2768 h 2888"/>
              <a:gd name="p0x6" fmla="*/ 2332 w 2332"/>
              <a:gd name="p0y6" fmla="*/ 2835 h 2888"/>
              <a:gd name="p0x7" fmla="*/ 2278 w 2332"/>
              <a:gd name="p0y7" fmla="*/ 2888 h 2888"/>
              <a:gd name="p0x8" fmla="*/ 2212 w 2332"/>
              <a:gd name="p0y8" fmla="*/ 2888 h 2888"/>
              <a:gd name="p0x9" fmla="*/ 120 w 2332"/>
              <a:gd name="p0y9" fmla="*/ 2888 h 2888"/>
              <a:gd name="p0x10" fmla="*/ 53 w 2332"/>
              <a:gd name="p0y10" fmla="*/ 2888 h 2888"/>
              <a:gd name="p0x11" fmla="*/ 0 w 2332"/>
              <a:gd name="p0y11" fmla="*/ 2835 h 2888"/>
              <a:gd name="p0x12" fmla="*/ 0 w 2332"/>
              <a:gd name="p0y12" fmla="*/ 2768 h 2888"/>
              <a:gd name="p0x13" fmla="*/ 0 w 2332"/>
              <a:gd name="p0y13" fmla="*/ 120 h 2888"/>
              <a:gd name="p0x14" fmla="*/ 0 w 2332"/>
              <a:gd name="p0y14" fmla="*/ 53 h 2888"/>
              <a:gd name="p0x15" fmla="*/ 53 w 2332"/>
              <a:gd name="p0y15" fmla="*/ 0 h 2888"/>
              <a:gd name="p0x16" fmla="*/ 120 w 2332"/>
              <a:gd name="p0y16" fmla="*/ 0 h 28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3"/>
            </p:custDataLst>
          </p:nvPr>
        </p:nvSpPr>
        <p:spPr>
          <a:xfrm>
            <a:off x="1106805" y="30689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26" r="-2273" b="-1026"/>
          <a:stretch>
            <a:fillRect/>
          </a:stretch>
        </p:blipFill>
        <p:spPr>
          <a:xfrm>
            <a:off x="1207135" y="3149600"/>
            <a:ext cx="219075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789232" y="3625243"/>
            <a:ext cx="105481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</a:t>
            </a:r>
            <a:endParaRPr lang="zh-CN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802262" y="3949093"/>
            <a:ext cx="10287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提供给外部程序调用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2256790" y="2730500"/>
            <a:ext cx="1480820" cy="2120265"/>
          </a:xfrm>
          <a:custGeom>
            <a:avLst/>
            <a:gdLst>
              <a:gd name="sw" fmla="*/ 1 w 2332"/>
              <a:gd name="sh" fmla="*/ 1 h 3338"/>
              <a:gd name="mins" fmla="min sw sh"/>
              <a:gd name="dsw" fmla="+- 0 sw mins"/>
              <a:gd name="dsh" fmla="+- 0 sh mins"/>
              <a:gd name="p0x0" fmla="*/ 120 w 2332"/>
              <a:gd name="p0y0" fmla="*/ 0 h 3338"/>
              <a:gd name="p0x1" fmla="*/ 2212 w 2332"/>
              <a:gd name="p0y1" fmla="*/ 0 h 3338"/>
              <a:gd name="p0x2" fmla="*/ 2278 w 2332"/>
              <a:gd name="p0y2" fmla="*/ 0 h 3338"/>
              <a:gd name="p0x3" fmla="*/ 2332 w 2332"/>
              <a:gd name="p0y3" fmla="*/ 53 h 3338"/>
              <a:gd name="p0x4" fmla="*/ 2332 w 2332"/>
              <a:gd name="p0y4" fmla="*/ 120 h 3338"/>
              <a:gd name="p0x5" fmla="*/ 2332 w 2332"/>
              <a:gd name="p0y5" fmla="*/ 3218 h 3338"/>
              <a:gd name="p0x6" fmla="*/ 2332 w 2332"/>
              <a:gd name="p0y6" fmla="*/ 3285 h 3338"/>
              <a:gd name="p0x7" fmla="*/ 2278 w 2332"/>
              <a:gd name="p0y7" fmla="*/ 3338 h 3338"/>
              <a:gd name="p0x8" fmla="*/ 2212 w 2332"/>
              <a:gd name="p0y8" fmla="*/ 3338 h 3338"/>
              <a:gd name="p0x9" fmla="*/ 120 w 2332"/>
              <a:gd name="p0y9" fmla="*/ 3338 h 3338"/>
              <a:gd name="p0x10" fmla="*/ 53 w 2332"/>
              <a:gd name="p0y10" fmla="*/ 3338 h 3338"/>
              <a:gd name="p0x11" fmla="*/ 0 w 2332"/>
              <a:gd name="p0y11" fmla="*/ 3285 h 3338"/>
              <a:gd name="p0x12" fmla="*/ 0 w 2332"/>
              <a:gd name="p0y12" fmla="*/ 3218 h 3338"/>
              <a:gd name="p0x13" fmla="*/ 0 w 2332"/>
              <a:gd name="p0y13" fmla="*/ 120 h 3338"/>
              <a:gd name="p0x14" fmla="*/ 0 w 2332"/>
              <a:gd name="p0y14" fmla="*/ 53 h 3338"/>
              <a:gd name="p0x15" fmla="*/ 53 w 2332"/>
              <a:gd name="p0y15" fmla="*/ 0 h 3338"/>
              <a:gd name="p0x16" fmla="*/ 120 w 2332"/>
              <a:gd name="p0y16" fmla="*/ 0 h 33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2787650" y="292608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619" t="-3067" r="-2619" b="-3067"/>
          <a:stretch>
            <a:fillRect/>
          </a:stretch>
        </p:blipFill>
        <p:spPr>
          <a:xfrm>
            <a:off x="2856865" y="3006725"/>
            <a:ext cx="28067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2460060" y="3482368"/>
            <a:ext cx="1074915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JavaScript</a:t>
            </a:r>
            <a:r>
              <a:rPr lang="zh-CN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endParaRPr lang="zh-CN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2558510" y="4091968"/>
            <a:ext cx="87801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zh-CN" altLang="en-US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嵌入到其他</a:t>
            </a:r>
            <a:r>
              <a:rPr lang="en-US" altLang="zh-CN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</a:t>
            </a:r>
            <a:r>
              <a:rPr lang="zh-CN" altLang="en-US"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页面</a:t>
            </a:r>
            <a:endParaRPr lang="zh-CN" altLang="en-US"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3937635" y="2873375"/>
            <a:ext cx="1480820" cy="1834515"/>
          </a:xfrm>
          <a:custGeom>
            <a:avLst/>
            <a:gdLst>
              <a:gd name="sw" fmla="*/ 1 w 2332"/>
              <a:gd name="sh" fmla="*/ 1 h 2888"/>
              <a:gd name="mins" fmla="min sw sh"/>
              <a:gd name="dsw" fmla="+- 0 sw mins"/>
              <a:gd name="dsh" fmla="+- 0 sh mins"/>
              <a:gd name="p0x0" fmla="*/ 120 w 2332"/>
              <a:gd name="p0y0" fmla="*/ 0 h 2888"/>
              <a:gd name="p0x1" fmla="*/ 2212 w 2332"/>
              <a:gd name="p0y1" fmla="*/ 0 h 2888"/>
              <a:gd name="p0x2" fmla="*/ 2278 w 2332"/>
              <a:gd name="p0y2" fmla="*/ 0 h 2888"/>
              <a:gd name="p0x3" fmla="*/ 2332 w 2332"/>
              <a:gd name="p0y3" fmla="*/ 53 h 2888"/>
              <a:gd name="p0x4" fmla="*/ 2332 w 2332"/>
              <a:gd name="p0y4" fmla="*/ 120 h 2888"/>
              <a:gd name="p0x5" fmla="*/ 2332 w 2332"/>
              <a:gd name="p0y5" fmla="*/ 2768 h 2888"/>
              <a:gd name="p0x6" fmla="*/ 2332 w 2332"/>
              <a:gd name="p0y6" fmla="*/ 2835 h 2888"/>
              <a:gd name="p0x7" fmla="*/ 2278 w 2332"/>
              <a:gd name="p0y7" fmla="*/ 2888 h 2888"/>
              <a:gd name="p0x8" fmla="*/ 2212 w 2332"/>
              <a:gd name="p0y8" fmla="*/ 2888 h 2888"/>
              <a:gd name="p0x9" fmla="*/ 120 w 2332"/>
              <a:gd name="p0y9" fmla="*/ 2888 h 2888"/>
              <a:gd name="p0x10" fmla="*/ 53 w 2332"/>
              <a:gd name="p0y10" fmla="*/ 2888 h 2888"/>
              <a:gd name="p0x11" fmla="*/ 0 w 2332"/>
              <a:gd name="p0y11" fmla="*/ 2835 h 2888"/>
              <a:gd name="p0x12" fmla="*/ 0 w 2332"/>
              <a:gd name="p0y12" fmla="*/ 2768 h 2888"/>
              <a:gd name="p0x13" fmla="*/ 0 w 2332"/>
              <a:gd name="p0y13" fmla="*/ 120 h 2888"/>
              <a:gd name="p0x14" fmla="*/ 0 w 2332"/>
              <a:gd name="p0y14" fmla="*/ 53 h 2888"/>
              <a:gd name="p0x15" fmla="*/ 53 w 2332"/>
              <a:gd name="p0y15" fmla="*/ 0 h 2888"/>
              <a:gd name="p0x16" fmla="*/ 120 w 2332"/>
              <a:gd name="p0y16" fmla="*/ 0 h 28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4468495" y="306895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619" t="-10303" r="-2619" b="-10303"/>
          <a:stretch>
            <a:fillRect/>
          </a:stretch>
        </p:blipFill>
        <p:spPr>
          <a:xfrm>
            <a:off x="4537710" y="3149600"/>
            <a:ext cx="280670" cy="2527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4106847" y="3625243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服务接口</a:t>
            </a:r>
            <a:endParaRPr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4163997" y="3949093"/>
            <a:ext cx="10287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供其他应用调用</a:t>
            </a:r>
            <a:endParaRPr sz="135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694680" y="1109345"/>
            <a:ext cx="5920740" cy="4170045"/>
          </a:xfrm>
          <a:custGeom>
            <a:avLst/>
            <a:gdLst>
              <a:gd name="sw" fmla="*/ 1 w 9324"/>
              <a:gd name="sh" fmla="*/ 1 h 6567"/>
              <a:gd name="mins" fmla="min sw sh"/>
              <a:gd name="dsw" fmla="+- 0 sw mins"/>
              <a:gd name="dsh" fmla="+- 0 sh mins"/>
              <a:gd name="p0x0" fmla="*/ 120 w 9324"/>
              <a:gd name="p0y0" fmla="*/ 0 h 6567"/>
              <a:gd name="p0x1" fmla="*/ 9204 w 9324"/>
              <a:gd name="p0y1" fmla="*/ 0 h 6567"/>
              <a:gd name="p0x2" fmla="*/ 9270 w 9324"/>
              <a:gd name="p0y2" fmla="*/ 0 h 6567"/>
              <a:gd name="p0x3" fmla="*/ 9324 w 9324"/>
              <a:gd name="p0y3" fmla="*/ 53 h 6567"/>
              <a:gd name="p0x4" fmla="*/ 9324 w 9324"/>
              <a:gd name="p0y4" fmla="*/ 120 h 6567"/>
              <a:gd name="p0x5" fmla="*/ 9324 w 9324"/>
              <a:gd name="p0y5" fmla="*/ 6447 h 6567"/>
              <a:gd name="p0x6" fmla="*/ 9324 w 9324"/>
              <a:gd name="p0y6" fmla="*/ 6513 h 6567"/>
              <a:gd name="p0x7" fmla="*/ 9270 w 9324"/>
              <a:gd name="p0y7" fmla="*/ 6567 h 6567"/>
              <a:gd name="p0x8" fmla="*/ 9204 w 9324"/>
              <a:gd name="p0y8" fmla="*/ 6567 h 6567"/>
              <a:gd name="p0x9" fmla="*/ 120 w 9324"/>
              <a:gd name="p0y9" fmla="*/ 6567 h 6567"/>
              <a:gd name="p0x10" fmla="*/ 53 w 9324"/>
              <a:gd name="p0y10" fmla="*/ 6567 h 6567"/>
              <a:gd name="p0x11" fmla="*/ 0 w 9324"/>
              <a:gd name="p0y11" fmla="*/ 6513 h 6567"/>
              <a:gd name="p0x12" fmla="*/ 0 w 9324"/>
              <a:gd name="p0y12" fmla="*/ 6447 h 6567"/>
              <a:gd name="p0x13" fmla="*/ 0 w 9324"/>
              <a:gd name="p0y13" fmla="*/ 120 h 6567"/>
              <a:gd name="p0x14" fmla="*/ 0 w 9324"/>
              <a:gd name="p0y14" fmla="*/ 53 h 6567"/>
              <a:gd name="p0x15" fmla="*/ 53 w 9324"/>
              <a:gd name="p0y15" fmla="*/ 0 h 6567"/>
              <a:gd name="p0x16" fmla="*/ 120 w 9324"/>
              <a:gd name="p0y16" fmla="*/ 0 h 65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9020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4"/>
            </p:custDataLst>
          </p:nvPr>
        </p:nvSpPr>
        <p:spPr>
          <a:xfrm>
            <a:off x="5890241" y="1662741"/>
            <a:ext cx="55302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网页嵌入示例</a:t>
            </a:r>
            <a:endParaRPr sz="2100" b="1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5"/>
            </p:custDataLst>
          </p:nvPr>
        </p:nvSpPr>
        <p:spPr>
          <a:xfrm>
            <a:off x="5889625" y="25380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5956300" y="2600325"/>
            <a:ext cx="209550" cy="21399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6347441" y="2543470"/>
            <a:ext cx="4115019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在工作流配置界面右上角，选择</a:t>
            </a:r>
            <a:r>
              <a:rPr lang="en-US" altLang="zh-CN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"Share"</a:t>
            </a:r>
            <a:r>
              <a:rPr lang="zh-CN" altLang="en-US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菜单</a:t>
            </a:r>
            <a:endParaRPr lang="zh-CN" altLang="en-US"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5889625" y="29952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rcRect l="-4259" t="-3492" r="-4259" b="-3492"/>
          <a:stretch>
            <a:fillRect/>
          </a:stretch>
        </p:blipFill>
        <p:spPr>
          <a:xfrm>
            <a:off x="5968365" y="3057525"/>
            <a:ext cx="186055" cy="213995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34"/>
            </p:custDataLst>
          </p:nvPr>
        </p:nvSpPr>
        <p:spPr>
          <a:xfrm>
            <a:off x="6347441" y="3000670"/>
            <a:ext cx="271827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点击</a:t>
            </a:r>
            <a:r>
              <a:rPr lang="en-US" altLang="zh-CN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"Embed into site"</a:t>
            </a:r>
            <a:r>
              <a:rPr lang="zh-CN" altLang="en-US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选项</a:t>
            </a:r>
            <a:endParaRPr lang="zh-CN" altLang="en-US"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5889625" y="34524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5982970" y="3514725"/>
            <a:ext cx="156845" cy="213995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9"/>
            </p:custDataLst>
          </p:nvPr>
        </p:nvSpPr>
        <p:spPr>
          <a:xfrm>
            <a:off x="6347441" y="3457870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系统自动生成嵌入代码</a:t>
            </a:r>
            <a:endParaRPr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0"/>
            </p:custDataLst>
          </p:nvPr>
        </p:nvSpPr>
        <p:spPr>
          <a:xfrm>
            <a:off x="5889625" y="39096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4259" t="-12407" r="-4259" b="-12407"/>
          <a:stretch>
            <a:fillRect/>
          </a:stretch>
        </p:blipFill>
        <p:spPr>
          <a:xfrm>
            <a:off x="5968365" y="3971925"/>
            <a:ext cx="186055" cy="213995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4"/>
            </p:custDataLst>
          </p:nvPr>
        </p:nvSpPr>
        <p:spPr>
          <a:xfrm>
            <a:off x="6347441" y="3915070"/>
            <a:ext cx="2260473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将代码保存为</a:t>
            </a:r>
            <a:r>
              <a:rPr lang="en-US" altLang="zh-CN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lang="zh-CN" altLang="en-US"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5"/>
            </p:custDataLst>
          </p:nvPr>
        </p:nvSpPr>
        <p:spPr>
          <a:xfrm>
            <a:off x="5889625" y="43668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6196FF">
              <a:alpha val="14902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5956300" y="4429125"/>
            <a:ext cx="209550" cy="213995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9"/>
            </p:custDataLst>
          </p:nvPr>
        </p:nvSpPr>
        <p:spPr>
          <a:xfrm>
            <a:off x="6347441" y="4372270"/>
            <a:ext cx="2095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E9EEFC">
                    <a:alpha val="72157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用浏览器打开即可运行</a:t>
            </a:r>
            <a:endParaRPr sz="1500">
              <a:solidFill>
                <a:srgbClr val="E9EEFC">
                  <a:alpha val="72157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0"/>
            </p:custDataLst>
          </p:nvPr>
        </p:nvSpPr>
        <p:spPr>
          <a:xfrm>
            <a:off x="5694680" y="5479415"/>
            <a:ext cx="5920740" cy="992505"/>
          </a:xfrm>
          <a:custGeom>
            <a:avLst/>
            <a:gdLst>
              <a:gd name="sw" fmla="*/ 1 w 9324"/>
              <a:gd name="sh" fmla="*/ 1 h 1562"/>
              <a:gd name="mins" fmla="min sw sh"/>
              <a:gd name="dsw" fmla="+- 0 sw mins"/>
              <a:gd name="dsh" fmla="+- 0 sh mins"/>
              <a:gd name="p0x0" fmla="*/ 120 w 9324"/>
              <a:gd name="p0y0" fmla="*/ 0 h 1562"/>
              <a:gd name="p0x1" fmla="*/ 9204 w 9324"/>
              <a:gd name="p0y1" fmla="*/ 0 h 1562"/>
              <a:gd name="p0x2" fmla="*/ 9270 w 9324"/>
              <a:gd name="p0y2" fmla="*/ 0 h 1562"/>
              <a:gd name="p0x3" fmla="*/ 9324 w 9324"/>
              <a:gd name="p0y3" fmla="*/ 53 h 1562"/>
              <a:gd name="p0x4" fmla="*/ 9324 w 9324"/>
              <a:gd name="p0y4" fmla="*/ 120 h 1562"/>
              <a:gd name="p0x5" fmla="*/ 9324 w 9324"/>
              <a:gd name="p0y5" fmla="*/ 1442 h 1562"/>
              <a:gd name="p0x6" fmla="*/ 9324 w 9324"/>
              <a:gd name="p0y6" fmla="*/ 1509 h 1562"/>
              <a:gd name="p0x7" fmla="*/ 9270 w 9324"/>
              <a:gd name="p0y7" fmla="*/ 1562 h 1562"/>
              <a:gd name="p0x8" fmla="*/ 9204 w 9324"/>
              <a:gd name="p0y8" fmla="*/ 1562 h 1562"/>
              <a:gd name="p0x9" fmla="*/ 120 w 9324"/>
              <a:gd name="p0y9" fmla="*/ 1562 h 1562"/>
              <a:gd name="p0x10" fmla="*/ 53 w 9324"/>
              <a:gd name="p0y10" fmla="*/ 1562 h 1562"/>
              <a:gd name="p0x11" fmla="*/ 0 w 9324"/>
              <a:gd name="p0y11" fmla="*/ 1509 h 1562"/>
              <a:gd name="p0x12" fmla="*/ 0 w 9324"/>
              <a:gd name="p0y12" fmla="*/ 1442 h 1562"/>
              <a:gd name="p0x13" fmla="*/ 0 w 9324"/>
              <a:gd name="p0y13" fmla="*/ 120 h 1562"/>
              <a:gd name="p0x14" fmla="*/ 0 w 9324"/>
              <a:gd name="p0y14" fmla="*/ 53 h 1562"/>
              <a:gd name="p0x15" fmla="*/ 53 w 9324"/>
              <a:gd name="p0y15" fmla="*/ 0 h 1562"/>
              <a:gd name="p0x16" fmla="*/ 120 w 9324"/>
              <a:gd name="p0y16" fmla="*/ 0 h 15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941"/>
            </a:srgbClr>
          </a:solidFill>
          <a:ln w="9525" cmpd="sng">
            <a:solidFill>
              <a:srgbClr val="FFFFFF">
                <a:alpha val="10196"/>
              </a:srgbClr>
            </a:solidFill>
            <a:prstDash val="solid"/>
          </a:ln>
          <a:effectLst>
            <a:outerShdw blurRad="171450" dist="38100" dir="5399999" algn="ctr" rotWithShape="0">
              <a:srgbClr val="060818">
                <a:alpha val="2000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51"/>
            </p:custDataLst>
          </p:nvPr>
        </p:nvSpPr>
        <p:spPr>
          <a:xfrm>
            <a:off x="5890241" y="5663689"/>
            <a:ext cx="5530234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&lt;script src="langflow-embed.js"&gt;&lt;/script&gt;</a:t>
            </a:r>
            <a:endParaRPr sz="120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52"/>
            </p:custDataLst>
          </p:nvPr>
        </p:nvSpPr>
        <p:spPr>
          <a:xfrm>
            <a:off x="5890241" y="6021772"/>
            <a:ext cx="5530234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E9EEFC"/>
                </a:solidFill>
                <a:latin typeface="微软雅黑" panose="020B0503020204020204" charset="-122"/>
                <a:ea typeface="微软雅黑" panose="020B0503020204020204" charset="-122"/>
              </a:rPr>
              <a:t>&lt;langflow-chat flow_id="xxx"&gt;&lt;/langflow-chat&gt;</a:t>
            </a:r>
            <a:endParaRPr sz="1200">
              <a:solidFill>
                <a:srgbClr val="E9EEF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感谢聆听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73"/>
  <p:tag name="KSO_WM_TEMPLATE_CATEGORY" val="custom"/>
</p:tagLst>
</file>

<file path=ppt/tags/tag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2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2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2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2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2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2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2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2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2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2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473"/>
  <p:tag name="KSO_WM_TEMPLATE_CATEGORY" val="custom"/>
</p:tagLst>
</file>

<file path=ppt/tags/tag2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2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2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73"/>
  <p:tag name="KSO_WM_TEMPLATE_CATEGORY" val="custom"/>
</p:tagLst>
</file>

<file path=ppt/tags/tag2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7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9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0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1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73"/>
  <p:tag name="KSO_WM_TEMPLATE_CATEGORY" val="custom"/>
</p:tagLst>
</file>

<file path=ppt/tags/tag32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473"/>
  <p:tag name="KSO_WM_TEMPLATE_CATEGORY" val="custom"/>
</p:tagLst>
</file>

<file path=ppt/tags/tag33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473"/>
  <p:tag name="KSO_WM_TEMPLATE_CATEGORY" val="custom"/>
</p:tagLst>
</file>

<file path=ppt/tags/tag34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473"/>
  <p:tag name="KSO_WM_TEMPLATE_CATEGORY" val="custom"/>
</p:tagLst>
</file>

<file path=ppt/tags/tag3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6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7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8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73"/>
  <p:tag name="KSO_WM_TEMPLATE_CATEGORY" val="custom"/>
</p:tagLst>
</file>

<file path=ppt/tags/tag3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73"/>
  <p:tag name="KSO_WM_TEMPLATE_CATEGORY" val="custom"/>
</p:tagLst>
</file>

<file path=ppt/tags/tag4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1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2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4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5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6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8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9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73"/>
  <p:tag name="KSO_WM_TEMPLATE_CATEGORY" val="custom"/>
</p:tagLst>
</file>

<file path=ppt/tags/tag5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2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3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473"/>
  <p:tag name="KSO_WM_TEMPLATE_CATEGORY" val="custom"/>
</p:tagLst>
</file>

<file path=ppt/tags/tag5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9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9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8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9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59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9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9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1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9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2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9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3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9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9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9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9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7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9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8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9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6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9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0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9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9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9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9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4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9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5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9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6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9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9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8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9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7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9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0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9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9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9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9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9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5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9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6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9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7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9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8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9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89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9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9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1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9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9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3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9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9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9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9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9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8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9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99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9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9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1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9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9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9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9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9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6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9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9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9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09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0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3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cacfb9d0f00dcd4a0b2049b5e7e4ac92a7d0853"/>
  <p:tag name="KSO_WM_NEWLAYOUT_ID" val="303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4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5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0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7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0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0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1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0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5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8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29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0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09794cd1a6f6a2fb4d02f3aa529f7b3e6d5a36e"/>
  <p:tag name="KSO_WM_NEWLAYOUT_ID" val="3045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4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1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ID" val="_11*i*1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11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7.xml><?xml version="1.0" encoding="utf-8"?>
<p:tagLst xmlns:p="http://schemas.openxmlformats.org/presentationml/2006/main">
  <p:tag name="KSO_WM_UNIT_TYPE" val="i"/>
  <p:tag name="KSO_WM_UNIT_INDEX" val="11"/>
  <p:tag name="KSO_WM_BEAUTIFY_FLAG" val="#wm#"/>
  <p:tag name="KSO_WM_TAG_VERSION" val="3.0"/>
  <p:tag name="KSO_WM_UNIT_ID" val="_11*i*1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8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11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3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ID" val="_11*i*1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0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KSO_WM_UNIT_ID" val="_11*i*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ID" val="_11*i*1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ID" val="_11*i*1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ID" val="_11*i*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4.xml><?xml version="1.0" encoding="utf-8"?>
<p:tagLst xmlns:p="http://schemas.openxmlformats.org/presentationml/2006/main">
  <p:tag name="KSO_WM_UNIT_TYPE" val="i"/>
  <p:tag name="KSO_WM_UNIT_INDEX" val="13"/>
  <p:tag name="KSO_WM_BEAUTIFY_FLAG" val="#wm#"/>
  <p:tag name="KSO_WM_TAG_VERSION" val="3.0"/>
  <p:tag name="KSO_WM_UNIT_ID" val="_11*i*1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5.xml><?xml version="1.0" encoding="utf-8"?>
<p:tagLst xmlns:p="http://schemas.openxmlformats.org/presentationml/2006/main">
  <p:tag name="KSO_WM_UNIT_TYPE" val="i"/>
  <p:tag name="KSO_WM_UNIT_INDEX" val="35"/>
  <p:tag name="KSO_WM_BEAUTIFY_FLAG" val="#wm#"/>
  <p:tag name="KSO_WM_TAG_VERSION" val="3.0"/>
  <p:tag name="KSO_WM_UNIT_ID" val="_11*i*3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11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7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ID" val="_11*i*5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8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ID" val="_11*i*5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4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ID" val="_11*i*4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0.xml><?xml version="1.0" encoding="utf-8"?>
<p:tagLst xmlns:p="http://schemas.openxmlformats.org/presentationml/2006/main">
  <p:tag name="KSO_WM_UNIT_TYPE" val="i"/>
  <p:tag name="KSO_WM_UNIT_INDEX" val="47"/>
  <p:tag name="KSO_WM_BEAUTIFY_FLAG" val="#wm#"/>
  <p:tag name="KSO_WM_TAG_VERSION" val="3.0"/>
  <p:tag name="KSO_WM_UNIT_ID" val="_11*i*4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1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ID" val="_11*i*4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2.xml><?xml version="1.0" encoding="utf-8"?>
<p:tagLst xmlns:p="http://schemas.openxmlformats.org/presentationml/2006/main">
  <p:tag name="KSO_WM_UNIT_TYPE" val="i"/>
  <p:tag name="KSO_WM_UNIT_INDEX" val="45"/>
  <p:tag name="KSO_WM_BEAUTIFY_FLAG" val="#wm#"/>
  <p:tag name="KSO_WM_TAG_VERSION" val="3.0"/>
  <p:tag name="KSO_WM_UNIT_ID" val="_11*i*4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ID" val="_11*i*4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4.xml><?xml version="1.0" encoding="utf-8"?>
<p:tagLst xmlns:p="http://schemas.openxmlformats.org/presentationml/2006/main">
  <p:tag name="KSO_WM_UNIT_TYPE" val="i"/>
  <p:tag name="KSO_WM_UNIT_INDEX" val="43"/>
  <p:tag name="KSO_WM_BEAUTIFY_FLAG" val="#wm#"/>
  <p:tag name="KSO_WM_TAG_VERSION" val="3.0"/>
  <p:tag name="KSO_WM_UNIT_ID" val="_11*i*4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ID" val="_11*i*4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6.xml><?xml version="1.0" encoding="utf-8"?>
<p:tagLst xmlns:p="http://schemas.openxmlformats.org/presentationml/2006/main">
  <p:tag name="KSO_WM_UNIT_TYPE" val="i"/>
  <p:tag name="KSO_WM_UNIT_INDEX" val="41"/>
  <p:tag name="KSO_WM_BEAUTIFY_FLAG" val="#wm#"/>
  <p:tag name="KSO_WM_TAG_VERSION" val="3.0"/>
  <p:tag name="KSO_WM_UNIT_ID" val="_11*i*4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7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ID" val="_11*i*4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8.xml><?xml version="1.0" encoding="utf-8"?>
<p:tagLst xmlns:p="http://schemas.openxmlformats.org/presentationml/2006/main">
  <p:tag name="KSO_WM_UNIT_TYPE" val="i"/>
  <p:tag name="KSO_WM_UNIT_INDEX" val="39"/>
  <p:tag name="KSO_WM_BEAUTIFY_FLAG" val="#wm#"/>
  <p:tag name="KSO_WM_TAG_VERSION" val="3.0"/>
  <p:tag name="KSO_WM_UNIT_ID" val="_11*i*3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5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ID" val="_11*i*3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0.xml><?xml version="1.0" encoding="utf-8"?>
<p:tagLst xmlns:p="http://schemas.openxmlformats.org/presentationml/2006/main">
  <p:tag name="KSO_WM_UNIT_TYPE" val="i"/>
  <p:tag name="KSO_WM_UNIT_INDEX" val="37"/>
  <p:tag name="KSO_WM_BEAUTIFY_FLAG" val="#wm#"/>
  <p:tag name="KSO_WM_TAG_VERSION" val="3.0"/>
  <p:tag name="KSO_WM_UNIT_ID" val="_11*i*3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ID" val="_11*i*3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ID" val="_11*i*3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3.xml><?xml version="1.0" encoding="utf-8"?>
<p:tagLst xmlns:p="http://schemas.openxmlformats.org/presentationml/2006/main">
  <p:tag name="KSO_WM_UNIT_TYPE" val="i"/>
  <p:tag name="KSO_WM_UNIT_INDEX" val="33"/>
  <p:tag name="KSO_WM_BEAUTIFY_FLAG" val="#wm#"/>
  <p:tag name="KSO_WM_TAG_VERSION" val="3.0"/>
  <p:tag name="KSO_WM_UNIT_ID" val="_11*i*3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ID" val="_11*i*3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ID" val="_11*i*1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ID" val="_11*i*1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7.xml><?xml version="1.0" encoding="utf-8"?>
<p:tagLst xmlns:p="http://schemas.openxmlformats.org/presentationml/2006/main">
  <p:tag name="KSO_WM_UNIT_TYPE" val="i"/>
  <p:tag name="KSO_WM_UNIT_INDEX" val="15"/>
  <p:tag name="KSO_WM_BEAUTIFY_FLAG" val="#wm#"/>
  <p:tag name="KSO_WM_TAG_VERSION" val="3.0"/>
  <p:tag name="KSO_WM_UNIT_ID" val="_11*i*1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8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ID" val="_11*i*2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69.xml><?xml version="1.0" encoding="utf-8"?>
<p:tagLst xmlns:p="http://schemas.openxmlformats.org/presentationml/2006/main">
  <p:tag name="KSO_WM_UNIT_TYPE" val="i"/>
  <p:tag name="KSO_WM_UNIT_INDEX" val="19"/>
  <p:tag name="KSO_WM_BEAUTIFY_FLAG" val="#wm#"/>
  <p:tag name="KSO_WM_TAG_VERSION" val="3.0"/>
  <p:tag name="KSO_WM_UNIT_ID" val="_11*i*1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ID" val="_11*i*2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1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  <p:tag name="KSO_WM_UNIT_ID" val="_11*i*2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ID" val="_11*i*2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  <p:tag name="KSO_WM_UNIT_ID" val="_11*i*2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ID" val="_11*i*2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5.xml><?xml version="1.0" encoding="utf-8"?>
<p:tagLst xmlns:p="http://schemas.openxmlformats.org/presentationml/2006/main">
  <p:tag name="KSO_WM_UNIT_TYPE" val="i"/>
  <p:tag name="KSO_WM_UNIT_INDEX" val="25"/>
  <p:tag name="KSO_WM_BEAUTIFY_FLAG" val="#wm#"/>
  <p:tag name="KSO_WM_TAG_VERSION" val="3.0"/>
  <p:tag name="KSO_WM_UNIT_ID" val="_11*i*2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ID" val="_11*i*28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7.xml><?xml version="1.0" encoding="utf-8"?>
<p:tagLst xmlns:p="http://schemas.openxmlformats.org/presentationml/2006/main">
  <p:tag name="KSO_WM_UNIT_TYPE" val="i"/>
  <p:tag name="KSO_WM_UNIT_INDEX" val="27"/>
  <p:tag name="KSO_WM_BEAUTIFY_FLAG" val="#wm#"/>
  <p:tag name="KSO_WM_TAG_VERSION" val="3.0"/>
  <p:tag name="KSO_WM_UNIT_ID" val="_11*i*2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ID" val="_11*i*3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7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ID" val="_11*i*2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0.xml><?xml version="1.0" encoding="utf-8"?>
<p:tagLst xmlns:p="http://schemas.openxmlformats.org/presentationml/2006/main">
  <p:tag name="KSO_WM_UNIT_TYPE" val="i"/>
  <p:tag name="KSO_WM_UNIT_INDEX" val="31"/>
  <p:tag name="KSO_WM_BEAUTIFY_FLAG" val="#wm#"/>
  <p:tag name="KSO_WM_TAG_VERSION" val="3.0"/>
  <p:tag name="KSO_WM_UNIT_ID" val="_11*i*3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1.xml><?xml version="1.0" encoding="utf-8"?>
<p:tagLst xmlns:p="http://schemas.openxmlformats.org/presentationml/2006/main">
  <p:tag name="KSO_WM_UNIT_TYPE" val="i"/>
  <p:tag name="KSO_WM_UNIT_INDEX" val="53"/>
  <p:tag name="KSO_WM_BEAUTIFY_FLAG" val="#wm#"/>
  <p:tag name="KSO_WM_TAG_VERSION" val="3.0"/>
  <p:tag name="KSO_WM_UNIT_ID" val="_11*i*5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2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ID" val="_11*i*5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3.xml><?xml version="1.0" encoding="utf-8"?>
<p:tagLst xmlns:p="http://schemas.openxmlformats.org/presentationml/2006/main">
  <p:tag name="KSO_WM_UNIT_TYPE" val="i"/>
  <p:tag name="KSO_WM_UNIT_INDEX" val="51"/>
  <p:tag name="KSO_WM_BEAUTIFY_FLAG" val="#wm#"/>
  <p:tag name="KSO_WM_TAG_VERSION" val="3.0"/>
  <p:tag name="KSO_WM_UNIT_ID" val="_11*i*5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6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7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11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8.xml><?xml version="1.0" encoding="utf-8"?>
<p:tagLst xmlns:p="http://schemas.openxmlformats.org/presentationml/2006/main">
  <p:tag name="KSO_WM_UNIT_TYPE" val="i"/>
  <p:tag name="KSO_WM_UNIT_INDEX" val="49"/>
  <p:tag name="KSO_WM_BEAUTIFY_FLAG" val="#wm#"/>
  <p:tag name="KSO_WM_TAG_VERSION" val="3.0"/>
  <p:tag name="KSO_WM_UNIT_ID" val="_11*i*49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89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9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581fb95f1e3b2e074a22e269f0d927ea1164ad6"/>
  <p:tag name="KSO_WM_NEWLAYOUT_ID" val="3052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9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9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19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e03c2b1eed2e09b910d3f9648ceacd7e19a00a7b"/>
  <p:tag name="KSO_WM_NEWLAYOUT_ID" val="1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9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0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0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0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0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0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0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D" val="_0*i*4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D" val="_0*i*5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473"/>
</p:tagLst>
</file>

<file path=ppt/tags/tag217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D" val="_0*i*6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1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D" val="_0*i*7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20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473"/>
  <p:tag name="KSO_WM_TEMPLATE_CATEGORY" val="custom"/>
  <p:tag name="KSO_WM_TEMPLATE_MASTER_TYPE" val="0"/>
  <p:tag name="KSO_WM_TAG_VERSION" val="3.0"/>
</p:tagLst>
</file>

<file path=ppt/tags/tag221.xml><?xml version="1.0" encoding="utf-8"?>
<p:tagLst xmlns:p="http://schemas.openxmlformats.org/presentationml/2006/main">
  <p:tag name="KSO_WM_AITEMPLATE_STYLE_ID" val="69796627470"/>
</p:tagLst>
</file>

<file path=ppt/tags/tag22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dcacfb9d0f00dcd4a0b2049b5e7e4ac92a7d0853"/>
  <p:tag name="KSO_WM_NEWLAYOUT_ID" val="303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2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d799d37ec7ee1a76"/>
  <p:tag name="KSO_WM_TEMPLATE_THUMBS_INDEX" val="1、9"/>
  <p:tag name="KSO_WM_TEMPLATE_INDEX" val="40490473"/>
  <p:tag name="KSO_WM_TEMPLATE_CATEGORY" val="custom"/>
  <p:tag name="KSO_WM_SLIDE_INDEX" val="1"/>
  <p:tag name="KSO_WM_SLIDE_ID" val="custom40490473_1"/>
  <p:tag name="KSO_WM_TEMPLATE_MASTER_TYPE" val="0"/>
  <p:tag name="KSO_WM_SLIDE_LAYOUT" val="a_f"/>
  <p:tag name="KSO_WM_SLIDE_LAYOUT_CNT" val="1_2"/>
  <p:tag name="KSO_WM_TAG_VERSION" val="3.0"/>
</p:tagLst>
</file>

<file path=ppt/tags/tag22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09794cd1a6f6a2fb4d02f3aa529f7b3e6d5a36e"/>
  <p:tag name="KSO_WM_NEWLAYOUT_ID" val="304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38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39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473"/>
  <p:tag name="KSO_WM_TEMPLATE_CATEGORY" val="custom"/>
  <p:tag name="KSO_WM_SLIDE_INDEX" val="3"/>
  <p:tag name="KSO_WM_SLIDE_ID" val="custom40490473_7"/>
  <p:tag name="KSO_WM_TEMPLATE_MASTER_TYPE" val="0"/>
  <p:tag name="KSO_WM_SLIDE_LAYOUT" val="a_e"/>
  <p:tag name="KSO_WM_SLIDE_LAYOUT_CNT" val="1_1"/>
  <p:tag name="KSO_WM_TAG_VERSION" val="3.0"/>
</p:tagLst>
</file>

<file path=ppt/tags/tag24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09794cd1a6f6a2fb4d02f3aa529f7b3e6d5a36e"/>
  <p:tag name="KSO_WM_NEWLAYOUT_ID" val="304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7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27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473"/>
  <p:tag name="KSO_WM_TEMPLATE_CATEGORY" val="custom"/>
  <p:tag name="KSO_WM_SLIDE_INDEX" val="3"/>
  <p:tag name="KSO_WM_SLIDE_ID" val="custom40490473_7"/>
  <p:tag name="KSO_WM_TEMPLATE_MASTER_TYPE" val="0"/>
  <p:tag name="KSO_WM_SLIDE_LAYOUT" val="a_e"/>
  <p:tag name="KSO_WM_SLIDE_LAYOUT_CNT" val="1_1"/>
  <p:tag name="KSO_WM_TAG_VERSION" val="3.0"/>
</p:tagLst>
</file>

<file path=ppt/tags/tag27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09794cd1a6f6a2fb4d02f3aa529f7b3e6d5a36e"/>
  <p:tag name="KSO_WM_NEWLAYOUT_ID" val="3045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32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33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473"/>
  <p:tag name="KSO_WM_TEMPLATE_CATEGORY" val="custom"/>
  <p:tag name="KSO_WM_SLIDE_INDEX" val="3"/>
  <p:tag name="KSO_WM_SLIDE_ID" val="custom40490473_7"/>
  <p:tag name="KSO_WM_TEMPLATE_MASTER_TYPE" val="0"/>
  <p:tag name="KSO_WM_SLIDE_LAYOUT" val="a_e"/>
  <p:tag name="KSO_WM_SLIDE_LAYOUT_CNT" val="1_1"/>
  <p:tag name="KSO_WM_TAG_VERSION" val="3.0"/>
</p:tagLst>
</file>

<file path=ppt/tags/tag3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1581fb95f1e3b2e074a22e269f0d927ea1164ad6"/>
  <p:tag name="KSO_WM_NEWLAYOUT_ID" val="3052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473"/>
  <p:tag name="KSO_WM_TEMPLATE_CATEGORY" val="custom"/>
</p:tagLst>
</file>

<file path=ppt/tags/tag409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90473"/>
  <p:tag name="KSO_WM_TEMPLATE_CATEGORY" val="custom"/>
  <p:tag name="KSO_WM_SLIDE_INDEX" val="5"/>
  <p:tag name="KSO_WM_SLIDE_ID" val="custom4049047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自定义 116">
      <a:dk1>
        <a:srgbClr val="000000"/>
      </a:dk1>
      <a:lt1>
        <a:srgbClr val="FFFFFF"/>
      </a:lt1>
      <a:dk2>
        <a:srgbClr val="040430"/>
      </a:dk2>
      <a:lt2>
        <a:srgbClr val="E5EEFF"/>
      </a:lt2>
      <a:accent1>
        <a:srgbClr val="6196FF"/>
      </a:accent1>
      <a:accent2>
        <a:srgbClr val="32CDF2"/>
      </a:accent2>
      <a:accent3>
        <a:srgbClr val="28C4C8"/>
      </a:accent3>
      <a:accent4>
        <a:srgbClr val="5114EA"/>
      </a:accent4>
      <a:accent5>
        <a:srgbClr val="7A14EA"/>
      </a:accent5>
      <a:accent6>
        <a:srgbClr val="9814EA"/>
      </a:accent6>
      <a:hlink>
        <a:srgbClr val="0563C1"/>
      </a:hlink>
      <a:folHlink>
        <a:srgbClr val="954F72"/>
      </a:folHlink>
    </a:clrScheme>
    <a:fontScheme name="0001主题字体——科技风">
      <a:majorFont>
        <a:latin typeface="微软雅黑"/>
        <a:ea typeface="汉仪雅酷黑-65J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rmAutofit/>
      </a:bodyPr>
      <a:lstStyle>
        <a:defPPr>
          <a:lnSpc>
            <a:spcPct val="140000"/>
          </a:lnSpc>
          <a:defRPr lang="zh-CN" altLang="en-US" sz="2400" kern="100" dirty="0">
            <a:solidFill>
              <a:srgbClr val="FFFFFF"/>
            </a:solidFill>
            <a:effectLst/>
            <a:latin typeface="+mn-ea"/>
            <a:cs typeface="江城圆体 400W" panose="020B0500000000000000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1215</Words>
  <Application>WPS 演示</Application>
  <PresentationFormat>宽屏</PresentationFormat>
  <Paragraphs>173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江城圆体 400W</vt:lpstr>
      <vt:lpstr>微软雅黑</vt:lpstr>
      <vt:lpstr>汉仪雅酷黑-65J</vt:lpstr>
      <vt:lpstr>Arial Unicode MS</vt:lpstr>
      <vt:lpstr>Calibri Light</vt:lpstr>
      <vt:lpstr>Calibri</vt:lpstr>
      <vt:lpstr>江城圆体 400W</vt:lpstr>
      <vt:lpstr>WPS</vt:lpstr>
      <vt:lpstr>Office 主题​​</vt:lpstr>
      <vt:lpstr>Langflow应用</vt:lpstr>
      <vt:lpstr>PowerPoint 演示文稿</vt:lpstr>
      <vt:lpstr>Langflow介绍</vt:lpstr>
      <vt:lpstr>PowerPoint 演示文稿</vt:lpstr>
      <vt:lpstr>安装与基础配置</vt:lpstr>
      <vt:lpstr>PowerPoint 演示文稿</vt:lpstr>
      <vt:lpstr>PowerPoint 演示文稿</vt:lpstr>
      <vt:lpstr>应用案例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Langflow应用</dc:title>
  <dc:creator/>
  <cp:lastModifiedBy>高强文</cp:lastModifiedBy>
  <cp:revision>2</cp:revision>
  <dcterms:created xsi:type="dcterms:W3CDTF">2026-06-23T13:21:00Z</dcterms:created>
  <dcterms:modified xsi:type="dcterms:W3CDTF">2026-06-23T13:22:52Z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EDE19A9D0A1725AF8F863A6AA22BBEA2_43</vt:lpwstr>
  </property>
  <property fmtid="{D5CDD505-2E9C-101B-9397-08002B2CF9AE}" pid="4" name="KSOTemplateUUID">
    <vt:lpwstr>v1.0_ai_69796627470</vt:lpwstr>
  </property>
</Properties>
</file>