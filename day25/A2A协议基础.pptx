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00.svg" ContentType="image/svg+xml"/>
  <Override PartName="/ppt/media/image102.svg" ContentType="image/svg+xml"/>
  <Override PartName="/ppt/media/image104.svg" ContentType="image/svg+xml"/>
  <Override PartName="/ppt/media/image106.svg" ContentType="image/svg+xml"/>
  <Override PartName="/ppt/media/image108.svg" ContentType="image/svg+xml"/>
  <Override PartName="/ppt/media/image110.svg" ContentType="image/svg+xml"/>
  <Override PartName="/ppt/media/image112.svg" ContentType="image/svg+xml"/>
  <Override PartName="/ppt/media/image114.svg" ContentType="image/svg+xml"/>
  <Override PartName="/ppt/media/image116.svg" ContentType="image/svg+xml"/>
  <Override PartName="/ppt/media/image118.svg" ContentType="image/svg+xml"/>
  <Override PartName="/ppt/media/image12.svg" ContentType="image/svg+xml"/>
  <Override PartName="/ppt/media/image120.svg" ContentType="image/svg+xml"/>
  <Override PartName="/ppt/media/image122.svg" ContentType="image/svg+xml"/>
  <Override PartName="/ppt/media/image124.svg" ContentType="image/svg+xml"/>
  <Override PartName="/ppt/media/image126.svg" ContentType="image/svg+xml"/>
  <Override PartName="/ppt/media/image128.svg" ContentType="image/svg+xml"/>
  <Override PartName="/ppt/media/image130.svg" ContentType="image/svg+xml"/>
  <Override PartName="/ppt/media/image132.svg" ContentType="image/svg+xml"/>
  <Override PartName="/ppt/media/image134.svg" ContentType="image/svg+xml"/>
  <Override PartName="/ppt/media/image136.svg" ContentType="image/svg+xml"/>
  <Override PartName="/ppt/media/image138.svg" ContentType="image/svg+xml"/>
  <Override PartName="/ppt/media/image14.svg" ContentType="image/svg+xml"/>
  <Override PartName="/ppt/media/image140.svg" ContentType="image/svg+xml"/>
  <Override PartName="/ppt/media/image142.svg" ContentType="image/svg+xml"/>
  <Override PartName="/ppt/media/image144.svg" ContentType="image/svg+xml"/>
  <Override PartName="/ppt/media/image146.svg" ContentType="image/svg+xml"/>
  <Override PartName="/ppt/media/image148.svg" ContentType="image/svg+xml"/>
  <Override PartName="/ppt/media/image150.svg" ContentType="image/svg+xml"/>
  <Override PartName="/ppt/media/image153.svg" ContentType="image/svg+xml"/>
  <Override PartName="/ppt/media/image155.svg" ContentType="image/svg+xml"/>
  <Override PartName="/ppt/media/image157.svg" ContentType="image/svg+xml"/>
  <Override PartName="/ppt/media/image159.svg" ContentType="image/svg+xml"/>
  <Override PartName="/ppt/media/image16.svg" ContentType="image/svg+xml"/>
  <Override PartName="/ppt/media/image161.svg" ContentType="image/svg+xml"/>
  <Override PartName="/ppt/media/image163.svg" ContentType="image/svg+xml"/>
  <Override PartName="/ppt/media/image165.svg" ContentType="image/svg+xml"/>
  <Override PartName="/ppt/media/image167.svg" ContentType="image/svg+xml"/>
  <Override PartName="/ppt/media/image169.svg" ContentType="image/svg+xml"/>
  <Override PartName="/ppt/media/image171.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1.svg" ContentType="image/svg+xml"/>
  <Override PartName="/ppt/media/image73.svg" ContentType="image/svg+xml"/>
  <Override PartName="/ppt/media/image75.svg" ContentType="image/svg+xml"/>
  <Override PartName="/ppt/media/image77.svg" ContentType="image/svg+xml"/>
  <Override PartName="/ppt/media/image79.svg" ContentType="image/svg+xml"/>
  <Override PartName="/ppt/media/image8.svg" ContentType="image/svg+xml"/>
  <Override PartName="/ppt/media/image81.svg" ContentType="image/svg+xml"/>
  <Override PartName="/ppt/media/image83.svg" ContentType="image/svg+xml"/>
  <Override PartName="/ppt/media/image85.svg" ContentType="image/svg+xml"/>
  <Override PartName="/ppt/media/image87.svg" ContentType="image/svg+xml"/>
  <Override PartName="/ppt/media/image89.svg" ContentType="image/svg+xml"/>
  <Override PartName="/ppt/media/image91.svg" ContentType="image/svg+xml"/>
  <Override PartName="/ppt/media/image94.svg" ContentType="image/svg+xml"/>
  <Override PartName="/ppt/media/image96.svg" ContentType="image/svg+xml"/>
  <Override PartName="/ppt/media/image9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23"/>
  </p:notesMasterIdLst>
  <p:handoutMasterIdLst>
    <p:handoutMasterId r:id="rId24"/>
  </p:handoutMasterIdLst>
  <p:sldIdLst>
    <p:sldId id="257" r:id="rId4"/>
    <p:sldId id="258" r:id="rId5"/>
    <p:sldId id="259" r:id="rId6"/>
    <p:sldId id="260" r:id="rId7"/>
    <p:sldId id="261" r:id="rId8"/>
    <p:sldId id="262" r:id="rId9"/>
    <p:sldId id="263" r:id="rId10"/>
    <p:sldId id="264" r:id="rId11"/>
    <p:sldId id="265" r:id="rId12"/>
    <p:sldId id="266" r:id="rId13"/>
    <p:sldId id="274" r:id="rId14"/>
    <p:sldId id="267" r:id="rId15"/>
    <p:sldId id="268" r:id="rId16"/>
    <p:sldId id="269" r:id="rId17"/>
    <p:sldId id="270" r:id="rId18"/>
    <p:sldId id="271" r:id="rId19"/>
    <p:sldId id="275" r:id="rId20"/>
    <p:sldId id="272" r:id="rId21"/>
    <p:sldId id="273" r:id="rId22"/>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64"/>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notesMaster" Target="notesMasters/notesMaster1.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image" Target="../media/image1.jpeg"/><Relationship Id="rId3" Type="http://schemas.openxmlformats.org/officeDocument/2006/relationships/tags" Target="../tags/tag7.xml"/><Relationship Id="rId2" Type="http://schemas.openxmlformats.org/officeDocument/2006/relationships/tags" Target="../tags/tag6.xml"/><Relationship Id="rId11" Type="http://schemas.openxmlformats.org/officeDocument/2006/relationships/tags" Target="../tags/tag14.xml"/><Relationship Id="rId10" Type="http://schemas.openxmlformats.org/officeDocument/2006/relationships/tags" Target="../tags/tag13.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51.xml"/><Relationship Id="rId8" Type="http://schemas.openxmlformats.org/officeDocument/2006/relationships/tags" Target="../tags/tag50.xml"/><Relationship Id="rId7" Type="http://schemas.openxmlformats.org/officeDocument/2006/relationships/tags" Target="../tags/tag49.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image" Target="../media/image2.jpeg"/><Relationship Id="rId2" Type="http://schemas.openxmlformats.org/officeDocument/2006/relationships/tags" Target="../tags/tag45.xml"/><Relationship Id="rId15" Type="http://schemas.openxmlformats.org/officeDocument/2006/relationships/tags" Target="../tags/tag55.xml"/><Relationship Id="rId14" Type="http://schemas.openxmlformats.org/officeDocument/2006/relationships/tags" Target="../tags/tag54.xml"/><Relationship Id="rId13" Type="http://schemas.openxmlformats.org/officeDocument/2006/relationships/tags" Target="../tags/tag53.xml"/><Relationship Id="rId12" Type="http://schemas.openxmlformats.org/officeDocument/2006/relationships/image" Target="../media/image4.svg"/><Relationship Id="rId11" Type="http://schemas.openxmlformats.org/officeDocument/2006/relationships/image" Target="../media/image3.png"/><Relationship Id="rId10" Type="http://schemas.openxmlformats.org/officeDocument/2006/relationships/tags" Target="../tags/tag52.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61.xml"/><Relationship Id="rId8" Type="http://schemas.openxmlformats.org/officeDocument/2006/relationships/tags" Target="../tags/tag60.xml"/><Relationship Id="rId7" Type="http://schemas.openxmlformats.org/officeDocument/2006/relationships/tags" Target="../tags/tag59.xml"/><Relationship Id="rId6" Type="http://schemas.openxmlformats.org/officeDocument/2006/relationships/tags" Target="../tags/tag58.xml"/><Relationship Id="rId5" Type="http://schemas.openxmlformats.org/officeDocument/2006/relationships/image" Target="../media/image6.png"/><Relationship Id="rId4" Type="http://schemas.openxmlformats.org/officeDocument/2006/relationships/tags" Target="../tags/tag57.xml"/><Relationship Id="rId3" Type="http://schemas.openxmlformats.org/officeDocument/2006/relationships/image" Target="../media/image5.jpeg"/><Relationship Id="rId2" Type="http://schemas.openxmlformats.org/officeDocument/2006/relationships/tags" Target="../tags/tag56.xml"/><Relationship Id="rId14" Type="http://schemas.openxmlformats.org/officeDocument/2006/relationships/tags" Target="../tags/tag66.xml"/><Relationship Id="rId13" Type="http://schemas.openxmlformats.org/officeDocument/2006/relationships/tags" Target="../tags/tag65.xml"/><Relationship Id="rId12" Type="http://schemas.openxmlformats.org/officeDocument/2006/relationships/tags" Target="../tags/tag64.xml"/><Relationship Id="rId11" Type="http://schemas.openxmlformats.org/officeDocument/2006/relationships/tags" Target="../tags/tag63.xml"/><Relationship Id="rId10" Type="http://schemas.openxmlformats.org/officeDocument/2006/relationships/tags" Target="../tags/tag62.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73.xml"/><Relationship Id="rId8" Type="http://schemas.openxmlformats.org/officeDocument/2006/relationships/tags" Target="../tags/tag72.xml"/><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image" Target="../media/image7.jpeg"/><Relationship Id="rId2" Type="http://schemas.openxmlformats.org/officeDocument/2006/relationships/tags" Target="../tags/tag67.xml"/><Relationship Id="rId14" Type="http://schemas.openxmlformats.org/officeDocument/2006/relationships/tags" Target="../tags/tag76.xml"/><Relationship Id="rId13" Type="http://schemas.openxmlformats.org/officeDocument/2006/relationships/tags" Target="../tags/tag75.xml"/><Relationship Id="rId12" Type="http://schemas.openxmlformats.org/officeDocument/2006/relationships/image" Target="../media/image8.svg"/><Relationship Id="rId11" Type="http://schemas.openxmlformats.org/officeDocument/2006/relationships/image" Target="../media/image3.png"/><Relationship Id="rId10" Type="http://schemas.openxmlformats.org/officeDocument/2006/relationships/tags" Target="../tags/tag74.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84.xml"/><Relationship Id="rId8" Type="http://schemas.openxmlformats.org/officeDocument/2006/relationships/tags" Target="../tags/tag83.xml"/><Relationship Id="rId7" Type="http://schemas.openxmlformats.org/officeDocument/2006/relationships/tags" Target="../tags/tag82.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tags" Target="../tags/tag78.xml"/><Relationship Id="rId2" Type="http://schemas.openxmlformats.org/officeDocument/2006/relationships/tags" Target="../tags/tag77.xml"/><Relationship Id="rId18" Type="http://schemas.openxmlformats.org/officeDocument/2006/relationships/tags" Target="../tags/tag93.xml"/><Relationship Id="rId17" Type="http://schemas.openxmlformats.org/officeDocument/2006/relationships/tags" Target="../tags/tag92.xml"/><Relationship Id="rId16" Type="http://schemas.openxmlformats.org/officeDocument/2006/relationships/tags" Target="../tags/tag91.xml"/><Relationship Id="rId15" Type="http://schemas.openxmlformats.org/officeDocument/2006/relationships/tags" Target="../tags/tag90.xml"/><Relationship Id="rId14" Type="http://schemas.openxmlformats.org/officeDocument/2006/relationships/tags" Target="../tags/tag89.xml"/><Relationship Id="rId13" Type="http://schemas.openxmlformats.org/officeDocument/2006/relationships/tags" Target="../tags/tag88.xml"/><Relationship Id="rId12" Type="http://schemas.openxmlformats.org/officeDocument/2006/relationships/tags" Target="../tags/tag87.xml"/><Relationship Id="rId11" Type="http://schemas.openxmlformats.org/officeDocument/2006/relationships/tags" Target="../tags/tag86.xml"/><Relationship Id="rId10" Type="http://schemas.openxmlformats.org/officeDocument/2006/relationships/tags" Target="../tags/tag85.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3" name="矩形 2"/>
          <p:cNvSpPr/>
          <p:nvPr userDrawn="1">
            <p:custDataLst>
              <p:tags r:id="rId2"/>
            </p:custDataLst>
          </p:nvPr>
        </p:nvSpPr>
        <p:spPr>
          <a:xfrm>
            <a:off x="0" y="20320"/>
            <a:ext cx="11750675" cy="6837680"/>
          </a:xfrm>
          <a:prstGeom prst="rect">
            <a:avLst/>
          </a:prstGeom>
          <a:solidFill>
            <a:schemeClr val="tx2">
              <a:lumMod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33" name="图片 32"/>
          <p:cNvPicPr>
            <a:picLocks noChangeAspect="1"/>
          </p:cNvPicPr>
          <p:nvPr userDrawn="1">
            <p:custDataLst>
              <p:tags r:id="rId3"/>
            </p:custDataLst>
          </p:nvPr>
        </p:nvPicPr>
        <p:blipFill>
          <a:blip r:embed="rId4" cstate="email">
            <a:alphaModFix amt="24000"/>
            <a:lum bright="24000" contrast="66000"/>
          </a:blip>
          <a:srcRect/>
          <a:stretch>
            <a:fillRect/>
          </a:stretch>
        </p:blipFill>
        <p:spPr>
          <a:xfrm rot="10800000">
            <a:off x="0" y="0"/>
            <a:ext cx="12167870" cy="6857365"/>
          </a:xfrm>
          <a:custGeom>
            <a:avLst/>
            <a:gdLst/>
            <a:ahLst/>
            <a:cxnLst>
              <a:cxn ang="3">
                <a:pos x="hc" y="t"/>
              </a:cxn>
              <a:cxn ang="cd2">
                <a:pos x="l" y="vc"/>
              </a:cxn>
              <a:cxn ang="cd4">
                <a:pos x="hc" y="b"/>
              </a:cxn>
              <a:cxn ang="0">
                <a:pos x="r" y="vc"/>
              </a:cxn>
            </a:cxnLst>
            <a:rect l="l" t="t" r="r" b="b"/>
            <a:pathLst>
              <a:path w="19200" h="10800">
                <a:moveTo>
                  <a:pt x="0" y="0"/>
                </a:moveTo>
                <a:lnTo>
                  <a:pt x="19200" y="0"/>
                </a:lnTo>
                <a:lnTo>
                  <a:pt x="19200" y="10800"/>
                </a:lnTo>
                <a:lnTo>
                  <a:pt x="0" y="10800"/>
                </a:lnTo>
                <a:lnTo>
                  <a:pt x="0" y="0"/>
                </a:lnTo>
                <a:close/>
              </a:path>
            </a:pathLst>
          </a:custGeom>
        </p:spPr>
      </p:pic>
      <p:sp>
        <p:nvSpPr>
          <p:cNvPr id="40" name="任意多边形 39"/>
          <p:cNvSpPr/>
          <p:nvPr userDrawn="1">
            <p:custDataLst>
              <p:tags r:id="rId5"/>
            </p:custDataLst>
          </p:nvPr>
        </p:nvSpPr>
        <p:spPr>
          <a:xfrm>
            <a:off x="-635" y="635"/>
            <a:ext cx="12192635" cy="6856730"/>
          </a:xfrm>
          <a:custGeom>
            <a:avLst/>
            <a:gdLst/>
            <a:ahLst/>
            <a:cxnLst>
              <a:cxn ang="3">
                <a:pos x="hc" y="t"/>
              </a:cxn>
              <a:cxn ang="cd2">
                <a:pos x="l" y="vc"/>
              </a:cxn>
              <a:cxn ang="cd4">
                <a:pos x="hc" y="b"/>
              </a:cxn>
              <a:cxn ang="0">
                <a:pos x="r" y="vc"/>
              </a:cxn>
            </a:cxnLst>
            <a:rect l="l" t="t" r="r" b="b"/>
            <a:pathLst>
              <a:path w="19200" h="10871">
                <a:moveTo>
                  <a:pt x="0" y="0"/>
                </a:moveTo>
                <a:lnTo>
                  <a:pt x="19200" y="0"/>
                </a:lnTo>
                <a:lnTo>
                  <a:pt x="19200" y="10871"/>
                </a:lnTo>
                <a:lnTo>
                  <a:pt x="0" y="10871"/>
                </a:lnTo>
                <a:lnTo>
                  <a:pt x="0" y="0"/>
                </a:lnTo>
                <a:close/>
              </a:path>
            </a:pathLst>
          </a:custGeom>
          <a:gradFill>
            <a:gsLst>
              <a:gs pos="38000">
                <a:srgbClr val="051321"/>
              </a:gs>
              <a:gs pos="100000">
                <a:srgbClr val="051321">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5" name="任意多边形 35"/>
          <p:cNvSpPr/>
          <p:nvPr userDrawn="1">
            <p:custDataLst>
              <p:tags r:id="rId6"/>
            </p:custDataLst>
          </p:nvPr>
        </p:nvSpPr>
        <p:spPr>
          <a:xfrm>
            <a:off x="851535" y="1682750"/>
            <a:ext cx="1044000" cy="72000"/>
          </a:xfrm>
          <a:custGeom>
            <a:avLst/>
            <a:gdLst>
              <a:gd name="adj" fmla="val 25000"/>
              <a:gd name="maxAdj" fmla="*/ 100000 w ss"/>
              <a:gd name="a" fmla="pin 0 adj maxAdj"/>
              <a:gd name="x1" fmla="*/ ss a 200000"/>
              <a:gd name="x2" fmla="*/ ss a 100000"/>
              <a:gd name="x6" fmla="+- r 0 x1"/>
              <a:gd name="x5" fmla="+- r 0 x2"/>
              <a:gd name="x3" fmla="*/ x5 1 2"/>
              <a:gd name="x4" fmla="+- r 0 x3"/>
              <a:gd name="il" fmla="*/ wd2 a maxAdj"/>
              <a:gd name="q1" fmla="*/ 5 a maxAdj"/>
              <a:gd name="q2" fmla="+/ 1 q1 12"/>
              <a:gd name="il-1" fmla="*/ q2 w 1"/>
              <a:gd name="it" fmla="*/ q2 h 1"/>
              <a:gd name="ir" fmla="+- r 0 il-1"/>
              <a:gd name="ib" fmla="+- b 0 it"/>
              <a:gd name="q3" fmla="*/ h hc x2"/>
              <a:gd name="y1" fmla="pin 0 q3 h"/>
              <a:gd name="y2" fmla="+- b 0 y1"/>
            </a:gdLst>
            <a:ahLst/>
            <a:cxnLst>
              <a:cxn ang="3">
                <a:pos x="hc" y="y2"/>
              </a:cxn>
              <a:cxn ang="3">
                <a:pos x="x4" y="t"/>
              </a:cxn>
              <a:cxn ang="0">
                <a:pos x="x6" y="vc"/>
              </a:cxn>
              <a:cxn ang="cd4">
                <a:pos x="x3" y="b"/>
              </a:cxn>
              <a:cxn ang="cd4">
                <a:pos x="hc" y="y1"/>
              </a:cxn>
              <a:cxn ang="cd2">
                <a:pos x="x1" y="vc"/>
              </a:cxn>
            </a:cxnLst>
            <a:rect l="l" t="t" r="r" b="b"/>
            <a:pathLst>
              <a:path w="1430" h="97">
                <a:moveTo>
                  <a:pt x="0" y="97"/>
                </a:moveTo>
                <a:lnTo>
                  <a:pt x="24" y="0"/>
                </a:lnTo>
                <a:lnTo>
                  <a:pt x="101" y="0"/>
                </a:lnTo>
                <a:lnTo>
                  <a:pt x="77" y="97"/>
                </a:lnTo>
                <a:lnTo>
                  <a:pt x="0" y="97"/>
                </a:lnTo>
                <a:close/>
                <a:moveTo>
                  <a:pt x="133" y="97"/>
                </a:moveTo>
                <a:lnTo>
                  <a:pt x="157" y="0"/>
                </a:lnTo>
                <a:lnTo>
                  <a:pt x="234" y="0"/>
                </a:lnTo>
                <a:lnTo>
                  <a:pt x="210" y="97"/>
                </a:lnTo>
                <a:lnTo>
                  <a:pt x="133" y="97"/>
                </a:lnTo>
                <a:close/>
                <a:moveTo>
                  <a:pt x="266" y="97"/>
                </a:moveTo>
                <a:lnTo>
                  <a:pt x="290" y="0"/>
                </a:lnTo>
                <a:lnTo>
                  <a:pt x="367" y="0"/>
                </a:lnTo>
                <a:lnTo>
                  <a:pt x="343" y="97"/>
                </a:lnTo>
                <a:lnTo>
                  <a:pt x="266" y="97"/>
                </a:lnTo>
                <a:close/>
                <a:moveTo>
                  <a:pt x="399" y="97"/>
                </a:moveTo>
                <a:lnTo>
                  <a:pt x="423" y="0"/>
                </a:lnTo>
                <a:lnTo>
                  <a:pt x="500" y="0"/>
                </a:lnTo>
                <a:lnTo>
                  <a:pt x="476" y="97"/>
                </a:lnTo>
                <a:lnTo>
                  <a:pt x="399" y="97"/>
                </a:lnTo>
                <a:close/>
                <a:moveTo>
                  <a:pt x="532" y="97"/>
                </a:moveTo>
                <a:lnTo>
                  <a:pt x="556" y="0"/>
                </a:lnTo>
                <a:lnTo>
                  <a:pt x="633" y="0"/>
                </a:lnTo>
                <a:lnTo>
                  <a:pt x="609" y="97"/>
                </a:lnTo>
                <a:lnTo>
                  <a:pt x="532" y="97"/>
                </a:lnTo>
                <a:close/>
                <a:moveTo>
                  <a:pt x="664" y="97"/>
                </a:moveTo>
                <a:lnTo>
                  <a:pt x="688" y="0"/>
                </a:lnTo>
                <a:lnTo>
                  <a:pt x="765" y="0"/>
                </a:lnTo>
                <a:lnTo>
                  <a:pt x="741" y="97"/>
                </a:lnTo>
                <a:lnTo>
                  <a:pt x="664" y="97"/>
                </a:lnTo>
                <a:close/>
                <a:moveTo>
                  <a:pt x="797" y="97"/>
                </a:moveTo>
                <a:lnTo>
                  <a:pt x="821" y="0"/>
                </a:lnTo>
                <a:lnTo>
                  <a:pt x="898" y="0"/>
                </a:lnTo>
                <a:lnTo>
                  <a:pt x="874" y="97"/>
                </a:lnTo>
                <a:lnTo>
                  <a:pt x="797" y="97"/>
                </a:lnTo>
                <a:close/>
                <a:moveTo>
                  <a:pt x="930" y="97"/>
                </a:moveTo>
                <a:lnTo>
                  <a:pt x="954" y="0"/>
                </a:lnTo>
                <a:lnTo>
                  <a:pt x="1031" y="0"/>
                </a:lnTo>
                <a:lnTo>
                  <a:pt x="1007" y="97"/>
                </a:lnTo>
                <a:lnTo>
                  <a:pt x="930" y="97"/>
                </a:lnTo>
                <a:close/>
                <a:moveTo>
                  <a:pt x="1063" y="97"/>
                </a:moveTo>
                <a:lnTo>
                  <a:pt x="1087" y="0"/>
                </a:lnTo>
                <a:lnTo>
                  <a:pt x="1164" y="0"/>
                </a:lnTo>
                <a:lnTo>
                  <a:pt x="1140" y="97"/>
                </a:lnTo>
                <a:lnTo>
                  <a:pt x="1063" y="97"/>
                </a:lnTo>
                <a:close/>
                <a:moveTo>
                  <a:pt x="1196" y="97"/>
                </a:moveTo>
                <a:lnTo>
                  <a:pt x="1220" y="0"/>
                </a:lnTo>
                <a:lnTo>
                  <a:pt x="1297" y="0"/>
                </a:lnTo>
                <a:lnTo>
                  <a:pt x="1273" y="97"/>
                </a:lnTo>
                <a:lnTo>
                  <a:pt x="1196" y="97"/>
                </a:lnTo>
                <a:close/>
                <a:moveTo>
                  <a:pt x="1329" y="97"/>
                </a:moveTo>
                <a:lnTo>
                  <a:pt x="1353" y="0"/>
                </a:lnTo>
                <a:lnTo>
                  <a:pt x="1430" y="0"/>
                </a:lnTo>
                <a:lnTo>
                  <a:pt x="1406" y="97"/>
                </a:lnTo>
                <a:lnTo>
                  <a:pt x="1329" y="97"/>
                </a:lnTo>
                <a:close/>
              </a:path>
            </a:pathLst>
          </a:custGeom>
          <a:gradFill flip="none" rotWithShape="1">
            <a:gsLst>
              <a:gs pos="0">
                <a:schemeClr val="accent1">
                  <a:lumMod val="20000"/>
                  <a:lumOff val="80000"/>
                </a:schemeClr>
              </a:gs>
              <a:gs pos="100000">
                <a:schemeClr val="accent1">
                  <a:lumMod val="60000"/>
                  <a:lumOff val="40000"/>
                  <a:alpha val="0"/>
                </a:schemeClr>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noFill/>
              <a:latin typeface="+mn-ea"/>
              <a:sym typeface="MiSans Normal" panose="00000500000000000000" charset="-122"/>
            </a:endParaRPr>
          </a:p>
        </p:txBody>
      </p:sp>
      <p:sp>
        <p:nvSpPr>
          <p:cNvPr id="10" name="矩形 9"/>
          <p:cNvSpPr/>
          <p:nvPr userDrawn="1">
            <p:custDataLst>
              <p:tags r:id="rId7"/>
            </p:custDataLst>
          </p:nvPr>
        </p:nvSpPr>
        <p:spPr>
          <a:xfrm>
            <a:off x="-635" y="6077585"/>
            <a:ext cx="12192635" cy="779780"/>
          </a:xfrm>
          <a:prstGeom prst="rect">
            <a:avLst/>
          </a:prstGeom>
          <a:gradFill>
            <a:gsLst>
              <a:gs pos="16000">
                <a:schemeClr val="accent1"/>
              </a:gs>
              <a:gs pos="100000">
                <a:schemeClr val="accent2">
                  <a:lumMod val="65000"/>
                  <a:lumOff val="35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8"/>
            </p:custDataLst>
          </p:nvPr>
        </p:nvSpPr>
        <p:spPr>
          <a:xfrm>
            <a:off x="757238" y="565200"/>
            <a:ext cx="2880000" cy="1081088"/>
          </a:xfrm>
        </p:spPr>
        <p:txBody>
          <a:bodyPr wrap="square" anchor="b">
            <a:normAutofit/>
          </a:bodyPr>
          <a:lstStyle>
            <a:lvl1pPr>
              <a:defRPr sz="6000">
                <a:gradFill>
                  <a:gsLst>
                    <a:gs pos="0">
                      <a:schemeClr val="accent1">
                        <a:lumMod val="5000"/>
                        <a:lumOff val="95000"/>
                      </a:schemeClr>
                    </a:gs>
                    <a:gs pos="0">
                      <a:schemeClr val="accent1">
                        <a:lumMod val="5000"/>
                        <a:lumOff val="95000"/>
                      </a:schemeClr>
                    </a:gs>
                    <a:gs pos="74000">
                      <a:schemeClr val="accent1">
                        <a:lumMod val="45000"/>
                        <a:lumOff val="55000"/>
                      </a:schemeClr>
                    </a:gs>
                    <a:gs pos="74000">
                      <a:schemeClr val="accent1">
                        <a:lumMod val="45000"/>
                        <a:lumOff val="55000"/>
                      </a:schemeClr>
                    </a:gs>
                    <a:gs pos="83000">
                      <a:schemeClr val="accent1">
                        <a:lumMod val="45000"/>
                        <a:lumOff val="55000"/>
                      </a:schemeClr>
                    </a:gs>
                    <a:gs pos="83000">
                      <a:schemeClr val="accent1">
                        <a:lumMod val="45000"/>
                        <a:lumOff val="55000"/>
                      </a:schemeClr>
                    </a:gs>
                    <a:gs pos="100000">
                      <a:schemeClr val="accent1">
                        <a:lumMod val="30000"/>
                        <a:lumOff val="70000"/>
                      </a:schemeClr>
                    </a:gs>
                    <a:gs pos="100000">
                      <a:schemeClr val="accent1">
                        <a:lumMod val="30000"/>
                        <a:lumOff val="70000"/>
                      </a:schemeClr>
                    </a:gs>
                  </a:gsLst>
                  <a:lin ang="5400000" scaled="0"/>
                </a:gradFill>
              </a:defRPr>
            </a:lvl1pPr>
          </a:lstStyle>
          <a:p>
            <a:r>
              <a:rPr lang="zh-CN" altLang="en-US" dirty="0"/>
              <a:t>标题</a:t>
            </a:r>
            <a:endParaRPr lang="zh-CN" altLang="en-US" dirty="0"/>
          </a:p>
        </p:txBody>
      </p:sp>
      <p:sp>
        <p:nvSpPr>
          <p:cNvPr id="7" name="日期占位符 3"/>
          <p:cNvSpPr>
            <a:spLocks noGrp="1"/>
          </p:cNvSpPr>
          <p:nvPr>
            <p:ph type="dt" sz="half" idx="10"/>
            <p:custDataLst>
              <p:tags r:id="rId9"/>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10"/>
            </p:custDataLst>
          </p:nvPr>
        </p:nvSpPr>
        <p:spPr/>
        <p:txBody>
          <a:bodyPr/>
          <a:lstStyle/>
          <a:p>
            <a:endParaRPr lang="zh-CN" altLang="en-US"/>
          </a:p>
        </p:txBody>
      </p:sp>
      <p:sp>
        <p:nvSpPr>
          <p:cNvPr id="9" name="灯片编号占位符 5"/>
          <p:cNvSpPr>
            <a:spLocks noGrp="1"/>
          </p:cNvSpPr>
          <p:nvPr>
            <p:ph type="sldNum" sz="quarter" idx="12"/>
            <p:custDataLst>
              <p:tags r:id="rId11"/>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hasCustomPrompt="1"/>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showMasterSp="0" userDrawn="1">
  <p:cSld name="封面页-1-1_4">
    <p:bg>
      <p:bgRef idx="1001">
        <a:schemeClr val="bg2"/>
      </p:bgRef>
    </p:bg>
    <p:spTree>
      <p:nvGrpSpPr>
        <p:cNvPr id="1" name=""/>
        <p:cNvGrpSpPr/>
        <p:nvPr/>
      </p:nvGrpSpPr>
      <p:grpSpPr>
        <a:xfrm>
          <a:off x="0" y="0"/>
          <a:ext cx="0" cy="0"/>
          <a:chOff x="0" y="0"/>
          <a:chExt cx="0" cy="0"/>
        </a:xfrm>
      </p:grpSpPr>
      <p:pic>
        <p:nvPicPr>
          <p:cNvPr id="62" name="图片 61"/>
          <p:cNvPicPr>
            <a:picLocks noChangeAspect="1"/>
          </p:cNvPicPr>
          <p:nvPr userDrawn="1">
            <p:custDataLst>
              <p:tags r:id="rId2"/>
            </p:custDataLst>
          </p:nvPr>
        </p:nvPicPr>
        <p:blipFill>
          <a:blip r:embed="rId3" cstate="email"/>
          <a:srcRect/>
          <a:stretch>
            <a:fillRect/>
          </a:stretch>
        </p:blipFill>
        <p:spPr>
          <a:xfrm>
            <a:off x="15240" y="0"/>
            <a:ext cx="12176760" cy="6840220"/>
          </a:xfrm>
          <a:prstGeom prst="rect">
            <a:avLst/>
          </a:prstGeom>
        </p:spPr>
      </p:pic>
      <p:sp>
        <p:nvSpPr>
          <p:cNvPr id="40" name="矩形 39"/>
          <p:cNvSpPr/>
          <p:nvPr userDrawn="1">
            <p:custDataLst>
              <p:tags r:id="rId4"/>
            </p:custDataLst>
          </p:nvPr>
        </p:nvSpPr>
        <p:spPr>
          <a:xfrm>
            <a:off x="15240" y="0"/>
            <a:ext cx="7313295" cy="6858000"/>
          </a:xfrm>
          <a:prstGeom prst="rect">
            <a:avLst/>
          </a:prstGeom>
          <a:gradFill>
            <a:gsLst>
              <a:gs pos="0">
                <a:srgbClr val="051321"/>
              </a:gs>
              <a:gs pos="100000">
                <a:srgbClr val="051321">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2" name="任意多边形 45"/>
          <p:cNvSpPr/>
          <p:nvPr userDrawn="1">
            <p:custDataLst>
              <p:tags r:id="rId5"/>
            </p:custDataLst>
          </p:nvPr>
        </p:nvSpPr>
        <p:spPr>
          <a:xfrm>
            <a:off x="1016000" y="1370965"/>
            <a:ext cx="1044000" cy="72000"/>
          </a:xfrm>
          <a:custGeom>
            <a:avLst/>
            <a:gdLst>
              <a:gd name="adj" fmla="val 25000"/>
              <a:gd name="maxAdj" fmla="*/ 100000 w ss"/>
              <a:gd name="a" fmla="pin 0 adj maxAdj"/>
              <a:gd name="x1" fmla="*/ ss a 200000"/>
              <a:gd name="x2" fmla="*/ ss a 100000"/>
              <a:gd name="x6" fmla="+- r 0 x1"/>
              <a:gd name="x5" fmla="+- r 0 x2"/>
              <a:gd name="x3" fmla="*/ x5 1 2"/>
              <a:gd name="x4" fmla="+- r 0 x3"/>
              <a:gd name="il" fmla="*/ wd2 a maxAdj"/>
              <a:gd name="q1" fmla="*/ 5 a maxAdj"/>
              <a:gd name="q2" fmla="+/ 1 q1 12"/>
              <a:gd name="il-1" fmla="*/ q2 w 1"/>
              <a:gd name="it" fmla="*/ q2 h 1"/>
              <a:gd name="ir" fmla="+- r 0 il-1"/>
              <a:gd name="ib" fmla="+- b 0 it"/>
              <a:gd name="q3" fmla="*/ h hc x2"/>
              <a:gd name="y1" fmla="pin 0 q3 h"/>
              <a:gd name="y2" fmla="+- b 0 y1"/>
            </a:gdLst>
            <a:ahLst/>
            <a:cxnLst>
              <a:cxn ang="3">
                <a:pos x="hc" y="y2"/>
              </a:cxn>
              <a:cxn ang="3">
                <a:pos x="x4" y="t"/>
              </a:cxn>
              <a:cxn ang="0">
                <a:pos x="x6" y="vc"/>
              </a:cxn>
              <a:cxn ang="cd4">
                <a:pos x="x3" y="b"/>
              </a:cxn>
              <a:cxn ang="cd4">
                <a:pos x="hc" y="y1"/>
              </a:cxn>
              <a:cxn ang="cd2">
                <a:pos x="x1" y="vc"/>
              </a:cxn>
            </a:cxnLst>
            <a:rect l="l" t="t" r="r" b="b"/>
            <a:pathLst>
              <a:path w="1430" h="97">
                <a:moveTo>
                  <a:pt x="0" y="97"/>
                </a:moveTo>
                <a:lnTo>
                  <a:pt x="24" y="0"/>
                </a:lnTo>
                <a:lnTo>
                  <a:pt x="101" y="0"/>
                </a:lnTo>
                <a:lnTo>
                  <a:pt x="77" y="97"/>
                </a:lnTo>
                <a:lnTo>
                  <a:pt x="0" y="97"/>
                </a:lnTo>
                <a:close/>
                <a:moveTo>
                  <a:pt x="133" y="97"/>
                </a:moveTo>
                <a:lnTo>
                  <a:pt x="157" y="0"/>
                </a:lnTo>
                <a:lnTo>
                  <a:pt x="234" y="0"/>
                </a:lnTo>
                <a:lnTo>
                  <a:pt x="210" y="97"/>
                </a:lnTo>
                <a:lnTo>
                  <a:pt x="133" y="97"/>
                </a:lnTo>
                <a:close/>
                <a:moveTo>
                  <a:pt x="266" y="97"/>
                </a:moveTo>
                <a:lnTo>
                  <a:pt x="290" y="0"/>
                </a:lnTo>
                <a:lnTo>
                  <a:pt x="367" y="0"/>
                </a:lnTo>
                <a:lnTo>
                  <a:pt x="343" y="97"/>
                </a:lnTo>
                <a:lnTo>
                  <a:pt x="266" y="97"/>
                </a:lnTo>
                <a:close/>
                <a:moveTo>
                  <a:pt x="399" y="97"/>
                </a:moveTo>
                <a:lnTo>
                  <a:pt x="423" y="0"/>
                </a:lnTo>
                <a:lnTo>
                  <a:pt x="500" y="0"/>
                </a:lnTo>
                <a:lnTo>
                  <a:pt x="476" y="97"/>
                </a:lnTo>
                <a:lnTo>
                  <a:pt x="399" y="97"/>
                </a:lnTo>
                <a:close/>
                <a:moveTo>
                  <a:pt x="532" y="97"/>
                </a:moveTo>
                <a:lnTo>
                  <a:pt x="556" y="0"/>
                </a:lnTo>
                <a:lnTo>
                  <a:pt x="633" y="0"/>
                </a:lnTo>
                <a:lnTo>
                  <a:pt x="609" y="97"/>
                </a:lnTo>
                <a:lnTo>
                  <a:pt x="532" y="97"/>
                </a:lnTo>
                <a:close/>
                <a:moveTo>
                  <a:pt x="664" y="97"/>
                </a:moveTo>
                <a:lnTo>
                  <a:pt x="688" y="0"/>
                </a:lnTo>
                <a:lnTo>
                  <a:pt x="765" y="0"/>
                </a:lnTo>
                <a:lnTo>
                  <a:pt x="741" y="97"/>
                </a:lnTo>
                <a:lnTo>
                  <a:pt x="664" y="97"/>
                </a:lnTo>
                <a:close/>
                <a:moveTo>
                  <a:pt x="797" y="97"/>
                </a:moveTo>
                <a:lnTo>
                  <a:pt x="821" y="0"/>
                </a:lnTo>
                <a:lnTo>
                  <a:pt x="898" y="0"/>
                </a:lnTo>
                <a:lnTo>
                  <a:pt x="874" y="97"/>
                </a:lnTo>
                <a:lnTo>
                  <a:pt x="797" y="97"/>
                </a:lnTo>
                <a:close/>
                <a:moveTo>
                  <a:pt x="930" y="97"/>
                </a:moveTo>
                <a:lnTo>
                  <a:pt x="954" y="0"/>
                </a:lnTo>
                <a:lnTo>
                  <a:pt x="1031" y="0"/>
                </a:lnTo>
                <a:lnTo>
                  <a:pt x="1007" y="97"/>
                </a:lnTo>
                <a:lnTo>
                  <a:pt x="930" y="97"/>
                </a:lnTo>
                <a:close/>
                <a:moveTo>
                  <a:pt x="1063" y="97"/>
                </a:moveTo>
                <a:lnTo>
                  <a:pt x="1087" y="0"/>
                </a:lnTo>
                <a:lnTo>
                  <a:pt x="1164" y="0"/>
                </a:lnTo>
                <a:lnTo>
                  <a:pt x="1140" y="97"/>
                </a:lnTo>
                <a:lnTo>
                  <a:pt x="1063" y="97"/>
                </a:lnTo>
                <a:close/>
                <a:moveTo>
                  <a:pt x="1196" y="97"/>
                </a:moveTo>
                <a:lnTo>
                  <a:pt x="1220" y="0"/>
                </a:lnTo>
                <a:lnTo>
                  <a:pt x="1297" y="0"/>
                </a:lnTo>
                <a:lnTo>
                  <a:pt x="1273" y="97"/>
                </a:lnTo>
                <a:lnTo>
                  <a:pt x="1196" y="97"/>
                </a:lnTo>
                <a:close/>
                <a:moveTo>
                  <a:pt x="1329" y="97"/>
                </a:moveTo>
                <a:lnTo>
                  <a:pt x="1353" y="0"/>
                </a:lnTo>
                <a:lnTo>
                  <a:pt x="1430" y="0"/>
                </a:lnTo>
                <a:lnTo>
                  <a:pt x="1406" y="97"/>
                </a:lnTo>
                <a:lnTo>
                  <a:pt x="1329" y="97"/>
                </a:lnTo>
                <a:close/>
              </a:path>
            </a:pathLst>
          </a:custGeom>
          <a:gradFill flip="none" rotWithShape="1">
            <a:gsLst>
              <a:gs pos="0">
                <a:schemeClr val="accent1">
                  <a:lumMod val="20000"/>
                  <a:lumOff val="80000"/>
                </a:schemeClr>
              </a:gs>
              <a:gs pos="100000">
                <a:schemeClr val="accent1">
                  <a:lumMod val="60000"/>
                  <a:lumOff val="40000"/>
                  <a:alpha val="0"/>
                </a:schemeClr>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mn-ea"/>
              <a:sym typeface="MiSans Normal" panose="00000500000000000000" charset="-122"/>
            </a:endParaRPr>
          </a:p>
        </p:txBody>
      </p:sp>
      <p:sp>
        <p:nvSpPr>
          <p:cNvPr id="16" name="矩形 15"/>
          <p:cNvSpPr/>
          <p:nvPr userDrawn="1">
            <p:custDataLst>
              <p:tags r:id="rId6"/>
            </p:custDataLst>
          </p:nvPr>
        </p:nvSpPr>
        <p:spPr>
          <a:xfrm>
            <a:off x="-635" y="5415280"/>
            <a:ext cx="12192635" cy="1442720"/>
          </a:xfrm>
          <a:prstGeom prst="rect">
            <a:avLst/>
          </a:prstGeom>
          <a:gradFill>
            <a:gsLst>
              <a:gs pos="16000">
                <a:schemeClr val="accent1"/>
              </a:gs>
              <a:gs pos="100000">
                <a:schemeClr val="accent2">
                  <a:lumMod val="65000"/>
                  <a:lumOff val="35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日期占位符 3"/>
          <p:cNvSpPr>
            <a:spLocks noGrp="1"/>
          </p:cNvSpPr>
          <p:nvPr>
            <p:ph type="dt" sz="half" idx="10"/>
            <p:custDataLst>
              <p:tags r:id="rId7"/>
            </p:custDataLst>
          </p:nvPr>
        </p:nvSpPr>
        <p:spPr/>
        <p:txBody>
          <a:bodyPr wrap="square">
            <a:normAutofit/>
          </a:bodyPr>
          <a:lstStyle/>
          <a:p>
            <a:fld id="{5592522B-0F24-4480-B9DD-A9474A6880D6}" type="datetimeFigureOut">
              <a:rPr lang="zh-CN" altLang="en-US" smtClean="0"/>
            </a:fld>
            <a:endParaRPr lang="zh-CN" altLang="en-US"/>
          </a:p>
        </p:txBody>
      </p:sp>
      <p:sp>
        <p:nvSpPr>
          <p:cNvPr id="11" name="页脚占位符 4"/>
          <p:cNvSpPr>
            <a:spLocks noGrp="1"/>
          </p:cNvSpPr>
          <p:nvPr>
            <p:ph type="ftr" sz="quarter" idx="11"/>
            <p:custDataLst>
              <p:tags r:id="rId8"/>
            </p:custDataLst>
          </p:nvPr>
        </p:nvSpPr>
        <p:spPr/>
        <p:txBody>
          <a:bodyPr>
            <a:normAutofit/>
          </a:bodyPr>
          <a:lstStyle/>
          <a:p>
            <a:endParaRPr lang="zh-CN" altLang="en-US" dirty="0"/>
          </a:p>
        </p:txBody>
      </p:sp>
      <p:sp>
        <p:nvSpPr>
          <p:cNvPr id="12" name="灯片编号占位符 5"/>
          <p:cNvSpPr>
            <a:spLocks noGrp="1"/>
          </p:cNvSpPr>
          <p:nvPr>
            <p:ph type="sldNum" sz="quarter" idx="12"/>
            <p:custDataLst>
              <p:tags r:id="rId9"/>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pic>
        <p:nvPicPr>
          <p:cNvPr id="22" name="图形 28"/>
          <p:cNvPicPr>
            <a:picLocks noChangeAspect="1"/>
          </p:cNvPicPr>
          <p:nvPr userDrawn="1">
            <p:custDataLst>
              <p:tags r:id="rId10"/>
            </p:custDataLst>
          </p:nvPr>
        </p:nvPicPr>
        <p:blipFill>
          <a:blip r:embed="rId11" cstate="print">
            <a:extLst>
              <a:ext uri="{96DAC541-7B7A-43D3-8B79-37D633B846F1}">
                <asvg:svgBlip xmlns:asvg="http://schemas.microsoft.com/office/drawing/2016/SVG/main" r:embed="rId12"/>
              </a:ext>
            </a:extLst>
          </a:blip>
          <a:srcRect r="5736"/>
          <a:stretch>
            <a:fillRect/>
          </a:stretch>
        </p:blipFill>
        <p:spPr>
          <a:xfrm flipV="1">
            <a:off x="7235190" y="5837555"/>
            <a:ext cx="4956810" cy="618490"/>
          </a:xfrm>
          <a:custGeom>
            <a:avLst/>
            <a:gdLst/>
            <a:ahLst/>
            <a:cxnLst>
              <a:cxn ang="3">
                <a:pos x="hc" y="t"/>
              </a:cxn>
              <a:cxn ang="cd2">
                <a:pos x="l" y="vc"/>
              </a:cxn>
              <a:cxn ang="cd4">
                <a:pos x="hc" y="b"/>
              </a:cxn>
              <a:cxn ang="0">
                <a:pos x="r" y="vc"/>
              </a:cxn>
            </a:cxnLst>
            <a:rect l="l" t="t" r="r" b="b"/>
            <a:pathLst>
              <a:path w="7806" h="974">
                <a:moveTo>
                  <a:pt x="0" y="0"/>
                </a:moveTo>
                <a:lnTo>
                  <a:pt x="7806" y="0"/>
                </a:lnTo>
                <a:lnTo>
                  <a:pt x="7806" y="974"/>
                </a:lnTo>
                <a:lnTo>
                  <a:pt x="0" y="974"/>
                </a:lnTo>
                <a:lnTo>
                  <a:pt x="0" y="0"/>
                </a:lnTo>
                <a:close/>
              </a:path>
            </a:pathLst>
          </a:custGeom>
          <a:gradFill>
            <a:gsLst>
              <a:gs pos="0">
                <a:schemeClr val="accent1"/>
              </a:gs>
              <a:gs pos="100000">
                <a:srgbClr val="47AEF1"/>
              </a:gs>
            </a:gsLst>
            <a:lin ang="2580000" scaled="0"/>
          </a:gradFill>
        </p:spPr>
      </p:pic>
      <p:sp>
        <p:nvSpPr>
          <p:cNvPr id="14" name="Text Placeholder 13"/>
          <p:cNvSpPr>
            <a:spLocks noGrp="1"/>
          </p:cNvSpPr>
          <p:nvPr>
            <p:ph type="body" idx="16386" hasCustomPrompt="1"/>
            <p:custDataLst>
              <p:tags r:id="rId13"/>
            </p:custDataLst>
          </p:nvPr>
        </p:nvSpPr>
        <p:spPr>
          <a:xfrm>
            <a:off x="1016000" y="1651000"/>
            <a:ext cx="6097058" cy="457200"/>
          </a:xfrm>
          <a:noFill/>
        </p:spPr>
        <p:txBody>
          <a:bodyPr vert="horz" lIns="0" tIns="0" rIns="0" bIns="0" anchor="t">
            <a:normAutofit/>
          </a:bodyPr>
          <a:lstStyle>
            <a:lvl1pPr marL="0" indent="0" algn="l">
              <a:lnSpc>
                <a:spcPct val="125000"/>
              </a:lnSpc>
              <a:spcBef>
                <a:spcPct val="0"/>
              </a:spcBef>
              <a:spcAft>
                <a:spcPct val="0"/>
              </a:spcAft>
              <a:buNone/>
              <a:defRPr sz="2400" b="0" spc="0">
                <a:solidFill>
                  <a:srgbClr val="FFFFFF"/>
                </a:solidFill>
              </a:defRPr>
            </a:lvl1pPr>
          </a:lstStyle>
          <a:p>
            <a:pPr lvl="0"/>
            <a:r>
              <a:rPr lang="zh-CN" altLang="en-US" smtClean="0"/>
              <a:t>20XX YEAR</a:t>
            </a:r>
            <a:endParaRPr lang="zh-CN" altLang="en-US" smtClean="0"/>
          </a:p>
        </p:txBody>
      </p:sp>
      <p:sp>
        <p:nvSpPr>
          <p:cNvPr id="6" name="标题 1"/>
          <p:cNvSpPr>
            <a:spLocks noGrp="1"/>
          </p:cNvSpPr>
          <p:nvPr>
            <p:ph type="ctrTitle" idx="16385" hasCustomPrompt="1"/>
            <p:custDataLst>
              <p:tags r:id="rId14"/>
            </p:custDataLst>
          </p:nvPr>
        </p:nvSpPr>
        <p:spPr>
          <a:xfrm>
            <a:off x="1016000" y="2159000"/>
            <a:ext cx="6352646" cy="2540000"/>
          </a:xfrm>
        </p:spPr>
        <p:txBody>
          <a:bodyPr vert="horz" wrap="square" lIns="0" tIns="0" rIns="0" bIns="0" anchor="t" anchorCtr="0">
            <a:normAutofit/>
          </a:bodyPr>
          <a:lstStyle>
            <a:lvl1pPr marL="0" indent="0" algn="l">
              <a:lnSpc>
                <a:spcPct val="100000"/>
              </a:lnSpc>
              <a:spcBef>
                <a:spcPct val="0"/>
              </a:spcBef>
              <a:spcAft>
                <a:spcPct val="0"/>
              </a:spcAft>
              <a:buNone/>
              <a:defRPr sz="6000" spc="0">
                <a:gradFill>
                  <a:gsLst>
                    <a:gs pos="0">
                      <a:schemeClr val="accent1">
                        <a:lumMod val="5000"/>
                        <a:lumOff val="95000"/>
                      </a:schemeClr>
                    </a:gs>
                    <a:gs pos="0">
                      <a:schemeClr val="accent1">
                        <a:lumMod val="5000"/>
                        <a:lumOff val="95000"/>
                      </a:schemeClr>
                    </a:gs>
                    <a:gs pos="0">
                      <a:schemeClr val="accent1">
                        <a:lumMod val="5000"/>
                        <a:lumOff val="95000"/>
                      </a:schemeClr>
                    </a:gs>
                    <a:gs pos="35000">
                      <a:schemeClr val="accent1">
                        <a:lumMod val="5000"/>
                        <a:lumOff val="95000"/>
                      </a:schemeClr>
                    </a:gs>
                    <a:gs pos="74000">
                      <a:schemeClr val="accent1">
                        <a:lumMod val="45000"/>
                        <a:lumOff val="55000"/>
                      </a:schemeClr>
                    </a:gs>
                    <a:gs pos="74000">
                      <a:schemeClr val="accent1">
                        <a:lumMod val="45000"/>
                        <a:lumOff val="55000"/>
                      </a:schemeClr>
                    </a:gs>
                    <a:gs pos="74000">
                      <a:schemeClr val="accent1">
                        <a:lumMod val="45000"/>
                        <a:lumOff val="55000"/>
                      </a:schemeClr>
                    </a:gs>
                    <a:gs pos="74000">
                      <a:schemeClr val="accent1">
                        <a:lumMod val="45000"/>
                        <a:lumOff val="55000"/>
                      </a:schemeClr>
                    </a:gs>
                    <a:gs pos="83000">
                      <a:schemeClr val="accent1">
                        <a:lumMod val="45000"/>
                        <a:lumOff val="55000"/>
                      </a:schemeClr>
                    </a:gs>
                    <a:gs pos="83000">
                      <a:schemeClr val="accent1">
                        <a:lumMod val="45000"/>
                        <a:lumOff val="55000"/>
                      </a:schemeClr>
                    </a:gs>
                    <a:gs pos="83000">
                      <a:schemeClr val="accent1">
                        <a:lumMod val="45000"/>
                        <a:lumOff val="55000"/>
                      </a:schemeClr>
                    </a:gs>
                    <a:gs pos="83000">
                      <a:schemeClr val="accent1">
                        <a:lumMod val="45000"/>
                        <a:lumOff val="55000"/>
                      </a:schemeClr>
                    </a:gs>
                    <a:gs pos="100000">
                      <a:schemeClr val="accent1">
                        <a:lumMod val="30000"/>
                        <a:lumOff val="70000"/>
                      </a:schemeClr>
                    </a:gs>
                    <a:gs pos="100000">
                      <a:schemeClr val="accent1">
                        <a:lumMod val="30000"/>
                        <a:lumOff val="70000"/>
                      </a:schemeClr>
                    </a:gs>
                    <a:gs pos="100000">
                      <a:schemeClr val="accent1">
                        <a:lumMod val="30000"/>
                        <a:lumOff val="70000"/>
                      </a:schemeClr>
                    </a:gs>
                    <a:gs pos="100000">
                      <a:schemeClr val="accent1">
                        <a:lumMod val="30000"/>
                        <a:lumOff val="70000"/>
                      </a:schemeClr>
                    </a:gs>
                  </a:gsLst>
                  <a:lin ang="5400000" scaled="0"/>
                </a:gradFill>
              </a:defRPr>
            </a:lvl1pPr>
          </a:lstStyle>
          <a:p>
            <a:r>
              <a:rPr lang="zh-CN" altLang="en-US" dirty="0"/>
              <a:t>单击此处
添加文档标题</a:t>
            </a:r>
            <a:endParaRPr lang="zh-CN" altLang="en-US" dirty="0"/>
          </a:p>
        </p:txBody>
      </p:sp>
      <p:sp>
        <p:nvSpPr>
          <p:cNvPr id="15" name="Text Placeholder 14"/>
          <p:cNvSpPr>
            <a:spLocks noGrp="1"/>
          </p:cNvSpPr>
          <p:nvPr>
            <p:ph type="body" idx="16387" hasCustomPrompt="1"/>
            <p:custDataLst>
              <p:tags r:id="rId15"/>
            </p:custDataLst>
          </p:nvPr>
        </p:nvSpPr>
        <p:spPr>
          <a:xfrm>
            <a:off x="1016000" y="4749800"/>
            <a:ext cx="2540882" cy="533400"/>
          </a:xfrm>
          <a:noFill/>
        </p:spPr>
        <p:txBody>
          <a:bodyPr vert="horz" lIns="0" tIns="0" rIns="0" bIns="0" anchor="ctr">
            <a:normAutofit/>
          </a:bodyPr>
          <a:lstStyle>
            <a:lvl1pPr marL="0" indent="0" algn="l">
              <a:lnSpc>
                <a:spcPct val="150000"/>
              </a:lnSpc>
              <a:spcBef>
                <a:spcPct val="0"/>
              </a:spcBef>
              <a:spcAft>
                <a:spcPct val="0"/>
              </a:spcAft>
              <a:buNone/>
              <a:defRPr sz="2000" b="0" spc="0">
                <a:solidFill>
                  <a:schemeClr val="tx1"/>
                </a:solidFill>
              </a:defRPr>
            </a:lvl1pPr>
          </a:lstStyle>
          <a:p>
            <a:pPr lvl="0"/>
            <a:r>
              <a:rPr lang="zh-CN" altLang="en-US" smtClean="0"/>
              <a:t>BY WPS</a:t>
            </a:r>
            <a:endParaRPr lang="zh-CN" altLang="en-US" smtClean="0"/>
          </a:p>
        </p:txBody>
      </p:sp>
    </p:spTree>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showMasterSp="0" userDrawn="1">
  <p:cSld name="章节页-1-2_5">
    <p:bg>
      <p:bgRef idx="1001">
        <a:schemeClr val="bg2"/>
      </p:bgRef>
    </p:bg>
    <p:spTree>
      <p:nvGrpSpPr>
        <p:cNvPr id="1" name=""/>
        <p:cNvGrpSpPr/>
        <p:nvPr/>
      </p:nvGrpSpPr>
      <p:grpSpPr>
        <a:xfrm>
          <a:off x="0" y="0"/>
          <a:ext cx="0" cy="0"/>
          <a:chOff x="0" y="0"/>
          <a:chExt cx="0" cy="0"/>
        </a:xfrm>
      </p:grpSpPr>
      <p:pic>
        <p:nvPicPr>
          <p:cNvPr id="9" name="图片 8"/>
          <p:cNvPicPr>
            <a:picLocks noChangeAspect="1"/>
          </p:cNvPicPr>
          <p:nvPr userDrawn="1">
            <p:custDataLst>
              <p:tags r:id="rId2"/>
            </p:custDataLst>
          </p:nvPr>
        </p:nvPicPr>
        <p:blipFill>
          <a:blip r:embed="rId3" cstate="email"/>
          <a:srcRect/>
          <a:stretch>
            <a:fillRect/>
          </a:stretch>
        </p:blipFill>
        <p:spPr>
          <a:xfrm>
            <a:off x="0" y="0"/>
            <a:ext cx="12192000" cy="6858000"/>
          </a:xfrm>
          <a:custGeom>
            <a:avLst/>
            <a:gdLst/>
            <a:ahLst/>
            <a:cxnLst>
              <a:cxn ang="3">
                <a:pos x="hc" y="t"/>
              </a:cxn>
              <a:cxn ang="cd2">
                <a:pos x="l" y="vc"/>
              </a:cxn>
              <a:cxn ang="cd4">
                <a:pos x="hc" y="b"/>
              </a:cxn>
              <a:cxn ang="0">
                <a:pos x="r" y="vc"/>
              </a:cxn>
            </a:cxnLst>
            <a:rect l="l" t="t" r="r" b="b"/>
            <a:pathLst>
              <a:path w="19200" h="10800">
                <a:moveTo>
                  <a:pt x="0" y="0"/>
                </a:moveTo>
                <a:lnTo>
                  <a:pt x="19200" y="0"/>
                </a:lnTo>
                <a:lnTo>
                  <a:pt x="19200" y="10800"/>
                </a:lnTo>
                <a:lnTo>
                  <a:pt x="0" y="10800"/>
                </a:lnTo>
                <a:lnTo>
                  <a:pt x="0" y="0"/>
                </a:lnTo>
                <a:close/>
              </a:path>
            </a:pathLst>
          </a:custGeom>
        </p:spPr>
      </p:pic>
      <p:pic>
        <p:nvPicPr>
          <p:cNvPr id="36" name="图片 35" descr="图片21231"/>
          <p:cNvPicPr>
            <a:picLocks noChangeAspect="1"/>
          </p:cNvPicPr>
          <p:nvPr userDrawn="1">
            <p:custDataLst>
              <p:tags r:id="rId4"/>
            </p:custDataLst>
          </p:nvPr>
        </p:nvPicPr>
        <p:blipFill>
          <a:blip r:embed="rId5" cstate="email"/>
          <a:srcRect/>
          <a:stretch>
            <a:fillRect/>
          </a:stretch>
        </p:blipFill>
        <p:spPr>
          <a:xfrm>
            <a:off x="1133475" y="1634490"/>
            <a:ext cx="10117455" cy="3769995"/>
          </a:xfrm>
          <a:custGeom>
            <a:avLst/>
            <a:gdLst/>
            <a:ahLst/>
            <a:cxnLst>
              <a:cxn ang="3">
                <a:pos x="hc" y="t"/>
              </a:cxn>
              <a:cxn ang="cd2">
                <a:pos x="l" y="vc"/>
              </a:cxn>
              <a:cxn ang="cd4">
                <a:pos x="hc" y="b"/>
              </a:cxn>
              <a:cxn ang="0">
                <a:pos x="r" y="vc"/>
              </a:cxn>
            </a:cxnLst>
            <a:rect l="l" t="t" r="r" b="b"/>
            <a:pathLst>
              <a:path w="16218" h="7254">
                <a:moveTo>
                  <a:pt x="0" y="0"/>
                </a:moveTo>
                <a:lnTo>
                  <a:pt x="16218" y="0"/>
                </a:lnTo>
                <a:lnTo>
                  <a:pt x="16218" y="7254"/>
                </a:lnTo>
                <a:lnTo>
                  <a:pt x="0" y="7254"/>
                </a:lnTo>
                <a:lnTo>
                  <a:pt x="0" y="0"/>
                </a:lnTo>
                <a:close/>
              </a:path>
            </a:pathLst>
          </a:custGeom>
        </p:spPr>
      </p:pic>
      <p:sp>
        <p:nvSpPr>
          <p:cNvPr id="37" name="矩形 36"/>
          <p:cNvSpPr/>
          <p:nvPr userDrawn="1">
            <p:custDataLst>
              <p:tags r:id="rId6"/>
            </p:custDataLst>
          </p:nvPr>
        </p:nvSpPr>
        <p:spPr>
          <a:xfrm>
            <a:off x="1133475" y="1636395"/>
            <a:ext cx="10118090" cy="3768090"/>
          </a:xfrm>
          <a:prstGeom prst="rect">
            <a:avLst/>
          </a:prstGeom>
          <a:solidFill>
            <a:srgbClr val="000000">
              <a:alpha val="42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任意多边形: 形状 11"/>
          <p:cNvSpPr/>
          <p:nvPr userDrawn="1">
            <p:custDataLst>
              <p:tags r:id="rId7"/>
            </p:custDataLst>
          </p:nvPr>
        </p:nvSpPr>
        <p:spPr>
          <a:xfrm rot="5400000">
            <a:off x="61595" y="2705735"/>
            <a:ext cx="3769995" cy="1626870"/>
          </a:xfrm>
          <a:custGeom>
            <a:avLst/>
            <a:gdLst>
              <a:gd name="connsiteX0" fmla="*/ 6104525 w 12192000"/>
              <a:gd name="connsiteY0" fmla="*/ 0 h 1862910"/>
              <a:gd name="connsiteX1" fmla="*/ 6405516 w 12192000"/>
              <a:gd name="connsiteY1" fmla="*/ 157480 h 1862910"/>
              <a:gd name="connsiteX2" fmla="*/ 6801756 w 12192000"/>
              <a:gd name="connsiteY2" fmla="*/ 358140 h 1862910"/>
              <a:gd name="connsiteX3" fmla="*/ 7877871 w 12192000"/>
              <a:gd name="connsiteY3" fmla="*/ 358140 h 1862910"/>
              <a:gd name="connsiteX4" fmla="*/ 12192000 w 12192000"/>
              <a:gd name="connsiteY4" fmla="*/ 358140 h 1862910"/>
              <a:gd name="connsiteX5" fmla="*/ 12192000 w 12192000"/>
              <a:gd name="connsiteY5" fmla="*/ 1862910 h 1862910"/>
              <a:gd name="connsiteX6" fmla="*/ 0 w 12192000"/>
              <a:gd name="connsiteY6" fmla="*/ 1862910 h 1862910"/>
              <a:gd name="connsiteX7" fmla="*/ 0 w 12192000"/>
              <a:gd name="connsiteY7" fmla="*/ 358140 h 1862910"/>
              <a:gd name="connsiteX8" fmla="*/ 2547257 w 12192000"/>
              <a:gd name="connsiteY8" fmla="*/ 358140 h 1862910"/>
              <a:gd name="connsiteX9" fmla="*/ 5407296 w 12192000"/>
              <a:gd name="connsiteY9" fmla="*/ 358140 h 1862910"/>
              <a:gd name="connsiteX10" fmla="*/ 5803536 w 12192000"/>
              <a:gd name="connsiteY10" fmla="*/ 157480 h 1862910"/>
              <a:gd name="connsiteX11" fmla="*/ 6104525 w 12192000"/>
              <a:gd name="connsiteY11" fmla="*/ 0 h 186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254" h="3130">
                <a:moveTo>
                  <a:pt x="3841" y="0"/>
                </a:moveTo>
                <a:cubicBezTo>
                  <a:pt x="4101" y="0"/>
                  <a:pt x="4330" y="130"/>
                  <a:pt x="4468" y="328"/>
                </a:cubicBezTo>
                <a:cubicBezTo>
                  <a:pt x="4597" y="514"/>
                  <a:pt x="4786" y="644"/>
                  <a:pt x="5001" y="705"/>
                </a:cubicBezTo>
                <a:lnTo>
                  <a:pt x="5014" y="709"/>
                </a:lnTo>
                <a:lnTo>
                  <a:pt x="7254" y="709"/>
                </a:lnTo>
                <a:lnTo>
                  <a:pt x="7254" y="3130"/>
                </a:lnTo>
                <a:lnTo>
                  <a:pt x="0" y="3130"/>
                </a:lnTo>
                <a:lnTo>
                  <a:pt x="0" y="709"/>
                </a:lnTo>
                <a:lnTo>
                  <a:pt x="2667" y="709"/>
                </a:lnTo>
                <a:lnTo>
                  <a:pt x="2680" y="705"/>
                </a:lnTo>
                <a:cubicBezTo>
                  <a:pt x="2894" y="644"/>
                  <a:pt x="3084" y="514"/>
                  <a:pt x="3215" y="328"/>
                </a:cubicBezTo>
                <a:cubicBezTo>
                  <a:pt x="3353" y="130"/>
                  <a:pt x="3582" y="0"/>
                  <a:pt x="3841" y="0"/>
                </a:cubicBezTo>
                <a:close/>
              </a:path>
            </a:pathLst>
          </a:custGeom>
          <a:gradFill>
            <a:gsLst>
              <a:gs pos="0">
                <a:schemeClr val="accent1"/>
              </a:gs>
              <a:gs pos="100000">
                <a:schemeClr val="accent1">
                  <a:lumMod val="65000"/>
                  <a:lumOff val="35000"/>
                </a:schemeClr>
              </a:gs>
            </a:gsLst>
            <a:lin ang="25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6" name="椭圆 15"/>
          <p:cNvSpPr>
            <a:spLocks noChangeAspect="1"/>
          </p:cNvSpPr>
          <p:nvPr userDrawn="1">
            <p:custDataLst>
              <p:tags r:id="rId8"/>
            </p:custDataLst>
          </p:nvPr>
        </p:nvSpPr>
        <p:spPr>
          <a:xfrm rot="5400000">
            <a:off x="2244725" y="3429635"/>
            <a:ext cx="427990" cy="427990"/>
          </a:xfrm>
          <a:prstGeom prst="ellipse">
            <a:avLst/>
          </a:prstGeom>
          <a:solidFill>
            <a:srgbClr val="FFFFFF"/>
          </a:solidFill>
          <a:ln>
            <a:noFill/>
          </a:ln>
          <a:effectLst>
            <a:outerShdw blurRad="254000" dist="127000" dir="2700000" algn="tl" rotWithShape="0">
              <a:srgbClr val="080808">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a:spLocks noChangeAspect="1"/>
          </p:cNvSpPr>
          <p:nvPr userDrawn="1">
            <p:custDataLst>
              <p:tags r:id="rId9"/>
            </p:custDataLst>
          </p:nvPr>
        </p:nvSpPr>
        <p:spPr>
          <a:xfrm rot="16200000">
            <a:off x="2400300" y="3603625"/>
            <a:ext cx="116840" cy="8001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日期占位符 4"/>
          <p:cNvSpPr>
            <a:spLocks noGrp="1"/>
          </p:cNvSpPr>
          <p:nvPr>
            <p:ph type="dt" sz="half" idx="10"/>
            <p:custDataLst>
              <p:tags r:id="rId10"/>
            </p:custDataLst>
          </p:nvPr>
        </p:nvSpPr>
        <p:spPr/>
        <p:txBody>
          <a:bodyPr wrap="square">
            <a:normAutofit/>
          </a:bodyPr>
          <a:lstStyle/>
          <a:p>
            <a:fld id="{5592522B-0F24-4480-B9DD-A9474A6880D6}" type="datetimeFigureOut">
              <a:rPr lang="zh-CN" altLang="en-US" smtClean="0"/>
            </a:fld>
            <a:endParaRPr lang="zh-CN" altLang="en-US"/>
          </a:p>
        </p:txBody>
      </p:sp>
      <p:sp>
        <p:nvSpPr>
          <p:cNvPr id="10" name="页脚占位符 5"/>
          <p:cNvSpPr>
            <a:spLocks noGrp="1"/>
          </p:cNvSpPr>
          <p:nvPr>
            <p:ph type="ftr" sz="quarter" idx="11"/>
            <p:custDataLst>
              <p:tags r:id="rId11"/>
            </p:custDataLst>
          </p:nvPr>
        </p:nvSpPr>
        <p:spPr/>
        <p:txBody>
          <a:bodyPr/>
          <a:lstStyle/>
          <a:p>
            <a:endParaRPr lang="zh-CN" altLang="en-US"/>
          </a:p>
        </p:txBody>
      </p:sp>
      <p:sp>
        <p:nvSpPr>
          <p:cNvPr id="11" name="灯片编号占位符 6"/>
          <p:cNvSpPr>
            <a:spLocks noGrp="1"/>
          </p:cNvSpPr>
          <p:nvPr>
            <p:ph type="sldNum" sz="quarter" idx="12"/>
            <p:custDataLst>
              <p:tags r:id="rId12"/>
            </p:custDataLst>
          </p:nvPr>
        </p:nvSpPr>
        <p:spPr/>
        <p:txBody>
          <a:bodyPr wrap="square">
            <a:normAutofit/>
          </a:bodyPr>
          <a:lstStyle/>
          <a:p>
            <a:fld id="{BE5F26B5-172A-4DC2-B0B7-181CFC56B87C}" type="slidenum">
              <a:rPr lang="zh-CN" altLang="en-US" smtClean="0"/>
            </a:fld>
            <a:endParaRPr lang="zh-CN" altLang="en-US"/>
          </a:p>
        </p:txBody>
      </p:sp>
      <p:sp>
        <p:nvSpPr>
          <p:cNvPr id="6" name="标题 1"/>
          <p:cNvSpPr>
            <a:spLocks noGrp="1"/>
          </p:cNvSpPr>
          <p:nvPr>
            <p:ph type="title" idx="16385" hasCustomPrompt="1"/>
            <p:custDataLst>
              <p:tags r:id="rId13"/>
            </p:custDataLst>
          </p:nvPr>
        </p:nvSpPr>
        <p:spPr>
          <a:xfrm>
            <a:off x="1903942" y="3530600"/>
            <a:ext cx="8384117" cy="1524000"/>
          </a:xfrm>
        </p:spPr>
        <p:txBody>
          <a:bodyPr vert="horz" wrap="square" lIns="0" tIns="0" rIns="0" bIns="0" anchor="t" anchorCtr="0">
            <a:normAutofit/>
          </a:bodyPr>
          <a:lstStyle>
            <a:lvl1pPr marL="0" indent="0" algn="ctr">
              <a:lnSpc>
                <a:spcPct val="100000"/>
              </a:lnSpc>
              <a:spcBef>
                <a:spcPct val="0"/>
              </a:spcBef>
              <a:spcAft>
                <a:spcPct val="0"/>
              </a:spcAft>
              <a:buNone/>
              <a:defRPr sz="4800" b="0" spc="0">
                <a:gradFill>
                  <a:gsLst>
                    <a:gs pos="0">
                      <a:schemeClr val="accent1">
                        <a:lumMod val="60000"/>
                        <a:lumOff val="40000"/>
                      </a:schemeClr>
                    </a:gs>
                    <a:gs pos="0">
                      <a:schemeClr val="accent1">
                        <a:lumMod val="60000"/>
                        <a:lumOff val="40000"/>
                      </a:schemeClr>
                    </a:gs>
                    <a:gs pos="100000">
                      <a:srgbClr val="FFFFFF"/>
                    </a:gs>
                  </a:gsLst>
                  <a:lin ang="16200000" scaled="0"/>
                </a:gradFill>
              </a:defRPr>
            </a:lvl1pPr>
          </a:lstStyle>
          <a:p>
            <a:r>
              <a:rPr lang="zh-CN" altLang="en-US" dirty="0"/>
              <a:t>单击此处添加章节标题</a:t>
            </a:r>
            <a:endParaRPr lang="zh-CN" altLang="en-US" dirty="0"/>
          </a:p>
        </p:txBody>
      </p:sp>
      <p:sp>
        <p:nvSpPr>
          <p:cNvPr id="8" name="节编号 3"/>
          <p:cNvSpPr>
            <a:spLocks noGrp="1"/>
          </p:cNvSpPr>
          <p:nvPr>
            <p:ph type="body" sz="quarter" idx="16386" hasCustomPrompt="1"/>
            <p:custDataLst>
              <p:tags r:id="rId14"/>
            </p:custDataLst>
          </p:nvPr>
        </p:nvSpPr>
        <p:spPr>
          <a:xfrm>
            <a:off x="5332413" y="1905000"/>
            <a:ext cx="1527175" cy="1524000"/>
          </a:xfrm>
        </p:spPr>
        <p:txBody>
          <a:bodyPr vert="horz" wrap="none" lIns="0" tIns="0" rIns="0" bIns="0" anchor="ctr" anchorCtr="0">
            <a:normAutofit/>
          </a:bodyPr>
          <a:lstStyle>
            <a:lvl1pPr marL="0" indent="0" algn="ctr">
              <a:lnSpc>
                <a:spcPct val="109000"/>
              </a:lnSpc>
              <a:spcBef>
                <a:spcPct val="0"/>
              </a:spcBef>
              <a:spcAft>
                <a:spcPct val="0"/>
              </a:spcAft>
              <a:buNone/>
              <a:defRPr sz="7200" b="1" spc="0">
                <a:solidFill>
                  <a:srgbClr val="FFFFFF"/>
                </a:solidFill>
              </a:defRPr>
            </a:lvl1pPr>
          </a:lstStyle>
          <a:p>
            <a:pPr lvl="0"/>
            <a:r>
              <a:rPr lang="zh-CN" altLang="en-US" dirty="0"/>
              <a:t>01</a:t>
            </a:r>
            <a:endParaRPr lang="zh-CN" alt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结束页-1-3_4">
    <p:bg>
      <p:bgRef idx="1001">
        <a:schemeClr val="bg2"/>
      </p:bgRef>
    </p:bg>
    <p:spTree>
      <p:nvGrpSpPr>
        <p:cNvPr id="1" name=""/>
        <p:cNvGrpSpPr/>
        <p:nvPr/>
      </p:nvGrpSpPr>
      <p:grpSpPr>
        <a:xfrm>
          <a:off x="0" y="0"/>
          <a:ext cx="0" cy="0"/>
          <a:chOff x="0" y="0"/>
          <a:chExt cx="0" cy="0"/>
        </a:xfrm>
      </p:grpSpPr>
      <p:pic>
        <p:nvPicPr>
          <p:cNvPr id="63" name="图片 62"/>
          <p:cNvPicPr>
            <a:picLocks noChangeAspect="1"/>
          </p:cNvPicPr>
          <p:nvPr userDrawn="1">
            <p:custDataLst>
              <p:tags r:id="rId2"/>
            </p:custDataLst>
          </p:nvPr>
        </p:nvPicPr>
        <p:blipFill>
          <a:blip r:embed="rId3" cstate="email"/>
          <a:stretch>
            <a:fillRect/>
          </a:stretch>
        </p:blipFill>
        <p:spPr>
          <a:xfrm>
            <a:off x="-635" y="635"/>
            <a:ext cx="12192635" cy="6845935"/>
          </a:xfrm>
          <a:prstGeom prst="rect">
            <a:avLst/>
          </a:prstGeom>
        </p:spPr>
      </p:pic>
      <p:sp>
        <p:nvSpPr>
          <p:cNvPr id="7" name="矩形 6"/>
          <p:cNvSpPr/>
          <p:nvPr userDrawn="1">
            <p:custDataLst>
              <p:tags r:id="rId4"/>
            </p:custDataLst>
          </p:nvPr>
        </p:nvSpPr>
        <p:spPr>
          <a:xfrm>
            <a:off x="-635" y="635"/>
            <a:ext cx="7323455" cy="6846570"/>
          </a:xfrm>
          <a:prstGeom prst="rect">
            <a:avLst/>
          </a:prstGeom>
          <a:gradFill>
            <a:gsLst>
              <a:gs pos="0">
                <a:srgbClr val="051321"/>
              </a:gs>
              <a:gs pos="100000">
                <a:srgbClr val="051321">
                  <a:alpha val="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任意多边形 45"/>
          <p:cNvSpPr/>
          <p:nvPr userDrawn="1">
            <p:custDataLst>
              <p:tags r:id="rId5"/>
            </p:custDataLst>
          </p:nvPr>
        </p:nvSpPr>
        <p:spPr>
          <a:xfrm>
            <a:off x="1016000" y="1369060"/>
            <a:ext cx="1044000" cy="72000"/>
          </a:xfrm>
          <a:custGeom>
            <a:avLst/>
            <a:gdLst>
              <a:gd name="adj" fmla="val 25000"/>
              <a:gd name="maxAdj" fmla="*/ 100000 w ss"/>
              <a:gd name="a" fmla="pin 0 adj maxAdj"/>
              <a:gd name="x1" fmla="*/ ss a 200000"/>
              <a:gd name="x2" fmla="*/ ss a 100000"/>
              <a:gd name="x6" fmla="+- r 0 x1"/>
              <a:gd name="x5" fmla="+- r 0 x2"/>
              <a:gd name="x3" fmla="*/ x5 1 2"/>
              <a:gd name="x4" fmla="+- r 0 x3"/>
              <a:gd name="il" fmla="*/ wd2 a maxAdj"/>
              <a:gd name="q1" fmla="*/ 5 a maxAdj"/>
              <a:gd name="q2" fmla="+/ 1 q1 12"/>
              <a:gd name="il-1" fmla="*/ q2 w 1"/>
              <a:gd name="it" fmla="*/ q2 h 1"/>
              <a:gd name="ir" fmla="+- r 0 il-1"/>
              <a:gd name="ib" fmla="+- b 0 it"/>
              <a:gd name="q3" fmla="*/ h hc x2"/>
              <a:gd name="y1" fmla="pin 0 q3 h"/>
              <a:gd name="y2" fmla="+- b 0 y1"/>
            </a:gdLst>
            <a:ahLst/>
            <a:cxnLst>
              <a:cxn ang="3">
                <a:pos x="hc" y="y2"/>
              </a:cxn>
              <a:cxn ang="3">
                <a:pos x="x4" y="t"/>
              </a:cxn>
              <a:cxn ang="0">
                <a:pos x="x6" y="vc"/>
              </a:cxn>
              <a:cxn ang="cd4">
                <a:pos x="x3" y="b"/>
              </a:cxn>
              <a:cxn ang="cd4">
                <a:pos x="hc" y="y1"/>
              </a:cxn>
              <a:cxn ang="cd2">
                <a:pos x="x1" y="vc"/>
              </a:cxn>
            </a:cxnLst>
            <a:rect l="l" t="t" r="r" b="b"/>
            <a:pathLst>
              <a:path w="1430" h="97">
                <a:moveTo>
                  <a:pt x="0" y="97"/>
                </a:moveTo>
                <a:lnTo>
                  <a:pt x="24" y="0"/>
                </a:lnTo>
                <a:lnTo>
                  <a:pt x="101" y="0"/>
                </a:lnTo>
                <a:lnTo>
                  <a:pt x="77" y="97"/>
                </a:lnTo>
                <a:lnTo>
                  <a:pt x="0" y="97"/>
                </a:lnTo>
                <a:close/>
                <a:moveTo>
                  <a:pt x="133" y="97"/>
                </a:moveTo>
                <a:lnTo>
                  <a:pt x="157" y="0"/>
                </a:lnTo>
                <a:lnTo>
                  <a:pt x="234" y="0"/>
                </a:lnTo>
                <a:lnTo>
                  <a:pt x="210" y="97"/>
                </a:lnTo>
                <a:lnTo>
                  <a:pt x="133" y="97"/>
                </a:lnTo>
                <a:close/>
                <a:moveTo>
                  <a:pt x="266" y="97"/>
                </a:moveTo>
                <a:lnTo>
                  <a:pt x="290" y="0"/>
                </a:lnTo>
                <a:lnTo>
                  <a:pt x="367" y="0"/>
                </a:lnTo>
                <a:lnTo>
                  <a:pt x="343" y="97"/>
                </a:lnTo>
                <a:lnTo>
                  <a:pt x="266" y="97"/>
                </a:lnTo>
                <a:close/>
                <a:moveTo>
                  <a:pt x="399" y="97"/>
                </a:moveTo>
                <a:lnTo>
                  <a:pt x="423" y="0"/>
                </a:lnTo>
                <a:lnTo>
                  <a:pt x="500" y="0"/>
                </a:lnTo>
                <a:lnTo>
                  <a:pt x="476" y="97"/>
                </a:lnTo>
                <a:lnTo>
                  <a:pt x="399" y="97"/>
                </a:lnTo>
                <a:close/>
                <a:moveTo>
                  <a:pt x="532" y="97"/>
                </a:moveTo>
                <a:lnTo>
                  <a:pt x="556" y="0"/>
                </a:lnTo>
                <a:lnTo>
                  <a:pt x="633" y="0"/>
                </a:lnTo>
                <a:lnTo>
                  <a:pt x="609" y="97"/>
                </a:lnTo>
                <a:lnTo>
                  <a:pt x="532" y="97"/>
                </a:lnTo>
                <a:close/>
                <a:moveTo>
                  <a:pt x="664" y="97"/>
                </a:moveTo>
                <a:lnTo>
                  <a:pt x="688" y="0"/>
                </a:lnTo>
                <a:lnTo>
                  <a:pt x="765" y="0"/>
                </a:lnTo>
                <a:lnTo>
                  <a:pt x="741" y="97"/>
                </a:lnTo>
                <a:lnTo>
                  <a:pt x="664" y="97"/>
                </a:lnTo>
                <a:close/>
                <a:moveTo>
                  <a:pt x="797" y="97"/>
                </a:moveTo>
                <a:lnTo>
                  <a:pt x="821" y="0"/>
                </a:lnTo>
                <a:lnTo>
                  <a:pt x="898" y="0"/>
                </a:lnTo>
                <a:lnTo>
                  <a:pt x="874" y="97"/>
                </a:lnTo>
                <a:lnTo>
                  <a:pt x="797" y="97"/>
                </a:lnTo>
                <a:close/>
                <a:moveTo>
                  <a:pt x="930" y="97"/>
                </a:moveTo>
                <a:lnTo>
                  <a:pt x="954" y="0"/>
                </a:lnTo>
                <a:lnTo>
                  <a:pt x="1031" y="0"/>
                </a:lnTo>
                <a:lnTo>
                  <a:pt x="1007" y="97"/>
                </a:lnTo>
                <a:lnTo>
                  <a:pt x="930" y="97"/>
                </a:lnTo>
                <a:close/>
                <a:moveTo>
                  <a:pt x="1063" y="97"/>
                </a:moveTo>
                <a:lnTo>
                  <a:pt x="1087" y="0"/>
                </a:lnTo>
                <a:lnTo>
                  <a:pt x="1164" y="0"/>
                </a:lnTo>
                <a:lnTo>
                  <a:pt x="1140" y="97"/>
                </a:lnTo>
                <a:lnTo>
                  <a:pt x="1063" y="97"/>
                </a:lnTo>
                <a:close/>
                <a:moveTo>
                  <a:pt x="1196" y="97"/>
                </a:moveTo>
                <a:lnTo>
                  <a:pt x="1220" y="0"/>
                </a:lnTo>
                <a:lnTo>
                  <a:pt x="1297" y="0"/>
                </a:lnTo>
                <a:lnTo>
                  <a:pt x="1273" y="97"/>
                </a:lnTo>
                <a:lnTo>
                  <a:pt x="1196" y="97"/>
                </a:lnTo>
                <a:close/>
                <a:moveTo>
                  <a:pt x="1329" y="97"/>
                </a:moveTo>
                <a:lnTo>
                  <a:pt x="1353" y="0"/>
                </a:lnTo>
                <a:lnTo>
                  <a:pt x="1430" y="0"/>
                </a:lnTo>
                <a:lnTo>
                  <a:pt x="1406" y="97"/>
                </a:lnTo>
                <a:lnTo>
                  <a:pt x="1329" y="97"/>
                </a:lnTo>
                <a:close/>
              </a:path>
            </a:pathLst>
          </a:custGeom>
          <a:gradFill flip="none" rotWithShape="1">
            <a:gsLst>
              <a:gs pos="0">
                <a:schemeClr val="accent1">
                  <a:lumMod val="20000"/>
                  <a:lumOff val="80000"/>
                </a:schemeClr>
              </a:gs>
              <a:gs pos="100000">
                <a:schemeClr val="accent1">
                  <a:lumMod val="60000"/>
                  <a:lumOff val="40000"/>
                  <a:alpha val="0"/>
                </a:schemeClr>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FFFFFF"/>
              </a:solidFill>
              <a:latin typeface="+mn-ea"/>
              <a:sym typeface="MiSans Normal" panose="00000500000000000000" charset="-122"/>
            </a:endParaRPr>
          </a:p>
        </p:txBody>
      </p:sp>
      <p:sp>
        <p:nvSpPr>
          <p:cNvPr id="16" name="矩形 15"/>
          <p:cNvSpPr/>
          <p:nvPr userDrawn="1">
            <p:custDataLst>
              <p:tags r:id="rId6"/>
            </p:custDataLst>
          </p:nvPr>
        </p:nvSpPr>
        <p:spPr>
          <a:xfrm>
            <a:off x="0" y="5415280"/>
            <a:ext cx="12192000" cy="1442720"/>
          </a:xfrm>
          <a:prstGeom prst="rect">
            <a:avLst/>
          </a:prstGeom>
          <a:gradFill>
            <a:gsLst>
              <a:gs pos="16000">
                <a:schemeClr val="accent1"/>
              </a:gs>
              <a:gs pos="100000">
                <a:schemeClr val="accent2">
                  <a:lumMod val="65000"/>
                  <a:lumOff val="35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日期占位符 3"/>
          <p:cNvSpPr>
            <a:spLocks noGrp="1"/>
          </p:cNvSpPr>
          <p:nvPr>
            <p:ph type="dt" sz="half" idx="10"/>
            <p:custDataLst>
              <p:tags r:id="rId7"/>
            </p:custDataLst>
          </p:nvPr>
        </p:nvSpPr>
        <p:spPr/>
        <p:txBody>
          <a:bodyPr wrap="square">
            <a:normAutofit/>
          </a:bodyPr>
          <a:lstStyle/>
          <a:p>
            <a:fld id="{5592522B-0F24-4480-B9DD-A9474A6880D6}" type="datetimeFigureOut">
              <a:rPr lang="zh-CN" altLang="en-US" smtClean="0"/>
            </a:fld>
            <a:endParaRPr lang="zh-CN" altLang="en-US"/>
          </a:p>
        </p:txBody>
      </p:sp>
      <p:sp>
        <p:nvSpPr>
          <p:cNvPr id="12" name="页脚占位符 4"/>
          <p:cNvSpPr>
            <a:spLocks noGrp="1"/>
          </p:cNvSpPr>
          <p:nvPr>
            <p:ph type="ftr" sz="quarter" idx="11"/>
            <p:custDataLst>
              <p:tags r:id="rId8"/>
            </p:custDataLst>
          </p:nvPr>
        </p:nvSpPr>
        <p:spPr/>
        <p:txBody>
          <a:bodyPr/>
          <a:lstStyle/>
          <a:p>
            <a:endParaRPr lang="zh-CN" altLang="en-US"/>
          </a:p>
        </p:txBody>
      </p:sp>
      <p:sp>
        <p:nvSpPr>
          <p:cNvPr id="13" name="灯片编号占位符 5"/>
          <p:cNvSpPr>
            <a:spLocks noGrp="1"/>
          </p:cNvSpPr>
          <p:nvPr>
            <p:ph type="sldNum" sz="quarter" idx="12"/>
            <p:custDataLst>
              <p:tags r:id="rId9"/>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pic>
        <p:nvPicPr>
          <p:cNvPr id="14" name="图形 28"/>
          <p:cNvPicPr>
            <a:picLocks noChangeAspect="1"/>
          </p:cNvPicPr>
          <p:nvPr userDrawn="1">
            <p:custDataLst>
              <p:tags r:id="rId10"/>
            </p:custDataLst>
          </p:nvPr>
        </p:nvPicPr>
        <p:blipFill>
          <a:blip r:embed="rId11" cstate="print">
            <a:extLst>
              <a:ext uri="{96DAC541-7B7A-43D3-8B79-37D633B846F1}">
                <asvg:svgBlip xmlns:asvg="http://schemas.microsoft.com/office/drawing/2016/SVG/main" r:embed="rId12"/>
              </a:ext>
            </a:extLst>
          </a:blip>
          <a:srcRect r="5736"/>
          <a:stretch>
            <a:fillRect/>
          </a:stretch>
        </p:blipFill>
        <p:spPr>
          <a:xfrm flipV="1">
            <a:off x="7235190" y="5837555"/>
            <a:ext cx="4956810" cy="618490"/>
          </a:xfrm>
          <a:custGeom>
            <a:avLst/>
            <a:gdLst/>
            <a:ahLst/>
            <a:cxnLst>
              <a:cxn ang="3">
                <a:pos x="hc" y="t"/>
              </a:cxn>
              <a:cxn ang="cd2">
                <a:pos x="l" y="vc"/>
              </a:cxn>
              <a:cxn ang="cd4">
                <a:pos x="hc" y="b"/>
              </a:cxn>
              <a:cxn ang="0">
                <a:pos x="r" y="vc"/>
              </a:cxn>
            </a:cxnLst>
            <a:rect l="l" t="t" r="r" b="b"/>
            <a:pathLst>
              <a:path w="7806" h="974">
                <a:moveTo>
                  <a:pt x="0" y="0"/>
                </a:moveTo>
                <a:lnTo>
                  <a:pt x="7806" y="0"/>
                </a:lnTo>
                <a:lnTo>
                  <a:pt x="7806" y="974"/>
                </a:lnTo>
                <a:lnTo>
                  <a:pt x="0" y="974"/>
                </a:lnTo>
                <a:lnTo>
                  <a:pt x="0" y="0"/>
                </a:lnTo>
                <a:close/>
              </a:path>
            </a:pathLst>
          </a:custGeom>
          <a:gradFill>
            <a:gsLst>
              <a:gs pos="0">
                <a:schemeClr val="accent1"/>
              </a:gs>
              <a:gs pos="100000">
                <a:srgbClr val="47AEF1"/>
              </a:gs>
            </a:gsLst>
            <a:lin ang="2580000" scaled="0"/>
          </a:gradFill>
        </p:spPr>
      </p:pic>
      <p:sp>
        <p:nvSpPr>
          <p:cNvPr id="10" name="副标题 2"/>
          <p:cNvSpPr>
            <a:spLocks noGrp="1"/>
          </p:cNvSpPr>
          <p:nvPr>
            <p:ph type="body" idx="16386" hasCustomPrompt="1"/>
            <p:custDataLst>
              <p:tags r:id="rId13"/>
            </p:custDataLst>
          </p:nvPr>
        </p:nvSpPr>
        <p:spPr>
          <a:xfrm>
            <a:off x="1016000" y="2667000"/>
            <a:ext cx="5449358" cy="457200"/>
          </a:xfrm>
        </p:spPr>
        <p:txBody>
          <a:bodyPr vert="horz" wrap="square" lIns="0" tIns="0" rIns="0" bIns="0" anchor="t">
            <a:normAutofit/>
          </a:bodyPr>
          <a:lstStyle>
            <a:lvl1pPr marL="0" indent="0" algn="l">
              <a:lnSpc>
                <a:spcPct val="125000"/>
              </a:lnSpc>
              <a:spcBef>
                <a:spcPct val="0"/>
              </a:spcBef>
              <a:spcAft>
                <a:spcPct val="0"/>
              </a:spcAft>
              <a:buNone/>
              <a:defRPr sz="2400" spc="0">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THE END</a:t>
            </a:r>
            <a:endParaRPr lang="zh-CN" altLang="en-US" dirty="0"/>
          </a:p>
        </p:txBody>
      </p:sp>
      <p:sp>
        <p:nvSpPr>
          <p:cNvPr id="6" name="标题 1"/>
          <p:cNvSpPr>
            <a:spLocks noGrp="1"/>
          </p:cNvSpPr>
          <p:nvPr>
            <p:ph type="ctrTitle" idx="16385" hasCustomPrompt="1"/>
            <p:custDataLst>
              <p:tags r:id="rId14"/>
            </p:custDataLst>
          </p:nvPr>
        </p:nvSpPr>
        <p:spPr>
          <a:xfrm>
            <a:off x="1016000" y="3175000"/>
            <a:ext cx="5451122" cy="1016000"/>
          </a:xfrm>
        </p:spPr>
        <p:txBody>
          <a:bodyPr vert="horz" wrap="square" lIns="0" tIns="0" rIns="0" bIns="0" anchor="t">
            <a:normAutofit/>
          </a:bodyPr>
          <a:lstStyle>
            <a:lvl1pPr marL="0" indent="0" algn="l">
              <a:lnSpc>
                <a:spcPct val="100000"/>
              </a:lnSpc>
              <a:spcBef>
                <a:spcPct val="0"/>
              </a:spcBef>
              <a:spcAft>
                <a:spcPct val="0"/>
              </a:spcAft>
              <a:buNone/>
              <a:defRPr sz="6400" spc="0">
                <a:gradFill>
                  <a:gsLst>
                    <a:gs pos="0">
                      <a:schemeClr val="accent1">
                        <a:lumMod val="5000"/>
                        <a:lumOff val="95000"/>
                      </a:schemeClr>
                    </a:gs>
                    <a:gs pos="0">
                      <a:schemeClr val="accent1">
                        <a:lumMod val="5000"/>
                        <a:lumOff val="95000"/>
                      </a:schemeClr>
                    </a:gs>
                    <a:gs pos="0">
                      <a:schemeClr val="accent1">
                        <a:lumMod val="5000"/>
                        <a:lumOff val="95000"/>
                      </a:schemeClr>
                    </a:gs>
                    <a:gs pos="0">
                      <a:schemeClr val="accent1">
                        <a:lumMod val="5000"/>
                        <a:lumOff val="95000"/>
                      </a:schemeClr>
                    </a:gs>
                    <a:gs pos="0">
                      <a:schemeClr val="accent1">
                        <a:lumMod val="5000"/>
                        <a:lumOff val="95000"/>
                      </a:schemeClr>
                    </a:gs>
                    <a:gs pos="0">
                      <a:schemeClr val="accent1">
                        <a:lumMod val="5000"/>
                        <a:lumOff val="95000"/>
                      </a:schemeClr>
                    </a:gs>
                    <a:gs pos="0">
                      <a:schemeClr val="accent1">
                        <a:lumMod val="5000"/>
                        <a:lumOff val="95000"/>
                      </a:schemeClr>
                    </a:gs>
                    <a:gs pos="35000">
                      <a:schemeClr val="accent1">
                        <a:lumMod val="5000"/>
                        <a:lumOff val="95000"/>
                      </a:schemeClr>
                    </a:gs>
                    <a:gs pos="74000">
                      <a:schemeClr val="accent1">
                        <a:lumMod val="45000"/>
                        <a:lumOff val="55000"/>
                      </a:schemeClr>
                    </a:gs>
                    <a:gs pos="74000">
                      <a:schemeClr val="accent1">
                        <a:lumMod val="45000"/>
                        <a:lumOff val="55000"/>
                      </a:schemeClr>
                    </a:gs>
                    <a:gs pos="74000">
                      <a:schemeClr val="accent1">
                        <a:lumMod val="45000"/>
                        <a:lumOff val="55000"/>
                      </a:schemeClr>
                    </a:gs>
                    <a:gs pos="74000">
                      <a:schemeClr val="accent1">
                        <a:lumMod val="45000"/>
                        <a:lumOff val="55000"/>
                      </a:schemeClr>
                    </a:gs>
                    <a:gs pos="74000">
                      <a:schemeClr val="accent1">
                        <a:lumMod val="45000"/>
                        <a:lumOff val="55000"/>
                      </a:schemeClr>
                    </a:gs>
                    <a:gs pos="74000">
                      <a:schemeClr val="accent1">
                        <a:lumMod val="45000"/>
                        <a:lumOff val="55000"/>
                      </a:schemeClr>
                    </a:gs>
                    <a:gs pos="74000">
                      <a:schemeClr val="accent1">
                        <a:lumMod val="45000"/>
                        <a:lumOff val="55000"/>
                      </a:schemeClr>
                    </a:gs>
                    <a:gs pos="74000">
                      <a:schemeClr val="accent1">
                        <a:lumMod val="45000"/>
                        <a:lumOff val="55000"/>
                      </a:schemeClr>
                    </a:gs>
                    <a:gs pos="83000">
                      <a:schemeClr val="accent1">
                        <a:lumMod val="45000"/>
                        <a:lumOff val="55000"/>
                      </a:schemeClr>
                    </a:gs>
                    <a:gs pos="83000">
                      <a:schemeClr val="accent1">
                        <a:lumMod val="45000"/>
                        <a:lumOff val="55000"/>
                      </a:schemeClr>
                    </a:gs>
                    <a:gs pos="83000">
                      <a:schemeClr val="accent1">
                        <a:lumMod val="45000"/>
                        <a:lumOff val="55000"/>
                      </a:schemeClr>
                    </a:gs>
                    <a:gs pos="83000">
                      <a:schemeClr val="accent1">
                        <a:lumMod val="45000"/>
                        <a:lumOff val="55000"/>
                      </a:schemeClr>
                    </a:gs>
                    <a:gs pos="83000">
                      <a:schemeClr val="accent1">
                        <a:lumMod val="45000"/>
                        <a:lumOff val="55000"/>
                      </a:schemeClr>
                    </a:gs>
                    <a:gs pos="83000">
                      <a:schemeClr val="accent1">
                        <a:lumMod val="45000"/>
                        <a:lumOff val="55000"/>
                      </a:schemeClr>
                    </a:gs>
                    <a:gs pos="83000">
                      <a:schemeClr val="accent1">
                        <a:lumMod val="45000"/>
                        <a:lumOff val="55000"/>
                      </a:schemeClr>
                    </a:gs>
                    <a:gs pos="83000">
                      <a:schemeClr val="accent1">
                        <a:lumMod val="45000"/>
                        <a:lumOff val="55000"/>
                      </a:schemeClr>
                    </a:gs>
                    <a:gs pos="100000">
                      <a:schemeClr val="accent1">
                        <a:lumMod val="30000"/>
                        <a:lumOff val="70000"/>
                      </a:schemeClr>
                    </a:gs>
                    <a:gs pos="100000">
                      <a:schemeClr val="accent1">
                        <a:lumMod val="30000"/>
                        <a:lumOff val="70000"/>
                      </a:schemeClr>
                    </a:gs>
                    <a:gs pos="100000">
                      <a:schemeClr val="accent1">
                        <a:lumMod val="30000"/>
                        <a:lumOff val="70000"/>
                      </a:schemeClr>
                    </a:gs>
                    <a:gs pos="100000">
                      <a:schemeClr val="accent1">
                        <a:lumMod val="30000"/>
                        <a:lumOff val="70000"/>
                      </a:schemeClr>
                    </a:gs>
                    <a:gs pos="100000">
                      <a:schemeClr val="accent1">
                        <a:lumMod val="30000"/>
                        <a:lumOff val="70000"/>
                      </a:schemeClr>
                    </a:gs>
                    <a:gs pos="100000">
                      <a:schemeClr val="accent1">
                        <a:lumMod val="30000"/>
                        <a:lumOff val="70000"/>
                      </a:schemeClr>
                    </a:gs>
                    <a:gs pos="100000">
                      <a:schemeClr val="accent1">
                        <a:lumMod val="30000"/>
                        <a:lumOff val="70000"/>
                      </a:schemeClr>
                    </a:gs>
                    <a:gs pos="100000">
                      <a:schemeClr val="accent1">
                        <a:lumMod val="30000"/>
                        <a:lumOff val="70000"/>
                      </a:schemeClr>
                    </a:gs>
                  </a:gsLst>
                  <a:lin ang="5400000" scaled="0"/>
                </a:gradFill>
              </a:defRPr>
            </a:lvl1pPr>
          </a:lstStyle>
          <a:p>
            <a:r>
              <a:rPr lang="zh-CN" altLang="en-US" dirty="0"/>
              <a:t>谢谢观看</a:t>
            </a:r>
            <a:endParaRPr lang="zh-CN" alt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目录页-1-5_4">
    <p:bg>
      <p:bgRef idx="1001">
        <a:schemeClr val="bg2"/>
      </p:bgRef>
    </p:bg>
    <p:spTree>
      <p:nvGrpSpPr>
        <p:cNvPr id="1" name=""/>
        <p:cNvGrpSpPr/>
        <p:nvPr/>
      </p:nvGrpSpPr>
      <p:grpSpPr>
        <a:xfrm>
          <a:off x="0" y="0"/>
          <a:ext cx="0" cy="0"/>
          <a:chOff x="0" y="0"/>
          <a:chExt cx="0" cy="0"/>
        </a:xfrm>
      </p:grpSpPr>
      <p:sp>
        <p:nvSpPr>
          <p:cNvPr id="8" name="日期占位符 3"/>
          <p:cNvSpPr>
            <a:spLocks noGrp="1"/>
          </p:cNvSpPr>
          <p:nvPr>
            <p:ph type="dt" sz="half" idx="10"/>
            <p:custDataLst>
              <p:tags r:id="rId2"/>
            </p:custDataLst>
          </p:nvPr>
        </p:nvSpPr>
        <p:spPr/>
        <p:txBody>
          <a:bodyPr wrap="square">
            <a:normAutofit/>
          </a:bodyPr>
          <a:p>
            <a:fld id="{5592522B-0F24-4480-B9DD-A9474A6880D6}" type="datetimeFigureOut">
              <a:rPr lang="zh-CN" altLang="en-US" smtClean="0"/>
            </a:fld>
            <a:endParaRPr lang="zh-CN" altLang="en-US"/>
          </a:p>
        </p:txBody>
      </p:sp>
      <p:sp>
        <p:nvSpPr>
          <p:cNvPr id="9" name="页脚占位符 4"/>
          <p:cNvSpPr>
            <a:spLocks noGrp="1"/>
          </p:cNvSpPr>
          <p:nvPr>
            <p:ph type="ftr" sz="quarter" idx="11"/>
            <p:custDataLst>
              <p:tags r:id="rId3"/>
            </p:custDataLst>
          </p:nvPr>
        </p:nvSpPr>
        <p:spPr/>
        <p:txBody>
          <a:bodyPr/>
          <a:p>
            <a:endParaRPr lang="zh-CN" altLang="en-US"/>
          </a:p>
        </p:txBody>
      </p:sp>
      <p:sp>
        <p:nvSpPr>
          <p:cNvPr id="10" name="灯片编号占位符 5"/>
          <p:cNvSpPr>
            <a:spLocks noGrp="1"/>
          </p:cNvSpPr>
          <p:nvPr>
            <p:ph type="sldNum" sz="quarter" idx="12"/>
            <p:custDataLst>
              <p:tags r:id="rId4"/>
            </p:custDataLst>
          </p:nvPr>
        </p:nvSpPr>
        <p:spPr/>
        <p:txBody>
          <a:bodyPr wrap="square">
            <a:normAutofit/>
          </a:bodyPr>
          <a:p>
            <a:fld id="{BE5F26B5-172A-4DC2-B0B7-181CFC56B87C}" type="slidenum">
              <a:rPr lang="zh-CN" altLang="en-US" smtClean="0"/>
            </a:fld>
            <a:endParaRPr lang="zh-CN" altLang="en-US"/>
          </a:p>
        </p:txBody>
      </p:sp>
      <p:sp>
        <p:nvSpPr>
          <p:cNvPr id="11" name="Subtitle 10"/>
          <p:cNvSpPr>
            <a:spLocks noGrp="1"/>
          </p:cNvSpPr>
          <p:nvPr>
            <p:ph type="subTitle" idx="16386" hasCustomPrompt="1"/>
            <p:custDataLst>
              <p:tags r:id="rId5"/>
            </p:custDataLst>
          </p:nvPr>
        </p:nvSpPr>
        <p:spPr>
          <a:xfrm>
            <a:off x="761471" y="2667000"/>
            <a:ext cx="2363258" cy="457200"/>
          </a:xfrm>
          <a:noFill/>
        </p:spPr>
        <p:txBody>
          <a:bodyPr lIns="0" tIns="0" rIns="0" bIns="0" anchor="t">
            <a:normAutofit/>
          </a:bodyPr>
          <a:lstStyle>
            <a:lvl1pPr marL="0" indent="0" algn="ctr">
              <a:lnSpc>
                <a:spcPct val="125000"/>
              </a:lnSpc>
              <a:spcBef>
                <a:spcPct val="0"/>
              </a:spcBef>
              <a:spcAft>
                <a:spcPct val="0"/>
              </a:spcAft>
              <a:buNone/>
              <a:defRPr sz="2400" b="0" spc="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CONTENTS</a:t>
            </a:r>
            <a:endParaRPr lang="zh-CN" altLang="en-US"/>
          </a:p>
        </p:txBody>
      </p:sp>
      <p:sp>
        <p:nvSpPr>
          <p:cNvPr id="12" name="Title 11"/>
          <p:cNvSpPr>
            <a:spLocks noGrp="1"/>
          </p:cNvSpPr>
          <p:nvPr>
            <p:ph type="ctrTitle" idx="16385" hasCustomPrompt="1"/>
            <p:custDataLst>
              <p:tags r:id="rId6"/>
            </p:custDataLst>
          </p:nvPr>
        </p:nvSpPr>
        <p:spPr>
          <a:xfrm>
            <a:off x="760942" y="3175000"/>
            <a:ext cx="2364317" cy="762000"/>
          </a:xfrm>
          <a:noFill/>
        </p:spPr>
        <p:txBody>
          <a:bodyPr lIns="0" tIns="0" rIns="0" bIns="0" anchor="t">
            <a:normAutofit/>
          </a:bodyPr>
          <a:lstStyle>
            <a:lvl1pPr marL="0" indent="0" algn="ctr">
              <a:lnSpc>
                <a:spcPct val="104000"/>
              </a:lnSpc>
              <a:spcBef>
                <a:spcPct val="0"/>
              </a:spcBef>
              <a:spcAft>
                <a:spcPct val="0"/>
              </a:spcAft>
              <a:buNone/>
              <a:defRPr sz="4800" b="1" spc="0">
                <a:solidFill>
                  <a:schemeClr val="tx1"/>
                </a:solidFill>
              </a:defRPr>
            </a:lvl1pPr>
          </a:lstStyle>
          <a:p>
            <a:r>
              <a:rPr lang="zh-CN" altLang="en-US"/>
              <a:t>目录</a:t>
            </a:r>
            <a:endParaRPr lang="zh-CN" altLang="en-US"/>
          </a:p>
        </p:txBody>
      </p:sp>
      <p:sp>
        <p:nvSpPr>
          <p:cNvPr id="13" name="Text Placeholder 12"/>
          <p:cNvSpPr>
            <a:spLocks noGrp="1"/>
          </p:cNvSpPr>
          <p:nvPr>
            <p:ph type="body" idx="16388" hasCustomPrompt="1"/>
            <p:custDataLst>
              <p:tags r:id="rId7"/>
            </p:custDataLst>
          </p:nvPr>
        </p:nvSpPr>
        <p:spPr>
          <a:xfrm>
            <a:off x="40703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01</a:t>
            </a:r>
            <a:endParaRPr lang="zh-CN" altLang="en-US" smtClean="0"/>
          </a:p>
        </p:txBody>
      </p:sp>
      <p:sp>
        <p:nvSpPr>
          <p:cNvPr id="14" name="装饰  3"/>
          <p:cNvSpPr>
            <a:spLocks noGrp="1"/>
          </p:cNvSpPr>
          <p:nvPr>
            <p:ph type="body" idx="16395" hasCustomPrompt="1"/>
            <p:custDataLst>
              <p:tags r:id="rId8"/>
            </p:custDataLst>
          </p:nvPr>
        </p:nvSpPr>
        <p:spPr>
          <a:xfrm>
            <a:off x="48514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5" name="Text Placeholder 14"/>
          <p:cNvSpPr>
            <a:spLocks noGrp="1"/>
          </p:cNvSpPr>
          <p:nvPr>
            <p:ph type="body" idx="16387" hasCustomPrompt="1"/>
            <p:custDataLst>
              <p:tags r:id="rId9"/>
            </p:custDataLst>
          </p:nvPr>
        </p:nvSpPr>
        <p:spPr>
          <a:xfrm>
            <a:off x="50800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6" name="Text Placeholder 15"/>
          <p:cNvSpPr>
            <a:spLocks noGrp="1"/>
          </p:cNvSpPr>
          <p:nvPr>
            <p:ph type="body" idx="16390" hasCustomPrompt="1"/>
            <p:custDataLst>
              <p:tags r:id="rId10"/>
            </p:custDataLst>
          </p:nvPr>
        </p:nvSpPr>
        <p:spPr>
          <a:xfrm>
            <a:off x="7994650" y="22860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02</a:t>
            </a:r>
            <a:endParaRPr lang="zh-CN" altLang="en-US" smtClean="0"/>
          </a:p>
        </p:txBody>
      </p:sp>
      <p:sp>
        <p:nvSpPr>
          <p:cNvPr id="17" name="装饰  6"/>
          <p:cNvSpPr>
            <a:spLocks noGrp="1"/>
          </p:cNvSpPr>
          <p:nvPr>
            <p:ph type="body" idx="16396" hasCustomPrompt="1"/>
            <p:custDataLst>
              <p:tags r:id="rId11"/>
            </p:custDataLst>
          </p:nvPr>
        </p:nvSpPr>
        <p:spPr>
          <a:xfrm>
            <a:off x="8775700" y="22098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18" name="Text Placeholder 17"/>
          <p:cNvSpPr>
            <a:spLocks noGrp="1"/>
          </p:cNvSpPr>
          <p:nvPr>
            <p:ph type="body" idx="16389" hasCustomPrompt="1"/>
            <p:custDataLst>
              <p:tags r:id="rId12"/>
            </p:custDataLst>
          </p:nvPr>
        </p:nvSpPr>
        <p:spPr>
          <a:xfrm>
            <a:off x="9004300" y="21336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19" name="Text Placeholder 18"/>
          <p:cNvSpPr>
            <a:spLocks noGrp="1"/>
          </p:cNvSpPr>
          <p:nvPr>
            <p:ph type="body" idx="16392" hasCustomPrompt="1"/>
            <p:custDataLst>
              <p:tags r:id="rId13"/>
            </p:custDataLst>
          </p:nvPr>
        </p:nvSpPr>
        <p:spPr>
          <a:xfrm>
            <a:off x="40703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03</a:t>
            </a:r>
            <a:endParaRPr lang="zh-CN" altLang="en-US" smtClean="0"/>
          </a:p>
        </p:txBody>
      </p:sp>
      <p:sp>
        <p:nvSpPr>
          <p:cNvPr id="20" name="装饰  9"/>
          <p:cNvSpPr>
            <a:spLocks noGrp="1"/>
          </p:cNvSpPr>
          <p:nvPr>
            <p:ph type="body" idx="16397" hasCustomPrompt="1"/>
            <p:custDataLst>
              <p:tags r:id="rId14"/>
            </p:custDataLst>
          </p:nvPr>
        </p:nvSpPr>
        <p:spPr>
          <a:xfrm>
            <a:off x="48514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1" name="Text Placeholder 20"/>
          <p:cNvSpPr>
            <a:spLocks noGrp="1"/>
          </p:cNvSpPr>
          <p:nvPr>
            <p:ph type="body" idx="16391" hasCustomPrompt="1"/>
            <p:custDataLst>
              <p:tags r:id="rId15"/>
            </p:custDataLst>
          </p:nvPr>
        </p:nvSpPr>
        <p:spPr>
          <a:xfrm>
            <a:off x="50800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
        <p:nvSpPr>
          <p:cNvPr id="22" name="Text Placeholder 21"/>
          <p:cNvSpPr>
            <a:spLocks noGrp="1"/>
          </p:cNvSpPr>
          <p:nvPr>
            <p:ph type="body" idx="16394" hasCustomPrompt="1"/>
            <p:custDataLst>
              <p:tags r:id="rId16"/>
            </p:custDataLst>
          </p:nvPr>
        </p:nvSpPr>
        <p:spPr>
          <a:xfrm>
            <a:off x="7994650" y="3962400"/>
            <a:ext cx="596900" cy="508000"/>
          </a:xfrm>
          <a:noFill/>
        </p:spPr>
        <p:txBody>
          <a:bodyPr wrap="none" lIns="0" tIns="0" rIns="0" bIns="0" anchor="ctr">
            <a:noAutofit/>
          </a:bodyPr>
          <a:lstStyle>
            <a:lvl1pPr marL="0" indent="0" algn="ctr">
              <a:lnSpc>
                <a:spcPct val="109000"/>
              </a:lnSpc>
              <a:spcBef>
                <a:spcPct val="0"/>
              </a:spcBef>
              <a:spcAft>
                <a:spcPct val="0"/>
              </a:spcAft>
              <a:buNone/>
              <a:defRPr sz="4000" b="0" spc="0">
                <a:solidFill>
                  <a:schemeClr val="accent1"/>
                </a:solidFill>
              </a:defRPr>
            </a:lvl1pPr>
          </a:lstStyle>
          <a:p>
            <a:pPr lvl="0"/>
            <a:r>
              <a:rPr lang="zh-CN" altLang="en-US" smtClean="0"/>
              <a:t>04</a:t>
            </a:r>
            <a:endParaRPr lang="zh-CN" altLang="en-US" smtClean="0"/>
          </a:p>
        </p:txBody>
      </p:sp>
      <p:sp>
        <p:nvSpPr>
          <p:cNvPr id="23" name="装饰  2"/>
          <p:cNvSpPr>
            <a:spLocks noGrp="1"/>
          </p:cNvSpPr>
          <p:nvPr>
            <p:ph type="body" idx="16398" hasCustomPrompt="1"/>
            <p:custDataLst>
              <p:tags r:id="rId17"/>
            </p:custDataLst>
          </p:nvPr>
        </p:nvSpPr>
        <p:spPr>
          <a:xfrm>
            <a:off x="8775700" y="3886200"/>
            <a:ext cx="25400" cy="762000"/>
          </a:xfrm>
          <a:custGeom>
            <a:avLst/>
            <a:gdLst>
              <a:gd name="connisteX0" fmla="*/ 0 w 25400"/>
              <a:gd name="connsiteY0" fmla="*/ 12700 h 762000"/>
              <a:gd name="connisteX1" fmla="*/ 12700 w 25400"/>
              <a:gd name="connsiteY1" fmla="*/ 0 h 762000"/>
              <a:gd name="connisteX2" fmla="*/ 12700 w 25400"/>
              <a:gd name="connsiteY2" fmla="*/ 0 h 762000"/>
              <a:gd name="connisteX3" fmla="*/ 25400 w 25400"/>
              <a:gd name="connsiteY3" fmla="*/ 12700 h 762000"/>
              <a:gd name="connisteX4" fmla="*/ 25400 w 25400"/>
              <a:gd name="connsiteY4" fmla="*/ 749300 h 762000"/>
              <a:gd name="connisteX5" fmla="*/ 12700 w 25400"/>
              <a:gd name="connsiteY5" fmla="*/ 762000 h 762000"/>
              <a:gd name="connisteX6" fmla="*/ 12700 w 25400"/>
              <a:gd name="connsiteY6" fmla="*/ 762000 h 762000"/>
              <a:gd name="connisteX7" fmla="*/ 0 w 25400"/>
              <a:gd name="connsiteY7" fmla="*/ 749300 h 762000"/>
              <a:gd name="connisteX8" fmla="*/ 0 w 25400"/>
              <a:gd name="connsiteY8" fmla="*/ 12700 h 76200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pathLst>
              <a:path w="25400" h="7620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chemeClr val="accent1">
              <a:alpha val="50000"/>
            </a:schemeClr>
          </a:solidFill>
          <a:ln>
            <a:solidFill>
              <a:prstClr val="black">
                <a:alpha val="0"/>
              </a:prstClr>
            </a:solidFill>
            <a:prstDash val="solid"/>
          </a:ln>
        </p:spPr>
        <p:txBody>
          <a:bodyPr>
            <a:noAutofit/>
          </a:bodyPr>
          <a:lstStyle>
            <a:lvl1pPr>
              <a:buNone/>
              <a:defRPr/>
            </a:lvl1pPr>
            <a:lvl2pPr>
              <a:buNone/>
              <a:defRPr/>
            </a:lvl2pPr>
            <a:lvl3pPr>
              <a:buNone/>
              <a:defRPr/>
            </a:lvl3pPr>
            <a:lvl4pPr>
              <a:buNone/>
              <a:defRPr/>
            </a:lvl4pPr>
            <a:lvl5pPr>
              <a:buNone/>
              <a:defRPr/>
            </a:lvl5pPr>
          </a:lstStyle>
          <a:p>
            <a:pPr lvl="0"/>
            <a:r>
              <a:rPr lang="zh-CN" altLang="en-US" smtClean="0"/>
              <a:t> </a:t>
            </a:r>
            <a:endParaRPr lang="zh-CN" altLang="en-US" smtClean="0"/>
          </a:p>
        </p:txBody>
      </p:sp>
      <p:sp>
        <p:nvSpPr>
          <p:cNvPr id="24" name="Text Placeholder 23"/>
          <p:cNvSpPr>
            <a:spLocks noGrp="1"/>
          </p:cNvSpPr>
          <p:nvPr>
            <p:ph type="body" idx="16393" hasCustomPrompt="1"/>
            <p:custDataLst>
              <p:tags r:id="rId18"/>
            </p:custDataLst>
          </p:nvPr>
        </p:nvSpPr>
        <p:spPr>
          <a:xfrm>
            <a:off x="9004300" y="3810000"/>
            <a:ext cx="2324100" cy="914400"/>
          </a:xfrm>
          <a:noFill/>
        </p:spPr>
        <p:txBody>
          <a:bodyPr lIns="0" tIns="0" rIns="0" bIns="0" anchor="ctr">
            <a:normAutofit/>
          </a:bodyPr>
          <a:lstStyle>
            <a:lvl1pPr marL="0" indent="0" algn="l">
              <a:lnSpc>
                <a:spcPct val="118000"/>
              </a:lnSpc>
              <a:spcBef>
                <a:spcPct val="0"/>
              </a:spcBef>
              <a:spcAft>
                <a:spcPct val="0"/>
              </a:spcAft>
              <a:buNone/>
              <a:defRPr sz="2400" b="0" spc="0">
                <a:solidFill>
                  <a:schemeClr val="tx1"/>
                </a:solidFill>
              </a:defRPr>
            </a:lvl1pPr>
          </a:lstStyle>
          <a:p>
            <a:pPr lvl="0"/>
            <a:r>
              <a:rPr lang="zh-CN" altLang="en-US" smtClean="0"/>
              <a:t>单击此处添加项标题</a:t>
            </a:r>
            <a:endParaRPr lang="zh-CN" altLang="en-US" smtClean="0"/>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3" Type="http://schemas.openxmlformats.org/officeDocument/2006/relationships/theme" Target="../theme/theme2.xml"/><Relationship Id="rId22" Type="http://schemas.openxmlformats.org/officeDocument/2006/relationships/tags" Target="../tags/tag102.xml"/><Relationship Id="rId21" Type="http://schemas.openxmlformats.org/officeDocument/2006/relationships/tags" Target="../tags/tag101.xml"/><Relationship Id="rId20" Type="http://schemas.openxmlformats.org/officeDocument/2006/relationships/tags" Target="../tags/tag100.xml"/><Relationship Id="rId2" Type="http://schemas.openxmlformats.org/officeDocument/2006/relationships/slideLayout" Target="../slideLayouts/slideLayout12.xml"/><Relationship Id="rId19" Type="http://schemas.openxmlformats.org/officeDocument/2006/relationships/tags" Target="../tags/tag99.xml"/><Relationship Id="rId18" Type="http://schemas.openxmlformats.org/officeDocument/2006/relationships/tags" Target="../tags/tag98.xml"/><Relationship Id="rId17" Type="http://schemas.openxmlformats.org/officeDocument/2006/relationships/tags" Target="../tags/tag97.xml"/><Relationship Id="rId16" Type="http://schemas.openxmlformats.org/officeDocument/2006/relationships/tags" Target="../tags/tag96.xml"/><Relationship Id="rId15" Type="http://schemas.openxmlformats.org/officeDocument/2006/relationships/tags" Target="../tags/tag95.xml"/><Relationship Id="rId14" Type="http://schemas.openxmlformats.org/officeDocument/2006/relationships/image" Target="../media/image5.jpeg"/><Relationship Id="rId13" Type="http://schemas.openxmlformats.org/officeDocument/2006/relationships/tags" Target="../tags/tag94.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9" name="图片 8"/>
          <p:cNvPicPr>
            <a:picLocks noChangeAspect="1"/>
          </p:cNvPicPr>
          <p:nvPr userDrawn="1">
            <p:custDataLst>
              <p:tags r:id="rId13"/>
            </p:custDataLst>
          </p:nvPr>
        </p:nvPicPr>
        <p:blipFill>
          <a:blip r:embed="rId14" cstate="email">
            <a:alphaModFix amt="10000"/>
          </a:blip>
          <a:srcRect/>
          <a:stretch>
            <a:fillRect/>
          </a:stretch>
        </p:blipFill>
        <p:spPr>
          <a:xfrm>
            <a:off x="0" y="0"/>
            <a:ext cx="12192000" cy="6858000"/>
          </a:xfrm>
          <a:custGeom>
            <a:avLst/>
            <a:gdLst/>
            <a:ahLst/>
            <a:cxnLst>
              <a:cxn ang="3">
                <a:pos x="hc" y="t"/>
              </a:cxn>
              <a:cxn ang="cd2">
                <a:pos x="l" y="vc"/>
              </a:cxn>
              <a:cxn ang="cd4">
                <a:pos x="hc" y="b"/>
              </a:cxn>
              <a:cxn ang="0">
                <a:pos x="r" y="vc"/>
              </a:cxn>
            </a:cxnLst>
            <a:rect l="l" t="t" r="r" b="b"/>
            <a:pathLst>
              <a:path w="19200" h="10800">
                <a:moveTo>
                  <a:pt x="0" y="0"/>
                </a:moveTo>
                <a:lnTo>
                  <a:pt x="19200" y="0"/>
                </a:lnTo>
                <a:lnTo>
                  <a:pt x="19200" y="10800"/>
                </a:lnTo>
                <a:lnTo>
                  <a:pt x="0" y="10800"/>
                </a:lnTo>
                <a:lnTo>
                  <a:pt x="0" y="0"/>
                </a:lnTo>
                <a:close/>
              </a:path>
            </a:pathLst>
          </a:custGeom>
        </p:spPr>
      </p:pic>
      <p:sp>
        <p:nvSpPr>
          <p:cNvPr id="10" name="矩形 9"/>
          <p:cNvSpPr/>
          <p:nvPr userDrawn="1">
            <p:custDataLst>
              <p:tags r:id="rId15"/>
            </p:custDataLst>
          </p:nvPr>
        </p:nvSpPr>
        <p:spPr>
          <a:xfrm>
            <a:off x="0" y="6615430"/>
            <a:ext cx="12192000" cy="242570"/>
          </a:xfrm>
          <a:prstGeom prst="rect">
            <a:avLst/>
          </a:prstGeom>
          <a:gradFill>
            <a:gsLst>
              <a:gs pos="16000">
                <a:schemeClr val="accent1"/>
              </a:gs>
              <a:gs pos="100000">
                <a:schemeClr val="accent2">
                  <a:lumMod val="65000"/>
                  <a:lumOff val="35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标题占位符 1"/>
          <p:cNvSpPr>
            <a:spLocks noGrp="1"/>
          </p:cNvSpPr>
          <p:nvPr>
            <p:ph type="title"/>
            <p:custDataLst>
              <p:tags r:id="rId16"/>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7"/>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18"/>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9"/>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0"/>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8" name="KSO_TEMPLATE" hidden="1"/>
          <p:cNvSpPr/>
          <p:nvPr userDrawn="1">
            <p:custDataLst>
              <p:tags r:id="rId21"/>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22"/>
    </p:custDataLst>
  </p:cSld>
  <p:clrMap bg1="dk1" tx1="lt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9.xml"/><Relationship Id="rId4" Type="http://schemas.openxmlformats.org/officeDocument/2006/relationships/tags" Target="../tags/tag106.xml"/><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s>
</file>

<file path=ppt/slides/_rels/slide2.xml.rels><?xml version="1.0" encoding="UTF-8" standalone="yes"?>
<Relationships xmlns="http://schemas.openxmlformats.org/package/2006/relationships"><Relationship Id="rId9" Type="http://schemas.openxmlformats.org/officeDocument/2006/relationships/tags" Target="../tags/tag115.xml"/><Relationship Id="rId8" Type="http://schemas.openxmlformats.org/officeDocument/2006/relationships/tags" Target="../tags/tag114.xml"/><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8" Type="http://schemas.openxmlformats.org/officeDocument/2006/relationships/slideLayout" Target="../slideLayouts/slideLayout16.xml"/><Relationship Id="rId17" Type="http://schemas.openxmlformats.org/officeDocument/2006/relationships/tags" Target="../tags/tag123.xml"/><Relationship Id="rId16" Type="http://schemas.openxmlformats.org/officeDocument/2006/relationships/tags" Target="../tags/tag122.xml"/><Relationship Id="rId15" Type="http://schemas.openxmlformats.org/officeDocument/2006/relationships/tags" Target="../tags/tag121.xml"/><Relationship Id="rId14" Type="http://schemas.openxmlformats.org/officeDocument/2006/relationships/tags" Target="../tags/tag120.xml"/><Relationship Id="rId13" Type="http://schemas.openxmlformats.org/officeDocument/2006/relationships/tags" Target="../tags/tag119.xml"/><Relationship Id="rId12" Type="http://schemas.openxmlformats.org/officeDocument/2006/relationships/tags" Target="../tags/tag118.xml"/><Relationship Id="rId11" Type="http://schemas.openxmlformats.org/officeDocument/2006/relationships/tags" Target="../tags/tag117.xml"/><Relationship Id="rId10" Type="http://schemas.openxmlformats.org/officeDocument/2006/relationships/tags" Target="../tags/tag116.xml"/><Relationship Id="rId1" Type="http://schemas.openxmlformats.org/officeDocument/2006/relationships/tags" Target="../tags/tag107.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tags" Target="../tags/tag124.xml"/></Relationships>
</file>

<file path=ppt/slides/_rels/slide4.xml.rels><?xml version="1.0" encoding="UTF-8" standalone="yes"?>
<Relationships xmlns="http://schemas.openxmlformats.org/package/2006/relationships"><Relationship Id="rId9" Type="http://schemas.openxmlformats.org/officeDocument/2006/relationships/tags" Target="../tags/tag133.xml"/><Relationship Id="rId8" Type="http://schemas.openxmlformats.org/officeDocument/2006/relationships/image" Target="../media/image10.svg"/><Relationship Id="rId7" Type="http://schemas.openxmlformats.org/officeDocument/2006/relationships/image" Target="../media/image9.png"/><Relationship Id="rId6" Type="http://schemas.openxmlformats.org/officeDocument/2006/relationships/tags" Target="../tags/tag132.xml"/><Relationship Id="rId5" Type="http://schemas.openxmlformats.org/officeDocument/2006/relationships/tags" Target="../tags/tag131.xml"/><Relationship Id="rId4" Type="http://schemas.openxmlformats.org/officeDocument/2006/relationships/tags" Target="../tags/tag130.xml"/><Relationship Id="rId3" Type="http://schemas.openxmlformats.org/officeDocument/2006/relationships/tags" Target="../tags/tag129.xml"/><Relationship Id="rId29" Type="http://schemas.openxmlformats.org/officeDocument/2006/relationships/slideLayout" Target="../slideLayouts/slideLayout16.xml"/><Relationship Id="rId28" Type="http://schemas.openxmlformats.org/officeDocument/2006/relationships/tags" Target="../tags/tag146.xml"/><Relationship Id="rId27" Type="http://schemas.openxmlformats.org/officeDocument/2006/relationships/tags" Target="../tags/tag145.xml"/><Relationship Id="rId26" Type="http://schemas.openxmlformats.org/officeDocument/2006/relationships/image" Target="../media/image16.svg"/><Relationship Id="rId25" Type="http://schemas.openxmlformats.org/officeDocument/2006/relationships/image" Target="../media/image15.png"/><Relationship Id="rId24" Type="http://schemas.openxmlformats.org/officeDocument/2006/relationships/tags" Target="../tags/tag144.xml"/><Relationship Id="rId23" Type="http://schemas.openxmlformats.org/officeDocument/2006/relationships/tags" Target="../tags/tag143.xml"/><Relationship Id="rId22" Type="http://schemas.openxmlformats.org/officeDocument/2006/relationships/tags" Target="../tags/tag142.xml"/><Relationship Id="rId21" Type="http://schemas.openxmlformats.org/officeDocument/2006/relationships/tags" Target="../tags/tag141.xml"/><Relationship Id="rId20" Type="http://schemas.openxmlformats.org/officeDocument/2006/relationships/image" Target="../media/image14.svg"/><Relationship Id="rId2" Type="http://schemas.openxmlformats.org/officeDocument/2006/relationships/tags" Target="../tags/tag128.xml"/><Relationship Id="rId19" Type="http://schemas.openxmlformats.org/officeDocument/2006/relationships/image" Target="../media/image13.png"/><Relationship Id="rId18" Type="http://schemas.openxmlformats.org/officeDocument/2006/relationships/tags" Target="../tags/tag140.xml"/><Relationship Id="rId17" Type="http://schemas.openxmlformats.org/officeDocument/2006/relationships/tags" Target="../tags/tag139.xml"/><Relationship Id="rId16" Type="http://schemas.openxmlformats.org/officeDocument/2006/relationships/tags" Target="../tags/tag138.xml"/><Relationship Id="rId15" Type="http://schemas.openxmlformats.org/officeDocument/2006/relationships/image" Target="../media/image12.svg"/><Relationship Id="rId14" Type="http://schemas.openxmlformats.org/officeDocument/2006/relationships/image" Target="../media/image11.png"/><Relationship Id="rId13" Type="http://schemas.openxmlformats.org/officeDocument/2006/relationships/tags" Target="../tags/tag137.xml"/><Relationship Id="rId12" Type="http://schemas.openxmlformats.org/officeDocument/2006/relationships/tags" Target="../tags/tag136.xml"/><Relationship Id="rId11" Type="http://schemas.openxmlformats.org/officeDocument/2006/relationships/tags" Target="../tags/tag135.xml"/><Relationship Id="rId10" Type="http://schemas.openxmlformats.org/officeDocument/2006/relationships/tags" Target="../tags/tag134.xml"/><Relationship Id="rId1" Type="http://schemas.openxmlformats.org/officeDocument/2006/relationships/tags" Target="../tags/tag127.xml"/></Relationships>
</file>

<file path=ppt/slides/_rels/slide5.xml.rels><?xml version="1.0" encoding="UTF-8" standalone="yes"?>
<Relationships xmlns="http://schemas.openxmlformats.org/package/2006/relationships"><Relationship Id="rId9" Type="http://schemas.openxmlformats.org/officeDocument/2006/relationships/tags" Target="../tags/tag153.xml"/><Relationship Id="rId8" Type="http://schemas.openxmlformats.org/officeDocument/2006/relationships/tags" Target="../tags/tag152.xml"/><Relationship Id="rId7" Type="http://schemas.openxmlformats.org/officeDocument/2006/relationships/image" Target="../media/image18.svg"/><Relationship Id="rId6" Type="http://schemas.openxmlformats.org/officeDocument/2006/relationships/image" Target="../media/image17.png"/><Relationship Id="rId55" Type="http://schemas.openxmlformats.org/officeDocument/2006/relationships/slideLayout" Target="../slideLayouts/slideLayout16.xml"/><Relationship Id="rId54" Type="http://schemas.openxmlformats.org/officeDocument/2006/relationships/tags" Target="../tags/tag182.xml"/><Relationship Id="rId53" Type="http://schemas.openxmlformats.org/officeDocument/2006/relationships/image" Target="../media/image34.svg"/><Relationship Id="rId52" Type="http://schemas.openxmlformats.org/officeDocument/2006/relationships/image" Target="../media/image33.png"/><Relationship Id="rId51" Type="http://schemas.openxmlformats.org/officeDocument/2006/relationships/tags" Target="../tags/tag181.xml"/><Relationship Id="rId50" Type="http://schemas.openxmlformats.org/officeDocument/2006/relationships/tags" Target="../tags/tag180.xml"/><Relationship Id="rId5" Type="http://schemas.openxmlformats.org/officeDocument/2006/relationships/tags" Target="../tags/tag151.xml"/><Relationship Id="rId49" Type="http://schemas.openxmlformats.org/officeDocument/2006/relationships/tags" Target="../tags/tag179.xml"/><Relationship Id="rId48" Type="http://schemas.openxmlformats.org/officeDocument/2006/relationships/image" Target="../media/image32.svg"/><Relationship Id="rId47" Type="http://schemas.openxmlformats.org/officeDocument/2006/relationships/image" Target="../media/image31.png"/><Relationship Id="rId46" Type="http://schemas.openxmlformats.org/officeDocument/2006/relationships/tags" Target="../tags/tag178.xml"/><Relationship Id="rId45" Type="http://schemas.openxmlformats.org/officeDocument/2006/relationships/tags" Target="../tags/tag177.xml"/><Relationship Id="rId44" Type="http://schemas.openxmlformats.org/officeDocument/2006/relationships/tags" Target="../tags/tag176.xml"/><Relationship Id="rId43" Type="http://schemas.openxmlformats.org/officeDocument/2006/relationships/tags" Target="../tags/tag175.xml"/><Relationship Id="rId42" Type="http://schemas.openxmlformats.org/officeDocument/2006/relationships/tags" Target="../tags/tag174.xml"/><Relationship Id="rId41" Type="http://schemas.openxmlformats.org/officeDocument/2006/relationships/image" Target="../media/image30.svg"/><Relationship Id="rId40" Type="http://schemas.openxmlformats.org/officeDocument/2006/relationships/image" Target="../media/image29.png"/><Relationship Id="rId4" Type="http://schemas.openxmlformats.org/officeDocument/2006/relationships/tags" Target="../tags/tag150.xml"/><Relationship Id="rId39" Type="http://schemas.openxmlformats.org/officeDocument/2006/relationships/tags" Target="../tags/tag173.xml"/><Relationship Id="rId38" Type="http://schemas.openxmlformats.org/officeDocument/2006/relationships/tags" Target="../tags/tag172.xml"/><Relationship Id="rId37" Type="http://schemas.openxmlformats.org/officeDocument/2006/relationships/tags" Target="../tags/tag171.xml"/><Relationship Id="rId36" Type="http://schemas.openxmlformats.org/officeDocument/2006/relationships/image" Target="../media/image28.svg"/><Relationship Id="rId35" Type="http://schemas.openxmlformats.org/officeDocument/2006/relationships/image" Target="../media/image27.png"/><Relationship Id="rId34" Type="http://schemas.openxmlformats.org/officeDocument/2006/relationships/tags" Target="../tags/tag170.xml"/><Relationship Id="rId33" Type="http://schemas.openxmlformats.org/officeDocument/2006/relationships/tags" Target="../tags/tag169.xml"/><Relationship Id="rId32" Type="http://schemas.openxmlformats.org/officeDocument/2006/relationships/tags" Target="../tags/tag168.xml"/><Relationship Id="rId31" Type="http://schemas.openxmlformats.org/officeDocument/2006/relationships/image" Target="../media/image26.svg"/><Relationship Id="rId30" Type="http://schemas.openxmlformats.org/officeDocument/2006/relationships/image" Target="../media/image25.png"/><Relationship Id="rId3" Type="http://schemas.openxmlformats.org/officeDocument/2006/relationships/tags" Target="../tags/tag149.xml"/><Relationship Id="rId29" Type="http://schemas.openxmlformats.org/officeDocument/2006/relationships/tags" Target="../tags/tag167.xml"/><Relationship Id="rId28" Type="http://schemas.openxmlformats.org/officeDocument/2006/relationships/tags" Target="../tags/tag166.xml"/><Relationship Id="rId27" Type="http://schemas.openxmlformats.org/officeDocument/2006/relationships/tags" Target="../tags/tag165.xml"/><Relationship Id="rId26" Type="http://schemas.openxmlformats.org/officeDocument/2006/relationships/tags" Target="../tags/tag164.xml"/><Relationship Id="rId25" Type="http://schemas.openxmlformats.org/officeDocument/2006/relationships/tags" Target="../tags/tag163.xml"/><Relationship Id="rId24" Type="http://schemas.openxmlformats.org/officeDocument/2006/relationships/image" Target="../media/image24.svg"/><Relationship Id="rId23" Type="http://schemas.openxmlformats.org/officeDocument/2006/relationships/image" Target="../media/image23.png"/><Relationship Id="rId22" Type="http://schemas.openxmlformats.org/officeDocument/2006/relationships/tags" Target="../tags/tag162.xml"/><Relationship Id="rId21" Type="http://schemas.openxmlformats.org/officeDocument/2006/relationships/tags" Target="../tags/tag161.xml"/><Relationship Id="rId20" Type="http://schemas.openxmlformats.org/officeDocument/2006/relationships/tags" Target="../tags/tag160.xml"/><Relationship Id="rId2" Type="http://schemas.openxmlformats.org/officeDocument/2006/relationships/tags" Target="../tags/tag148.xml"/><Relationship Id="rId19" Type="http://schemas.openxmlformats.org/officeDocument/2006/relationships/image" Target="../media/image22.svg"/><Relationship Id="rId18" Type="http://schemas.openxmlformats.org/officeDocument/2006/relationships/image" Target="../media/image21.png"/><Relationship Id="rId17" Type="http://schemas.openxmlformats.org/officeDocument/2006/relationships/tags" Target="../tags/tag159.xml"/><Relationship Id="rId16" Type="http://schemas.openxmlformats.org/officeDocument/2006/relationships/tags" Target="../tags/tag158.xml"/><Relationship Id="rId15" Type="http://schemas.openxmlformats.org/officeDocument/2006/relationships/tags" Target="../tags/tag157.xml"/><Relationship Id="rId14" Type="http://schemas.openxmlformats.org/officeDocument/2006/relationships/tags" Target="../tags/tag156.xml"/><Relationship Id="rId13" Type="http://schemas.openxmlformats.org/officeDocument/2006/relationships/tags" Target="../tags/tag155.xml"/><Relationship Id="rId12" Type="http://schemas.openxmlformats.org/officeDocument/2006/relationships/image" Target="../media/image20.svg"/><Relationship Id="rId11" Type="http://schemas.openxmlformats.org/officeDocument/2006/relationships/image" Target="../media/image19.png"/><Relationship Id="rId10" Type="http://schemas.openxmlformats.org/officeDocument/2006/relationships/tags" Target="../tags/tag154.xml"/><Relationship Id="rId1" Type="http://schemas.openxmlformats.org/officeDocument/2006/relationships/tags" Target="../tags/tag147.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185.xml"/><Relationship Id="rId2" Type="http://schemas.openxmlformats.org/officeDocument/2006/relationships/tags" Target="../tags/tag184.xml"/><Relationship Id="rId1" Type="http://schemas.openxmlformats.org/officeDocument/2006/relationships/tags" Target="../tags/tag183.xml"/></Relationships>
</file>

<file path=ppt/slides/_rels/slide7.xml.rels><?xml version="1.0" encoding="UTF-8" standalone="yes"?>
<Relationships xmlns="http://schemas.openxmlformats.org/package/2006/relationships"><Relationship Id="rId9" Type="http://schemas.openxmlformats.org/officeDocument/2006/relationships/tags" Target="../tags/tag192.xml"/><Relationship Id="rId8" Type="http://schemas.openxmlformats.org/officeDocument/2006/relationships/tags" Target="../tags/tag191.xml"/><Relationship Id="rId7" Type="http://schemas.openxmlformats.org/officeDocument/2006/relationships/tags" Target="../tags/tag190.xml"/><Relationship Id="rId64" Type="http://schemas.openxmlformats.org/officeDocument/2006/relationships/slideLayout" Target="../slideLayouts/slideLayout16.xml"/><Relationship Id="rId63" Type="http://schemas.openxmlformats.org/officeDocument/2006/relationships/tags" Target="../tags/tag228.xml"/><Relationship Id="rId62" Type="http://schemas.openxmlformats.org/officeDocument/2006/relationships/image" Target="../media/image54.svg"/><Relationship Id="rId61" Type="http://schemas.openxmlformats.org/officeDocument/2006/relationships/image" Target="../media/image53.png"/><Relationship Id="rId60" Type="http://schemas.openxmlformats.org/officeDocument/2006/relationships/tags" Target="../tags/tag227.xml"/><Relationship Id="rId6" Type="http://schemas.openxmlformats.org/officeDocument/2006/relationships/image" Target="../media/image36.svg"/><Relationship Id="rId59" Type="http://schemas.openxmlformats.org/officeDocument/2006/relationships/tags" Target="../tags/tag226.xml"/><Relationship Id="rId58" Type="http://schemas.openxmlformats.org/officeDocument/2006/relationships/tags" Target="../tags/tag225.xml"/><Relationship Id="rId57" Type="http://schemas.openxmlformats.org/officeDocument/2006/relationships/image" Target="../media/image52.svg"/><Relationship Id="rId56" Type="http://schemas.openxmlformats.org/officeDocument/2006/relationships/image" Target="../media/image51.png"/><Relationship Id="rId55" Type="http://schemas.openxmlformats.org/officeDocument/2006/relationships/tags" Target="../tags/tag224.xml"/><Relationship Id="rId54" Type="http://schemas.openxmlformats.org/officeDocument/2006/relationships/tags" Target="../tags/tag223.xml"/><Relationship Id="rId53" Type="http://schemas.openxmlformats.org/officeDocument/2006/relationships/tags" Target="../tags/tag222.xml"/><Relationship Id="rId52" Type="http://schemas.openxmlformats.org/officeDocument/2006/relationships/image" Target="../media/image50.svg"/><Relationship Id="rId51" Type="http://schemas.openxmlformats.org/officeDocument/2006/relationships/image" Target="../media/image49.png"/><Relationship Id="rId50" Type="http://schemas.openxmlformats.org/officeDocument/2006/relationships/tags" Target="../tags/tag221.xml"/><Relationship Id="rId5" Type="http://schemas.openxmlformats.org/officeDocument/2006/relationships/image" Target="../media/image35.png"/><Relationship Id="rId49" Type="http://schemas.openxmlformats.org/officeDocument/2006/relationships/tags" Target="../tags/tag220.xml"/><Relationship Id="rId48" Type="http://schemas.openxmlformats.org/officeDocument/2006/relationships/tags" Target="../tags/tag219.xml"/><Relationship Id="rId47" Type="http://schemas.openxmlformats.org/officeDocument/2006/relationships/tags" Target="../tags/tag218.xml"/><Relationship Id="rId46" Type="http://schemas.openxmlformats.org/officeDocument/2006/relationships/tags" Target="../tags/tag217.xml"/><Relationship Id="rId45" Type="http://schemas.openxmlformats.org/officeDocument/2006/relationships/tags" Target="../tags/tag216.xml"/><Relationship Id="rId44" Type="http://schemas.openxmlformats.org/officeDocument/2006/relationships/image" Target="../media/image48.svg"/><Relationship Id="rId43" Type="http://schemas.openxmlformats.org/officeDocument/2006/relationships/image" Target="../media/image47.png"/><Relationship Id="rId42" Type="http://schemas.openxmlformats.org/officeDocument/2006/relationships/tags" Target="../tags/tag215.xml"/><Relationship Id="rId41" Type="http://schemas.openxmlformats.org/officeDocument/2006/relationships/tags" Target="../tags/tag214.xml"/><Relationship Id="rId40" Type="http://schemas.openxmlformats.org/officeDocument/2006/relationships/tags" Target="../tags/tag213.xml"/><Relationship Id="rId4" Type="http://schemas.openxmlformats.org/officeDocument/2006/relationships/tags" Target="../tags/tag189.xml"/><Relationship Id="rId39" Type="http://schemas.openxmlformats.org/officeDocument/2006/relationships/tags" Target="../tags/tag212.xml"/><Relationship Id="rId38" Type="http://schemas.openxmlformats.org/officeDocument/2006/relationships/image" Target="../media/image46.svg"/><Relationship Id="rId37" Type="http://schemas.openxmlformats.org/officeDocument/2006/relationships/image" Target="../media/image45.png"/><Relationship Id="rId36" Type="http://schemas.openxmlformats.org/officeDocument/2006/relationships/tags" Target="../tags/tag211.xml"/><Relationship Id="rId35" Type="http://schemas.openxmlformats.org/officeDocument/2006/relationships/tags" Target="../tags/tag210.xml"/><Relationship Id="rId34" Type="http://schemas.openxmlformats.org/officeDocument/2006/relationships/tags" Target="../tags/tag209.xml"/><Relationship Id="rId33" Type="http://schemas.openxmlformats.org/officeDocument/2006/relationships/image" Target="../media/image44.svg"/><Relationship Id="rId32" Type="http://schemas.openxmlformats.org/officeDocument/2006/relationships/image" Target="../media/image43.png"/><Relationship Id="rId31" Type="http://schemas.openxmlformats.org/officeDocument/2006/relationships/tags" Target="../tags/tag208.xml"/><Relationship Id="rId30" Type="http://schemas.openxmlformats.org/officeDocument/2006/relationships/tags" Target="../tags/tag207.xml"/><Relationship Id="rId3" Type="http://schemas.openxmlformats.org/officeDocument/2006/relationships/tags" Target="../tags/tag188.xml"/><Relationship Id="rId29" Type="http://schemas.openxmlformats.org/officeDocument/2006/relationships/tags" Target="../tags/tag206.xml"/><Relationship Id="rId28" Type="http://schemas.openxmlformats.org/officeDocument/2006/relationships/image" Target="../media/image42.svg"/><Relationship Id="rId27" Type="http://schemas.openxmlformats.org/officeDocument/2006/relationships/image" Target="../media/image41.png"/><Relationship Id="rId26" Type="http://schemas.openxmlformats.org/officeDocument/2006/relationships/tags" Target="../tags/tag205.xml"/><Relationship Id="rId25" Type="http://schemas.openxmlformats.org/officeDocument/2006/relationships/tags" Target="../tags/tag204.xml"/><Relationship Id="rId24" Type="http://schemas.openxmlformats.org/officeDocument/2006/relationships/tags" Target="../tags/tag203.xml"/><Relationship Id="rId23" Type="http://schemas.openxmlformats.org/officeDocument/2006/relationships/image" Target="../media/image40.svg"/><Relationship Id="rId22" Type="http://schemas.openxmlformats.org/officeDocument/2006/relationships/image" Target="../media/image39.png"/><Relationship Id="rId21" Type="http://schemas.openxmlformats.org/officeDocument/2006/relationships/tags" Target="../tags/tag202.xml"/><Relationship Id="rId20" Type="http://schemas.openxmlformats.org/officeDocument/2006/relationships/tags" Target="../tags/tag201.xml"/><Relationship Id="rId2" Type="http://schemas.openxmlformats.org/officeDocument/2006/relationships/tags" Target="../tags/tag187.xml"/><Relationship Id="rId19" Type="http://schemas.openxmlformats.org/officeDocument/2006/relationships/tags" Target="../tags/tag200.xml"/><Relationship Id="rId18" Type="http://schemas.openxmlformats.org/officeDocument/2006/relationships/tags" Target="../tags/tag199.xml"/><Relationship Id="rId17" Type="http://schemas.openxmlformats.org/officeDocument/2006/relationships/image" Target="../media/image38.svg"/><Relationship Id="rId16" Type="http://schemas.openxmlformats.org/officeDocument/2006/relationships/image" Target="../media/image37.png"/><Relationship Id="rId15" Type="http://schemas.openxmlformats.org/officeDocument/2006/relationships/tags" Target="../tags/tag198.xml"/><Relationship Id="rId14" Type="http://schemas.openxmlformats.org/officeDocument/2006/relationships/tags" Target="../tags/tag197.xml"/><Relationship Id="rId13" Type="http://schemas.openxmlformats.org/officeDocument/2006/relationships/tags" Target="../tags/tag196.xml"/><Relationship Id="rId12" Type="http://schemas.openxmlformats.org/officeDocument/2006/relationships/tags" Target="../tags/tag195.xml"/><Relationship Id="rId11" Type="http://schemas.openxmlformats.org/officeDocument/2006/relationships/tags" Target="../tags/tag194.xml"/><Relationship Id="rId10" Type="http://schemas.openxmlformats.org/officeDocument/2006/relationships/tags" Target="../tags/tag193.xml"/><Relationship Id="rId1" Type="http://schemas.openxmlformats.org/officeDocument/2006/relationships/tags" Target="../tags/tag186.xml"/></Relationships>
</file>

<file path=ppt/slides/_rels/slide8.xml.rels><?xml version="1.0" encoding="UTF-8" standalone="yes"?>
<Relationships xmlns="http://schemas.openxmlformats.org/package/2006/relationships"><Relationship Id="rId9" Type="http://schemas.openxmlformats.org/officeDocument/2006/relationships/tags" Target="../tags/tag235.xml"/><Relationship Id="rId8" Type="http://schemas.openxmlformats.org/officeDocument/2006/relationships/tags" Target="../tags/tag234.xml"/><Relationship Id="rId7" Type="http://schemas.openxmlformats.org/officeDocument/2006/relationships/tags" Target="../tags/tag233.xml"/><Relationship Id="rId6" Type="http://schemas.openxmlformats.org/officeDocument/2006/relationships/image" Target="../media/image56.svg"/><Relationship Id="rId5" Type="http://schemas.openxmlformats.org/officeDocument/2006/relationships/image" Target="../media/image55.png"/><Relationship Id="rId40" Type="http://schemas.openxmlformats.org/officeDocument/2006/relationships/slideLayout" Target="../slideLayouts/slideLayout16.xml"/><Relationship Id="rId4" Type="http://schemas.openxmlformats.org/officeDocument/2006/relationships/tags" Target="../tags/tag232.xml"/><Relationship Id="rId39" Type="http://schemas.openxmlformats.org/officeDocument/2006/relationships/tags" Target="../tags/tag253.xml"/><Relationship Id="rId38" Type="http://schemas.openxmlformats.org/officeDocument/2006/relationships/image" Target="../media/image68.svg"/><Relationship Id="rId37" Type="http://schemas.openxmlformats.org/officeDocument/2006/relationships/image" Target="../media/image67.png"/><Relationship Id="rId36" Type="http://schemas.openxmlformats.org/officeDocument/2006/relationships/tags" Target="../tags/tag252.xml"/><Relationship Id="rId35" Type="http://schemas.openxmlformats.org/officeDocument/2006/relationships/tags" Target="../tags/tag251.xml"/><Relationship Id="rId34" Type="http://schemas.openxmlformats.org/officeDocument/2006/relationships/tags" Target="../tags/tag250.xml"/><Relationship Id="rId33" Type="http://schemas.openxmlformats.org/officeDocument/2006/relationships/image" Target="../media/image66.svg"/><Relationship Id="rId32" Type="http://schemas.openxmlformats.org/officeDocument/2006/relationships/image" Target="../media/image65.png"/><Relationship Id="rId31" Type="http://schemas.openxmlformats.org/officeDocument/2006/relationships/tags" Target="../tags/tag249.xml"/><Relationship Id="rId30" Type="http://schemas.openxmlformats.org/officeDocument/2006/relationships/tags" Target="../tags/tag248.xml"/><Relationship Id="rId3" Type="http://schemas.openxmlformats.org/officeDocument/2006/relationships/tags" Target="../tags/tag231.xml"/><Relationship Id="rId29" Type="http://schemas.openxmlformats.org/officeDocument/2006/relationships/tags" Target="../tags/tag247.xml"/><Relationship Id="rId28" Type="http://schemas.openxmlformats.org/officeDocument/2006/relationships/image" Target="../media/image64.svg"/><Relationship Id="rId27" Type="http://schemas.openxmlformats.org/officeDocument/2006/relationships/image" Target="../media/image63.png"/><Relationship Id="rId26" Type="http://schemas.openxmlformats.org/officeDocument/2006/relationships/tags" Target="../tags/tag246.xml"/><Relationship Id="rId25" Type="http://schemas.openxmlformats.org/officeDocument/2006/relationships/tags" Target="../tags/tag245.xml"/><Relationship Id="rId24" Type="http://schemas.openxmlformats.org/officeDocument/2006/relationships/tags" Target="../tags/tag244.xml"/><Relationship Id="rId23" Type="http://schemas.openxmlformats.org/officeDocument/2006/relationships/tags" Target="../tags/tag243.xml"/><Relationship Id="rId22" Type="http://schemas.openxmlformats.org/officeDocument/2006/relationships/image" Target="../media/image62.svg"/><Relationship Id="rId21" Type="http://schemas.openxmlformats.org/officeDocument/2006/relationships/image" Target="../media/image61.png"/><Relationship Id="rId20" Type="http://schemas.openxmlformats.org/officeDocument/2006/relationships/tags" Target="../tags/tag242.xml"/><Relationship Id="rId2" Type="http://schemas.openxmlformats.org/officeDocument/2006/relationships/tags" Target="../tags/tag230.xml"/><Relationship Id="rId19" Type="http://schemas.openxmlformats.org/officeDocument/2006/relationships/tags" Target="../tags/tag241.xml"/><Relationship Id="rId18" Type="http://schemas.openxmlformats.org/officeDocument/2006/relationships/tags" Target="../tags/tag240.xml"/><Relationship Id="rId17" Type="http://schemas.openxmlformats.org/officeDocument/2006/relationships/image" Target="../media/image60.svg"/><Relationship Id="rId16" Type="http://schemas.openxmlformats.org/officeDocument/2006/relationships/image" Target="../media/image59.png"/><Relationship Id="rId15" Type="http://schemas.openxmlformats.org/officeDocument/2006/relationships/tags" Target="../tags/tag239.xml"/><Relationship Id="rId14" Type="http://schemas.openxmlformats.org/officeDocument/2006/relationships/tags" Target="../tags/tag238.xml"/><Relationship Id="rId13" Type="http://schemas.openxmlformats.org/officeDocument/2006/relationships/tags" Target="../tags/tag237.xml"/><Relationship Id="rId12" Type="http://schemas.openxmlformats.org/officeDocument/2006/relationships/tags" Target="../tags/tag236.xml"/><Relationship Id="rId11" Type="http://schemas.openxmlformats.org/officeDocument/2006/relationships/image" Target="../media/image58.svg"/><Relationship Id="rId10" Type="http://schemas.openxmlformats.org/officeDocument/2006/relationships/image" Target="../media/image57.png"/><Relationship Id="rId1" Type="http://schemas.openxmlformats.org/officeDocument/2006/relationships/tags" Target="../tags/tag229.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256.xml"/><Relationship Id="rId2" Type="http://schemas.openxmlformats.org/officeDocument/2006/relationships/tags" Target="../tags/tag255.xml"/><Relationship Id="rId1" Type="http://schemas.openxmlformats.org/officeDocument/2006/relationships/tags" Target="../tags/tag254.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69.png"/><Relationship Id="rId1" Type="http://schemas.openxmlformats.org/officeDocument/2006/relationships/tags" Target="../tags/tag257.xml"/></Relationships>
</file>

<file path=ppt/slides/_rels/slide11.xml.rels><?xml version="1.0" encoding="UTF-8" standalone="yes"?>
<Relationships xmlns="http://schemas.openxmlformats.org/package/2006/relationships"><Relationship Id="rId9" Type="http://schemas.openxmlformats.org/officeDocument/2006/relationships/tags" Target="../tags/tag264.xml"/><Relationship Id="rId8" Type="http://schemas.openxmlformats.org/officeDocument/2006/relationships/image" Target="../media/image71.svg"/><Relationship Id="rId7" Type="http://schemas.openxmlformats.org/officeDocument/2006/relationships/image" Target="../media/image70.png"/><Relationship Id="rId6" Type="http://schemas.openxmlformats.org/officeDocument/2006/relationships/tags" Target="../tags/tag263.xml"/><Relationship Id="rId56" Type="http://schemas.openxmlformats.org/officeDocument/2006/relationships/slideLayout" Target="../slideLayouts/slideLayout16.xml"/><Relationship Id="rId55" Type="http://schemas.openxmlformats.org/officeDocument/2006/relationships/tags" Target="../tags/tag296.xml"/><Relationship Id="rId54" Type="http://schemas.openxmlformats.org/officeDocument/2006/relationships/image" Target="../media/image85.svg"/><Relationship Id="rId53" Type="http://schemas.openxmlformats.org/officeDocument/2006/relationships/image" Target="../media/image84.png"/><Relationship Id="rId52" Type="http://schemas.openxmlformats.org/officeDocument/2006/relationships/tags" Target="../tags/tag295.xml"/><Relationship Id="rId51" Type="http://schemas.openxmlformats.org/officeDocument/2006/relationships/tags" Target="../tags/tag294.xml"/><Relationship Id="rId50" Type="http://schemas.openxmlformats.org/officeDocument/2006/relationships/tags" Target="../tags/tag293.xml"/><Relationship Id="rId5" Type="http://schemas.openxmlformats.org/officeDocument/2006/relationships/tags" Target="../tags/tag262.xml"/><Relationship Id="rId49" Type="http://schemas.openxmlformats.org/officeDocument/2006/relationships/tags" Target="../tags/tag292.xml"/><Relationship Id="rId48" Type="http://schemas.openxmlformats.org/officeDocument/2006/relationships/image" Target="../media/image83.svg"/><Relationship Id="rId47" Type="http://schemas.openxmlformats.org/officeDocument/2006/relationships/image" Target="../media/image82.png"/><Relationship Id="rId46" Type="http://schemas.openxmlformats.org/officeDocument/2006/relationships/tags" Target="../tags/tag291.xml"/><Relationship Id="rId45" Type="http://schemas.openxmlformats.org/officeDocument/2006/relationships/tags" Target="../tags/tag290.xml"/><Relationship Id="rId44" Type="http://schemas.openxmlformats.org/officeDocument/2006/relationships/tags" Target="../tags/tag289.xml"/><Relationship Id="rId43" Type="http://schemas.openxmlformats.org/officeDocument/2006/relationships/tags" Target="../tags/tag288.xml"/><Relationship Id="rId42" Type="http://schemas.openxmlformats.org/officeDocument/2006/relationships/image" Target="../media/image81.svg"/><Relationship Id="rId41" Type="http://schemas.openxmlformats.org/officeDocument/2006/relationships/image" Target="../media/image80.png"/><Relationship Id="rId40" Type="http://schemas.openxmlformats.org/officeDocument/2006/relationships/tags" Target="../tags/tag287.xml"/><Relationship Id="rId4" Type="http://schemas.openxmlformats.org/officeDocument/2006/relationships/tags" Target="../tags/tag261.xml"/><Relationship Id="rId39" Type="http://schemas.openxmlformats.org/officeDocument/2006/relationships/tags" Target="../tags/tag286.xml"/><Relationship Id="rId38" Type="http://schemas.openxmlformats.org/officeDocument/2006/relationships/tags" Target="../tags/tag285.xml"/><Relationship Id="rId37" Type="http://schemas.openxmlformats.org/officeDocument/2006/relationships/tags" Target="../tags/tag284.xml"/><Relationship Id="rId36" Type="http://schemas.openxmlformats.org/officeDocument/2006/relationships/tags" Target="../tags/tag283.xml"/><Relationship Id="rId35" Type="http://schemas.openxmlformats.org/officeDocument/2006/relationships/tags" Target="../tags/tag282.xml"/><Relationship Id="rId34" Type="http://schemas.openxmlformats.org/officeDocument/2006/relationships/image" Target="../media/image79.svg"/><Relationship Id="rId33" Type="http://schemas.openxmlformats.org/officeDocument/2006/relationships/image" Target="../media/image78.png"/><Relationship Id="rId32" Type="http://schemas.openxmlformats.org/officeDocument/2006/relationships/tags" Target="../tags/tag281.xml"/><Relationship Id="rId31" Type="http://schemas.openxmlformats.org/officeDocument/2006/relationships/tags" Target="../tags/tag280.xml"/><Relationship Id="rId30" Type="http://schemas.openxmlformats.org/officeDocument/2006/relationships/tags" Target="../tags/tag279.xml"/><Relationship Id="rId3" Type="http://schemas.openxmlformats.org/officeDocument/2006/relationships/tags" Target="../tags/tag260.xml"/><Relationship Id="rId29" Type="http://schemas.openxmlformats.org/officeDocument/2006/relationships/tags" Target="../tags/tag278.xml"/><Relationship Id="rId28" Type="http://schemas.openxmlformats.org/officeDocument/2006/relationships/image" Target="../media/image77.svg"/><Relationship Id="rId27" Type="http://schemas.openxmlformats.org/officeDocument/2006/relationships/image" Target="../media/image76.png"/><Relationship Id="rId26" Type="http://schemas.openxmlformats.org/officeDocument/2006/relationships/tags" Target="../tags/tag277.xml"/><Relationship Id="rId25" Type="http://schemas.openxmlformats.org/officeDocument/2006/relationships/tags" Target="../tags/tag276.xml"/><Relationship Id="rId24" Type="http://schemas.openxmlformats.org/officeDocument/2006/relationships/tags" Target="../tags/tag275.xml"/><Relationship Id="rId23" Type="http://schemas.openxmlformats.org/officeDocument/2006/relationships/tags" Target="../tags/tag274.xml"/><Relationship Id="rId22" Type="http://schemas.openxmlformats.org/officeDocument/2006/relationships/image" Target="../media/image75.svg"/><Relationship Id="rId21" Type="http://schemas.openxmlformats.org/officeDocument/2006/relationships/image" Target="../media/image74.png"/><Relationship Id="rId20" Type="http://schemas.openxmlformats.org/officeDocument/2006/relationships/tags" Target="../tags/tag273.xml"/><Relationship Id="rId2" Type="http://schemas.openxmlformats.org/officeDocument/2006/relationships/tags" Target="../tags/tag259.xml"/><Relationship Id="rId19" Type="http://schemas.openxmlformats.org/officeDocument/2006/relationships/tags" Target="../tags/tag272.xml"/><Relationship Id="rId18" Type="http://schemas.openxmlformats.org/officeDocument/2006/relationships/tags" Target="../tags/tag271.xml"/><Relationship Id="rId17" Type="http://schemas.openxmlformats.org/officeDocument/2006/relationships/tags" Target="../tags/tag270.xml"/><Relationship Id="rId16" Type="http://schemas.openxmlformats.org/officeDocument/2006/relationships/tags" Target="../tags/tag269.xml"/><Relationship Id="rId15" Type="http://schemas.openxmlformats.org/officeDocument/2006/relationships/tags" Target="../tags/tag268.xml"/><Relationship Id="rId14" Type="http://schemas.openxmlformats.org/officeDocument/2006/relationships/image" Target="../media/image73.svg"/><Relationship Id="rId13" Type="http://schemas.openxmlformats.org/officeDocument/2006/relationships/image" Target="../media/image72.png"/><Relationship Id="rId12" Type="http://schemas.openxmlformats.org/officeDocument/2006/relationships/tags" Target="../tags/tag267.xml"/><Relationship Id="rId11" Type="http://schemas.openxmlformats.org/officeDocument/2006/relationships/tags" Target="../tags/tag266.xml"/><Relationship Id="rId10" Type="http://schemas.openxmlformats.org/officeDocument/2006/relationships/tags" Target="../tags/tag265.xml"/><Relationship Id="rId1" Type="http://schemas.openxmlformats.org/officeDocument/2006/relationships/tags" Target="../tags/tag258.xml"/></Relationships>
</file>

<file path=ppt/slides/_rels/slide12.xml.rels><?xml version="1.0" encoding="UTF-8" standalone="yes"?>
<Relationships xmlns="http://schemas.openxmlformats.org/package/2006/relationships"><Relationship Id="rId9" Type="http://schemas.openxmlformats.org/officeDocument/2006/relationships/tags" Target="../tags/tag303.xml"/><Relationship Id="rId8" Type="http://schemas.openxmlformats.org/officeDocument/2006/relationships/image" Target="../media/image87.svg"/><Relationship Id="rId7" Type="http://schemas.openxmlformats.org/officeDocument/2006/relationships/image" Target="../media/image86.png"/><Relationship Id="rId6" Type="http://schemas.openxmlformats.org/officeDocument/2006/relationships/tags" Target="../tags/tag302.xml"/><Relationship Id="rId5" Type="http://schemas.openxmlformats.org/officeDocument/2006/relationships/tags" Target="../tags/tag301.xml"/><Relationship Id="rId4" Type="http://schemas.openxmlformats.org/officeDocument/2006/relationships/tags" Target="../tags/tag300.xml"/><Relationship Id="rId37" Type="http://schemas.openxmlformats.org/officeDocument/2006/relationships/slideLayout" Target="../slideLayouts/slideLayout16.xml"/><Relationship Id="rId36" Type="http://schemas.openxmlformats.org/officeDocument/2006/relationships/image" Target="../media/image92.png"/><Relationship Id="rId35" Type="http://schemas.openxmlformats.org/officeDocument/2006/relationships/tags" Target="../tags/tag325.xml"/><Relationship Id="rId34" Type="http://schemas.openxmlformats.org/officeDocument/2006/relationships/tags" Target="../tags/tag324.xml"/><Relationship Id="rId33" Type="http://schemas.openxmlformats.org/officeDocument/2006/relationships/image" Target="../media/image91.svg"/><Relationship Id="rId32" Type="http://schemas.openxmlformats.org/officeDocument/2006/relationships/image" Target="../media/image90.png"/><Relationship Id="rId31" Type="http://schemas.openxmlformats.org/officeDocument/2006/relationships/tags" Target="../tags/tag323.xml"/><Relationship Id="rId30" Type="http://schemas.openxmlformats.org/officeDocument/2006/relationships/tags" Target="../tags/tag322.xml"/><Relationship Id="rId3" Type="http://schemas.openxmlformats.org/officeDocument/2006/relationships/tags" Target="../tags/tag299.xml"/><Relationship Id="rId29" Type="http://schemas.openxmlformats.org/officeDocument/2006/relationships/tags" Target="../tags/tag321.xml"/><Relationship Id="rId28" Type="http://schemas.openxmlformats.org/officeDocument/2006/relationships/tags" Target="../tags/tag320.xml"/><Relationship Id="rId27" Type="http://schemas.openxmlformats.org/officeDocument/2006/relationships/tags" Target="../tags/tag319.xml"/><Relationship Id="rId26" Type="http://schemas.openxmlformats.org/officeDocument/2006/relationships/tags" Target="../tags/tag318.xml"/><Relationship Id="rId25" Type="http://schemas.openxmlformats.org/officeDocument/2006/relationships/tags" Target="../tags/tag317.xml"/><Relationship Id="rId24" Type="http://schemas.openxmlformats.org/officeDocument/2006/relationships/tags" Target="../tags/tag316.xml"/><Relationship Id="rId23" Type="http://schemas.openxmlformats.org/officeDocument/2006/relationships/tags" Target="../tags/tag315.xml"/><Relationship Id="rId22" Type="http://schemas.openxmlformats.org/officeDocument/2006/relationships/tags" Target="../tags/tag314.xml"/><Relationship Id="rId21" Type="http://schemas.openxmlformats.org/officeDocument/2006/relationships/tags" Target="../tags/tag313.xml"/><Relationship Id="rId20" Type="http://schemas.openxmlformats.org/officeDocument/2006/relationships/tags" Target="../tags/tag312.xml"/><Relationship Id="rId2" Type="http://schemas.openxmlformats.org/officeDocument/2006/relationships/tags" Target="../tags/tag298.xml"/><Relationship Id="rId19" Type="http://schemas.openxmlformats.org/officeDocument/2006/relationships/tags" Target="../tags/tag311.xml"/><Relationship Id="rId18" Type="http://schemas.openxmlformats.org/officeDocument/2006/relationships/tags" Target="../tags/tag310.xml"/><Relationship Id="rId17" Type="http://schemas.openxmlformats.org/officeDocument/2006/relationships/tags" Target="../tags/tag309.xml"/><Relationship Id="rId16" Type="http://schemas.openxmlformats.org/officeDocument/2006/relationships/tags" Target="../tags/tag308.xml"/><Relationship Id="rId15" Type="http://schemas.openxmlformats.org/officeDocument/2006/relationships/tags" Target="../tags/tag307.xml"/><Relationship Id="rId14" Type="http://schemas.openxmlformats.org/officeDocument/2006/relationships/image" Target="../media/image89.svg"/><Relationship Id="rId13" Type="http://schemas.openxmlformats.org/officeDocument/2006/relationships/image" Target="../media/image88.png"/><Relationship Id="rId12" Type="http://schemas.openxmlformats.org/officeDocument/2006/relationships/tags" Target="../tags/tag306.xml"/><Relationship Id="rId11" Type="http://schemas.openxmlformats.org/officeDocument/2006/relationships/tags" Target="../tags/tag305.xml"/><Relationship Id="rId10" Type="http://schemas.openxmlformats.org/officeDocument/2006/relationships/tags" Target="../tags/tag304.xml"/><Relationship Id="rId1" Type="http://schemas.openxmlformats.org/officeDocument/2006/relationships/tags" Target="../tags/tag297.xml"/></Relationships>
</file>

<file path=ppt/slides/_rels/slide13.xml.rels><?xml version="1.0" encoding="UTF-8" standalone="yes"?>
<Relationships xmlns="http://schemas.openxmlformats.org/package/2006/relationships"><Relationship Id="rId9" Type="http://schemas.openxmlformats.org/officeDocument/2006/relationships/tags" Target="../tags/tag332.xml"/><Relationship Id="rId81" Type="http://schemas.openxmlformats.org/officeDocument/2006/relationships/slideLayout" Target="../slideLayouts/slideLayout16.xml"/><Relationship Id="rId80" Type="http://schemas.openxmlformats.org/officeDocument/2006/relationships/tags" Target="../tags/tag375.xml"/><Relationship Id="rId8" Type="http://schemas.openxmlformats.org/officeDocument/2006/relationships/tags" Target="../tags/tag331.xml"/><Relationship Id="rId79" Type="http://schemas.openxmlformats.org/officeDocument/2006/relationships/image" Target="../media/image118.svg"/><Relationship Id="rId78" Type="http://schemas.openxmlformats.org/officeDocument/2006/relationships/image" Target="../media/image117.png"/><Relationship Id="rId77" Type="http://schemas.openxmlformats.org/officeDocument/2006/relationships/tags" Target="../tags/tag374.xml"/><Relationship Id="rId76" Type="http://schemas.openxmlformats.org/officeDocument/2006/relationships/tags" Target="../tags/tag373.xml"/><Relationship Id="rId75" Type="http://schemas.openxmlformats.org/officeDocument/2006/relationships/tags" Target="../tags/tag372.xml"/><Relationship Id="rId74" Type="http://schemas.openxmlformats.org/officeDocument/2006/relationships/image" Target="../media/image116.svg"/><Relationship Id="rId73" Type="http://schemas.openxmlformats.org/officeDocument/2006/relationships/image" Target="../media/image115.png"/><Relationship Id="rId72" Type="http://schemas.openxmlformats.org/officeDocument/2006/relationships/tags" Target="../tags/tag371.xml"/><Relationship Id="rId71" Type="http://schemas.openxmlformats.org/officeDocument/2006/relationships/tags" Target="../tags/tag370.xml"/><Relationship Id="rId70" Type="http://schemas.openxmlformats.org/officeDocument/2006/relationships/tags" Target="../tags/tag369.xml"/><Relationship Id="rId7" Type="http://schemas.openxmlformats.org/officeDocument/2006/relationships/tags" Target="../tags/tag330.xml"/><Relationship Id="rId69" Type="http://schemas.openxmlformats.org/officeDocument/2006/relationships/image" Target="../media/image114.svg"/><Relationship Id="rId68" Type="http://schemas.openxmlformats.org/officeDocument/2006/relationships/image" Target="../media/image113.png"/><Relationship Id="rId67" Type="http://schemas.openxmlformats.org/officeDocument/2006/relationships/tags" Target="../tags/tag368.xml"/><Relationship Id="rId66" Type="http://schemas.openxmlformats.org/officeDocument/2006/relationships/tags" Target="../tags/tag367.xml"/><Relationship Id="rId65" Type="http://schemas.openxmlformats.org/officeDocument/2006/relationships/tags" Target="../tags/tag366.xml"/><Relationship Id="rId64" Type="http://schemas.openxmlformats.org/officeDocument/2006/relationships/tags" Target="../tags/tag365.xml"/><Relationship Id="rId63" Type="http://schemas.openxmlformats.org/officeDocument/2006/relationships/image" Target="../media/image46.svg"/><Relationship Id="rId62" Type="http://schemas.openxmlformats.org/officeDocument/2006/relationships/image" Target="../media/image45.png"/><Relationship Id="rId61" Type="http://schemas.openxmlformats.org/officeDocument/2006/relationships/tags" Target="../tags/tag364.xml"/><Relationship Id="rId60" Type="http://schemas.openxmlformats.org/officeDocument/2006/relationships/tags" Target="../tags/tag363.xml"/><Relationship Id="rId6" Type="http://schemas.openxmlformats.org/officeDocument/2006/relationships/image" Target="../media/image94.svg"/><Relationship Id="rId59" Type="http://schemas.openxmlformats.org/officeDocument/2006/relationships/tags" Target="../tags/tag362.xml"/><Relationship Id="rId58" Type="http://schemas.openxmlformats.org/officeDocument/2006/relationships/image" Target="../media/image112.svg"/><Relationship Id="rId57" Type="http://schemas.openxmlformats.org/officeDocument/2006/relationships/image" Target="../media/image111.png"/><Relationship Id="rId56" Type="http://schemas.openxmlformats.org/officeDocument/2006/relationships/tags" Target="../tags/tag361.xml"/><Relationship Id="rId55" Type="http://schemas.openxmlformats.org/officeDocument/2006/relationships/tags" Target="../tags/tag360.xml"/><Relationship Id="rId54" Type="http://schemas.openxmlformats.org/officeDocument/2006/relationships/tags" Target="../tags/tag359.xml"/><Relationship Id="rId53" Type="http://schemas.openxmlformats.org/officeDocument/2006/relationships/image" Target="../media/image110.svg"/><Relationship Id="rId52" Type="http://schemas.openxmlformats.org/officeDocument/2006/relationships/image" Target="../media/image109.png"/><Relationship Id="rId51" Type="http://schemas.openxmlformats.org/officeDocument/2006/relationships/tags" Target="../tags/tag358.xml"/><Relationship Id="rId50" Type="http://schemas.openxmlformats.org/officeDocument/2006/relationships/tags" Target="../tags/tag357.xml"/><Relationship Id="rId5" Type="http://schemas.openxmlformats.org/officeDocument/2006/relationships/image" Target="../media/image93.png"/><Relationship Id="rId49" Type="http://schemas.openxmlformats.org/officeDocument/2006/relationships/tags" Target="../tags/tag356.xml"/><Relationship Id="rId48" Type="http://schemas.openxmlformats.org/officeDocument/2006/relationships/image" Target="../media/image108.svg"/><Relationship Id="rId47" Type="http://schemas.openxmlformats.org/officeDocument/2006/relationships/image" Target="../media/image107.png"/><Relationship Id="rId46" Type="http://schemas.openxmlformats.org/officeDocument/2006/relationships/tags" Target="../tags/tag355.xml"/><Relationship Id="rId45" Type="http://schemas.openxmlformats.org/officeDocument/2006/relationships/tags" Target="../tags/tag354.xml"/><Relationship Id="rId44" Type="http://schemas.openxmlformats.org/officeDocument/2006/relationships/tags" Target="../tags/tag353.xml"/><Relationship Id="rId43" Type="http://schemas.openxmlformats.org/officeDocument/2006/relationships/tags" Target="../tags/tag352.xml"/><Relationship Id="rId42" Type="http://schemas.openxmlformats.org/officeDocument/2006/relationships/image" Target="../media/image106.svg"/><Relationship Id="rId41" Type="http://schemas.openxmlformats.org/officeDocument/2006/relationships/image" Target="../media/image105.png"/><Relationship Id="rId40" Type="http://schemas.openxmlformats.org/officeDocument/2006/relationships/tags" Target="../tags/tag351.xml"/><Relationship Id="rId4" Type="http://schemas.openxmlformats.org/officeDocument/2006/relationships/tags" Target="../tags/tag329.xml"/><Relationship Id="rId39" Type="http://schemas.openxmlformats.org/officeDocument/2006/relationships/tags" Target="../tags/tag350.xml"/><Relationship Id="rId38" Type="http://schemas.openxmlformats.org/officeDocument/2006/relationships/tags" Target="../tags/tag349.xml"/><Relationship Id="rId37" Type="http://schemas.openxmlformats.org/officeDocument/2006/relationships/image" Target="../media/image104.svg"/><Relationship Id="rId36" Type="http://schemas.openxmlformats.org/officeDocument/2006/relationships/image" Target="../media/image103.png"/><Relationship Id="rId35" Type="http://schemas.openxmlformats.org/officeDocument/2006/relationships/tags" Target="../tags/tag348.xml"/><Relationship Id="rId34" Type="http://schemas.openxmlformats.org/officeDocument/2006/relationships/tags" Target="../tags/tag347.xml"/><Relationship Id="rId33" Type="http://schemas.openxmlformats.org/officeDocument/2006/relationships/tags" Target="../tags/tag346.xml"/><Relationship Id="rId32" Type="http://schemas.openxmlformats.org/officeDocument/2006/relationships/image" Target="../media/image102.svg"/><Relationship Id="rId31" Type="http://schemas.openxmlformats.org/officeDocument/2006/relationships/image" Target="../media/image101.png"/><Relationship Id="rId30" Type="http://schemas.openxmlformats.org/officeDocument/2006/relationships/tags" Target="../tags/tag345.xml"/><Relationship Id="rId3" Type="http://schemas.openxmlformats.org/officeDocument/2006/relationships/tags" Target="../tags/tag328.xml"/><Relationship Id="rId29" Type="http://schemas.openxmlformats.org/officeDocument/2006/relationships/tags" Target="../tags/tag344.xml"/><Relationship Id="rId28" Type="http://schemas.openxmlformats.org/officeDocument/2006/relationships/tags" Target="../tags/tag343.xml"/><Relationship Id="rId27" Type="http://schemas.openxmlformats.org/officeDocument/2006/relationships/image" Target="../media/image100.svg"/><Relationship Id="rId26" Type="http://schemas.openxmlformats.org/officeDocument/2006/relationships/image" Target="../media/image99.png"/><Relationship Id="rId25" Type="http://schemas.openxmlformats.org/officeDocument/2006/relationships/tags" Target="../tags/tag342.xml"/><Relationship Id="rId24" Type="http://schemas.openxmlformats.org/officeDocument/2006/relationships/tags" Target="../tags/tag341.xml"/><Relationship Id="rId23" Type="http://schemas.openxmlformats.org/officeDocument/2006/relationships/tags" Target="../tags/tag340.xml"/><Relationship Id="rId22" Type="http://schemas.openxmlformats.org/officeDocument/2006/relationships/image" Target="../media/image98.svg"/><Relationship Id="rId21" Type="http://schemas.openxmlformats.org/officeDocument/2006/relationships/image" Target="../media/image97.png"/><Relationship Id="rId20" Type="http://schemas.openxmlformats.org/officeDocument/2006/relationships/tags" Target="../tags/tag339.xml"/><Relationship Id="rId2" Type="http://schemas.openxmlformats.org/officeDocument/2006/relationships/tags" Target="../tags/tag327.xml"/><Relationship Id="rId19" Type="http://schemas.openxmlformats.org/officeDocument/2006/relationships/tags" Target="../tags/tag338.xml"/><Relationship Id="rId18" Type="http://schemas.openxmlformats.org/officeDocument/2006/relationships/tags" Target="../tags/tag337.xml"/><Relationship Id="rId17" Type="http://schemas.openxmlformats.org/officeDocument/2006/relationships/tags" Target="../tags/tag336.xml"/><Relationship Id="rId16" Type="http://schemas.openxmlformats.org/officeDocument/2006/relationships/image" Target="../media/image44.svg"/><Relationship Id="rId15" Type="http://schemas.openxmlformats.org/officeDocument/2006/relationships/image" Target="../media/image43.png"/><Relationship Id="rId14" Type="http://schemas.openxmlformats.org/officeDocument/2006/relationships/tags" Target="../tags/tag335.xml"/><Relationship Id="rId13" Type="http://schemas.openxmlformats.org/officeDocument/2006/relationships/tags" Target="../tags/tag334.xml"/><Relationship Id="rId12" Type="http://schemas.openxmlformats.org/officeDocument/2006/relationships/tags" Target="../tags/tag333.xml"/><Relationship Id="rId11" Type="http://schemas.openxmlformats.org/officeDocument/2006/relationships/image" Target="../media/image96.svg"/><Relationship Id="rId10" Type="http://schemas.openxmlformats.org/officeDocument/2006/relationships/image" Target="../media/image95.png"/><Relationship Id="rId1" Type="http://schemas.openxmlformats.org/officeDocument/2006/relationships/tags" Target="../tags/tag326.xml"/></Relationships>
</file>

<file path=ppt/slides/_rels/slide14.xml.rels><?xml version="1.0" encoding="UTF-8" standalone="yes"?>
<Relationships xmlns="http://schemas.openxmlformats.org/package/2006/relationships"><Relationship Id="rId9" Type="http://schemas.openxmlformats.org/officeDocument/2006/relationships/tags" Target="../tags/tag382.xml"/><Relationship Id="rId8" Type="http://schemas.openxmlformats.org/officeDocument/2006/relationships/tags" Target="../tags/tag381.xml"/><Relationship Id="rId7" Type="http://schemas.openxmlformats.org/officeDocument/2006/relationships/image" Target="../media/image120.svg"/><Relationship Id="rId6" Type="http://schemas.openxmlformats.org/officeDocument/2006/relationships/image" Target="../media/image119.png"/><Relationship Id="rId5" Type="http://schemas.openxmlformats.org/officeDocument/2006/relationships/tags" Target="../tags/tag380.xml"/><Relationship Id="rId4" Type="http://schemas.openxmlformats.org/officeDocument/2006/relationships/tags" Target="../tags/tag379.xml"/><Relationship Id="rId39" Type="http://schemas.openxmlformats.org/officeDocument/2006/relationships/slideLayout" Target="../slideLayouts/slideLayout16.xml"/><Relationship Id="rId38" Type="http://schemas.openxmlformats.org/officeDocument/2006/relationships/tags" Target="../tags/tag401.xml"/><Relationship Id="rId37" Type="http://schemas.openxmlformats.org/officeDocument/2006/relationships/tags" Target="../tags/tag400.xml"/><Relationship Id="rId36" Type="http://schemas.openxmlformats.org/officeDocument/2006/relationships/image" Target="../media/image52.svg"/><Relationship Id="rId35" Type="http://schemas.openxmlformats.org/officeDocument/2006/relationships/image" Target="../media/image51.png"/><Relationship Id="rId34" Type="http://schemas.openxmlformats.org/officeDocument/2006/relationships/tags" Target="../tags/tag399.xml"/><Relationship Id="rId33" Type="http://schemas.openxmlformats.org/officeDocument/2006/relationships/tags" Target="../tags/tag398.xml"/><Relationship Id="rId32" Type="http://schemas.openxmlformats.org/officeDocument/2006/relationships/tags" Target="../tags/tag397.xml"/><Relationship Id="rId31" Type="http://schemas.openxmlformats.org/officeDocument/2006/relationships/tags" Target="../tags/tag396.xml"/><Relationship Id="rId30" Type="http://schemas.openxmlformats.org/officeDocument/2006/relationships/image" Target="../media/image124.svg"/><Relationship Id="rId3" Type="http://schemas.openxmlformats.org/officeDocument/2006/relationships/tags" Target="../tags/tag378.xml"/><Relationship Id="rId29" Type="http://schemas.openxmlformats.org/officeDocument/2006/relationships/image" Target="../media/image123.png"/><Relationship Id="rId28" Type="http://schemas.openxmlformats.org/officeDocument/2006/relationships/tags" Target="../tags/tag395.xml"/><Relationship Id="rId27" Type="http://schemas.openxmlformats.org/officeDocument/2006/relationships/tags" Target="../tags/tag394.xml"/><Relationship Id="rId26" Type="http://schemas.openxmlformats.org/officeDocument/2006/relationships/tags" Target="../tags/tag393.xml"/><Relationship Id="rId25" Type="http://schemas.openxmlformats.org/officeDocument/2006/relationships/image" Target="../media/image122.svg"/><Relationship Id="rId24" Type="http://schemas.openxmlformats.org/officeDocument/2006/relationships/image" Target="../media/image121.png"/><Relationship Id="rId23" Type="http://schemas.openxmlformats.org/officeDocument/2006/relationships/tags" Target="../tags/tag392.xml"/><Relationship Id="rId22" Type="http://schemas.openxmlformats.org/officeDocument/2006/relationships/tags" Target="../tags/tag391.xml"/><Relationship Id="rId21" Type="http://schemas.openxmlformats.org/officeDocument/2006/relationships/tags" Target="../tags/tag390.xml"/><Relationship Id="rId20" Type="http://schemas.openxmlformats.org/officeDocument/2006/relationships/tags" Target="../tags/tag389.xml"/><Relationship Id="rId2" Type="http://schemas.openxmlformats.org/officeDocument/2006/relationships/tags" Target="../tags/tag377.xml"/><Relationship Id="rId19" Type="http://schemas.openxmlformats.org/officeDocument/2006/relationships/tags" Target="../tags/tag388.xml"/><Relationship Id="rId18" Type="http://schemas.openxmlformats.org/officeDocument/2006/relationships/image" Target="../media/image96.svg"/><Relationship Id="rId17" Type="http://schemas.openxmlformats.org/officeDocument/2006/relationships/image" Target="../media/image95.png"/><Relationship Id="rId16" Type="http://schemas.openxmlformats.org/officeDocument/2006/relationships/tags" Target="../tags/tag387.xml"/><Relationship Id="rId15" Type="http://schemas.openxmlformats.org/officeDocument/2006/relationships/tags" Target="../tags/tag386.xml"/><Relationship Id="rId14" Type="http://schemas.openxmlformats.org/officeDocument/2006/relationships/tags" Target="../tags/tag385.xml"/><Relationship Id="rId13" Type="http://schemas.openxmlformats.org/officeDocument/2006/relationships/tags" Target="../tags/tag384.xml"/><Relationship Id="rId12" Type="http://schemas.openxmlformats.org/officeDocument/2006/relationships/image" Target="../media/image112.svg"/><Relationship Id="rId11" Type="http://schemas.openxmlformats.org/officeDocument/2006/relationships/image" Target="../media/image111.png"/><Relationship Id="rId10" Type="http://schemas.openxmlformats.org/officeDocument/2006/relationships/tags" Target="../tags/tag383.xml"/><Relationship Id="rId1" Type="http://schemas.openxmlformats.org/officeDocument/2006/relationships/tags" Target="../tags/tag376.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404.xml"/><Relationship Id="rId2" Type="http://schemas.openxmlformats.org/officeDocument/2006/relationships/tags" Target="../tags/tag403.xml"/><Relationship Id="rId1" Type="http://schemas.openxmlformats.org/officeDocument/2006/relationships/tags" Target="../tags/tag402.xml"/></Relationships>
</file>

<file path=ppt/slides/_rels/slide16.xml.rels><?xml version="1.0" encoding="UTF-8" standalone="yes"?>
<Relationships xmlns="http://schemas.openxmlformats.org/package/2006/relationships"><Relationship Id="rId9" Type="http://schemas.openxmlformats.org/officeDocument/2006/relationships/tags" Target="../tags/tag411.xml"/><Relationship Id="rId8" Type="http://schemas.openxmlformats.org/officeDocument/2006/relationships/tags" Target="../tags/tag410.xml"/><Relationship Id="rId72" Type="http://schemas.openxmlformats.org/officeDocument/2006/relationships/slideLayout" Target="../slideLayouts/slideLayout16.xml"/><Relationship Id="rId71" Type="http://schemas.openxmlformats.org/officeDocument/2006/relationships/tags" Target="../tags/tag449.xml"/><Relationship Id="rId70" Type="http://schemas.openxmlformats.org/officeDocument/2006/relationships/image" Target="../media/image150.svg"/><Relationship Id="rId7" Type="http://schemas.openxmlformats.org/officeDocument/2006/relationships/tags" Target="../tags/tag409.xml"/><Relationship Id="rId69" Type="http://schemas.openxmlformats.org/officeDocument/2006/relationships/image" Target="../media/image149.png"/><Relationship Id="rId68" Type="http://schemas.openxmlformats.org/officeDocument/2006/relationships/tags" Target="../tags/tag448.xml"/><Relationship Id="rId67" Type="http://schemas.openxmlformats.org/officeDocument/2006/relationships/tags" Target="../tags/tag447.xml"/><Relationship Id="rId66" Type="http://schemas.openxmlformats.org/officeDocument/2006/relationships/tags" Target="../tags/tag446.xml"/><Relationship Id="rId65" Type="http://schemas.openxmlformats.org/officeDocument/2006/relationships/image" Target="../media/image148.svg"/><Relationship Id="rId64" Type="http://schemas.openxmlformats.org/officeDocument/2006/relationships/image" Target="../media/image147.png"/><Relationship Id="rId63" Type="http://schemas.openxmlformats.org/officeDocument/2006/relationships/tags" Target="../tags/tag445.xml"/><Relationship Id="rId62" Type="http://schemas.openxmlformats.org/officeDocument/2006/relationships/tags" Target="../tags/tag444.xml"/><Relationship Id="rId61" Type="http://schemas.openxmlformats.org/officeDocument/2006/relationships/tags" Target="../tags/tag443.xml"/><Relationship Id="rId60" Type="http://schemas.openxmlformats.org/officeDocument/2006/relationships/image" Target="../media/image146.svg"/><Relationship Id="rId6" Type="http://schemas.openxmlformats.org/officeDocument/2006/relationships/image" Target="../media/image126.svg"/><Relationship Id="rId59" Type="http://schemas.openxmlformats.org/officeDocument/2006/relationships/image" Target="../media/image145.png"/><Relationship Id="rId58" Type="http://schemas.openxmlformats.org/officeDocument/2006/relationships/tags" Target="../tags/tag442.xml"/><Relationship Id="rId57" Type="http://schemas.openxmlformats.org/officeDocument/2006/relationships/tags" Target="../tags/tag441.xml"/><Relationship Id="rId56" Type="http://schemas.openxmlformats.org/officeDocument/2006/relationships/tags" Target="../tags/tag440.xml"/><Relationship Id="rId55" Type="http://schemas.openxmlformats.org/officeDocument/2006/relationships/tags" Target="../tags/tag439.xml"/><Relationship Id="rId54" Type="http://schemas.openxmlformats.org/officeDocument/2006/relationships/image" Target="../media/image144.svg"/><Relationship Id="rId53" Type="http://schemas.openxmlformats.org/officeDocument/2006/relationships/image" Target="../media/image143.png"/><Relationship Id="rId52" Type="http://schemas.openxmlformats.org/officeDocument/2006/relationships/tags" Target="../tags/tag438.xml"/><Relationship Id="rId51" Type="http://schemas.openxmlformats.org/officeDocument/2006/relationships/tags" Target="../tags/tag437.xml"/><Relationship Id="rId50" Type="http://schemas.openxmlformats.org/officeDocument/2006/relationships/tags" Target="../tags/tag436.xml"/><Relationship Id="rId5" Type="http://schemas.openxmlformats.org/officeDocument/2006/relationships/image" Target="../media/image125.png"/><Relationship Id="rId49" Type="http://schemas.openxmlformats.org/officeDocument/2006/relationships/image" Target="../media/image142.svg"/><Relationship Id="rId48" Type="http://schemas.openxmlformats.org/officeDocument/2006/relationships/image" Target="../media/image141.png"/><Relationship Id="rId47" Type="http://schemas.openxmlformats.org/officeDocument/2006/relationships/tags" Target="../tags/tag435.xml"/><Relationship Id="rId46" Type="http://schemas.openxmlformats.org/officeDocument/2006/relationships/tags" Target="../tags/tag434.xml"/><Relationship Id="rId45" Type="http://schemas.openxmlformats.org/officeDocument/2006/relationships/tags" Target="../tags/tag433.xml"/><Relationship Id="rId44" Type="http://schemas.openxmlformats.org/officeDocument/2006/relationships/image" Target="../media/image140.svg"/><Relationship Id="rId43" Type="http://schemas.openxmlformats.org/officeDocument/2006/relationships/image" Target="../media/image139.png"/><Relationship Id="rId42" Type="http://schemas.openxmlformats.org/officeDocument/2006/relationships/tags" Target="../tags/tag432.xml"/><Relationship Id="rId41" Type="http://schemas.openxmlformats.org/officeDocument/2006/relationships/tags" Target="../tags/tag431.xml"/><Relationship Id="rId40" Type="http://schemas.openxmlformats.org/officeDocument/2006/relationships/tags" Target="../tags/tag430.xml"/><Relationship Id="rId4" Type="http://schemas.openxmlformats.org/officeDocument/2006/relationships/tags" Target="../tags/tag408.xml"/><Relationship Id="rId39" Type="http://schemas.openxmlformats.org/officeDocument/2006/relationships/image" Target="../media/image138.svg"/><Relationship Id="rId38" Type="http://schemas.openxmlformats.org/officeDocument/2006/relationships/image" Target="../media/image137.png"/><Relationship Id="rId37" Type="http://schemas.openxmlformats.org/officeDocument/2006/relationships/tags" Target="../tags/tag429.xml"/><Relationship Id="rId36" Type="http://schemas.openxmlformats.org/officeDocument/2006/relationships/tags" Target="../tags/tag428.xml"/><Relationship Id="rId35" Type="http://schemas.openxmlformats.org/officeDocument/2006/relationships/tags" Target="../tags/tag427.xml"/><Relationship Id="rId34" Type="http://schemas.openxmlformats.org/officeDocument/2006/relationships/tags" Target="../tags/tag426.xml"/><Relationship Id="rId33" Type="http://schemas.openxmlformats.org/officeDocument/2006/relationships/image" Target="../media/image136.svg"/><Relationship Id="rId32" Type="http://schemas.openxmlformats.org/officeDocument/2006/relationships/image" Target="../media/image135.png"/><Relationship Id="rId31" Type="http://schemas.openxmlformats.org/officeDocument/2006/relationships/tags" Target="../tags/tag425.xml"/><Relationship Id="rId30" Type="http://schemas.openxmlformats.org/officeDocument/2006/relationships/tags" Target="../tags/tag424.xml"/><Relationship Id="rId3" Type="http://schemas.openxmlformats.org/officeDocument/2006/relationships/tags" Target="../tags/tag407.xml"/><Relationship Id="rId29" Type="http://schemas.openxmlformats.org/officeDocument/2006/relationships/tags" Target="../tags/tag423.xml"/><Relationship Id="rId28" Type="http://schemas.openxmlformats.org/officeDocument/2006/relationships/tags" Target="../tags/tag422.xml"/><Relationship Id="rId27" Type="http://schemas.openxmlformats.org/officeDocument/2006/relationships/image" Target="../media/image134.svg"/><Relationship Id="rId26" Type="http://schemas.openxmlformats.org/officeDocument/2006/relationships/image" Target="../media/image133.png"/><Relationship Id="rId25" Type="http://schemas.openxmlformats.org/officeDocument/2006/relationships/tags" Target="../tags/tag421.xml"/><Relationship Id="rId24" Type="http://schemas.openxmlformats.org/officeDocument/2006/relationships/tags" Target="../tags/tag420.xml"/><Relationship Id="rId23" Type="http://schemas.openxmlformats.org/officeDocument/2006/relationships/tags" Target="../tags/tag419.xml"/><Relationship Id="rId22" Type="http://schemas.openxmlformats.org/officeDocument/2006/relationships/image" Target="../media/image132.svg"/><Relationship Id="rId21" Type="http://schemas.openxmlformats.org/officeDocument/2006/relationships/image" Target="../media/image131.png"/><Relationship Id="rId20" Type="http://schemas.openxmlformats.org/officeDocument/2006/relationships/tags" Target="../tags/tag418.xml"/><Relationship Id="rId2" Type="http://schemas.openxmlformats.org/officeDocument/2006/relationships/tags" Target="../tags/tag406.xml"/><Relationship Id="rId19" Type="http://schemas.openxmlformats.org/officeDocument/2006/relationships/tags" Target="../tags/tag417.xml"/><Relationship Id="rId18" Type="http://schemas.openxmlformats.org/officeDocument/2006/relationships/tags" Target="../tags/tag416.xml"/><Relationship Id="rId17" Type="http://schemas.openxmlformats.org/officeDocument/2006/relationships/image" Target="../media/image130.svg"/><Relationship Id="rId16" Type="http://schemas.openxmlformats.org/officeDocument/2006/relationships/image" Target="../media/image129.png"/><Relationship Id="rId15" Type="http://schemas.openxmlformats.org/officeDocument/2006/relationships/tags" Target="../tags/tag415.xml"/><Relationship Id="rId14" Type="http://schemas.openxmlformats.org/officeDocument/2006/relationships/tags" Target="../tags/tag414.xml"/><Relationship Id="rId13" Type="http://schemas.openxmlformats.org/officeDocument/2006/relationships/tags" Target="../tags/tag413.xml"/><Relationship Id="rId12" Type="http://schemas.openxmlformats.org/officeDocument/2006/relationships/image" Target="../media/image128.svg"/><Relationship Id="rId11" Type="http://schemas.openxmlformats.org/officeDocument/2006/relationships/image" Target="../media/image127.png"/><Relationship Id="rId10" Type="http://schemas.openxmlformats.org/officeDocument/2006/relationships/tags" Target="../tags/tag412.xml"/><Relationship Id="rId1" Type="http://schemas.openxmlformats.org/officeDocument/2006/relationships/tags" Target="../tags/tag405.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151.png"/><Relationship Id="rId1" Type="http://schemas.openxmlformats.org/officeDocument/2006/relationships/tags" Target="../tags/tag450.xml"/></Relationships>
</file>

<file path=ppt/slides/_rels/slide18.xml.rels><?xml version="1.0" encoding="UTF-8" standalone="yes"?>
<Relationships xmlns="http://schemas.openxmlformats.org/package/2006/relationships"><Relationship Id="rId9" Type="http://schemas.openxmlformats.org/officeDocument/2006/relationships/tags" Target="../tags/tag457.xml"/><Relationship Id="rId8" Type="http://schemas.openxmlformats.org/officeDocument/2006/relationships/tags" Target="../tags/tag456.xml"/><Relationship Id="rId7" Type="http://schemas.openxmlformats.org/officeDocument/2006/relationships/tags" Target="../tags/tag455.xml"/><Relationship Id="rId6" Type="http://schemas.openxmlformats.org/officeDocument/2006/relationships/image" Target="../media/image153.svg"/><Relationship Id="rId56" Type="http://schemas.openxmlformats.org/officeDocument/2006/relationships/slideLayout" Target="../slideLayouts/slideLayout16.xml"/><Relationship Id="rId55" Type="http://schemas.openxmlformats.org/officeDocument/2006/relationships/tags" Target="../tags/tag485.xml"/><Relationship Id="rId54" Type="http://schemas.openxmlformats.org/officeDocument/2006/relationships/tags" Target="../tags/tag484.xml"/><Relationship Id="rId53" Type="http://schemas.openxmlformats.org/officeDocument/2006/relationships/tags" Target="../tags/tag483.xml"/><Relationship Id="rId52" Type="http://schemas.openxmlformats.org/officeDocument/2006/relationships/image" Target="../media/image171.svg"/><Relationship Id="rId51" Type="http://schemas.openxmlformats.org/officeDocument/2006/relationships/image" Target="../media/image170.png"/><Relationship Id="rId50" Type="http://schemas.openxmlformats.org/officeDocument/2006/relationships/tags" Target="../tags/tag482.xml"/><Relationship Id="rId5" Type="http://schemas.openxmlformats.org/officeDocument/2006/relationships/image" Target="../media/image152.png"/><Relationship Id="rId49" Type="http://schemas.openxmlformats.org/officeDocument/2006/relationships/tags" Target="../tags/tag481.xml"/><Relationship Id="rId48" Type="http://schemas.openxmlformats.org/officeDocument/2006/relationships/tags" Target="../tags/tag480.xml"/><Relationship Id="rId47" Type="http://schemas.openxmlformats.org/officeDocument/2006/relationships/image" Target="../media/image169.svg"/><Relationship Id="rId46" Type="http://schemas.openxmlformats.org/officeDocument/2006/relationships/image" Target="../media/image168.png"/><Relationship Id="rId45" Type="http://schemas.openxmlformats.org/officeDocument/2006/relationships/tags" Target="../tags/tag479.xml"/><Relationship Id="rId44" Type="http://schemas.openxmlformats.org/officeDocument/2006/relationships/tags" Target="../tags/tag478.xml"/><Relationship Id="rId43" Type="http://schemas.openxmlformats.org/officeDocument/2006/relationships/tags" Target="../tags/tag477.xml"/><Relationship Id="rId42" Type="http://schemas.openxmlformats.org/officeDocument/2006/relationships/image" Target="../media/image167.svg"/><Relationship Id="rId41" Type="http://schemas.openxmlformats.org/officeDocument/2006/relationships/image" Target="../media/image166.png"/><Relationship Id="rId40" Type="http://schemas.openxmlformats.org/officeDocument/2006/relationships/tags" Target="../tags/tag476.xml"/><Relationship Id="rId4" Type="http://schemas.openxmlformats.org/officeDocument/2006/relationships/tags" Target="../tags/tag454.xml"/><Relationship Id="rId39" Type="http://schemas.openxmlformats.org/officeDocument/2006/relationships/tags" Target="../tags/tag475.xml"/><Relationship Id="rId38" Type="http://schemas.openxmlformats.org/officeDocument/2006/relationships/tags" Target="../tags/tag474.xml"/><Relationship Id="rId37" Type="http://schemas.openxmlformats.org/officeDocument/2006/relationships/image" Target="../media/image165.svg"/><Relationship Id="rId36" Type="http://schemas.openxmlformats.org/officeDocument/2006/relationships/image" Target="../media/image164.png"/><Relationship Id="rId35" Type="http://schemas.openxmlformats.org/officeDocument/2006/relationships/tags" Target="../tags/tag473.xml"/><Relationship Id="rId34" Type="http://schemas.openxmlformats.org/officeDocument/2006/relationships/tags" Target="../tags/tag472.xml"/><Relationship Id="rId33" Type="http://schemas.openxmlformats.org/officeDocument/2006/relationships/tags" Target="../tags/tag471.xml"/><Relationship Id="rId32" Type="http://schemas.openxmlformats.org/officeDocument/2006/relationships/image" Target="../media/image163.svg"/><Relationship Id="rId31" Type="http://schemas.openxmlformats.org/officeDocument/2006/relationships/image" Target="../media/image162.png"/><Relationship Id="rId30" Type="http://schemas.openxmlformats.org/officeDocument/2006/relationships/tags" Target="../tags/tag470.xml"/><Relationship Id="rId3" Type="http://schemas.openxmlformats.org/officeDocument/2006/relationships/tags" Target="../tags/tag453.xml"/><Relationship Id="rId29" Type="http://schemas.openxmlformats.org/officeDocument/2006/relationships/tags" Target="../tags/tag469.xml"/><Relationship Id="rId28" Type="http://schemas.openxmlformats.org/officeDocument/2006/relationships/tags" Target="../tags/tag468.xml"/><Relationship Id="rId27" Type="http://schemas.openxmlformats.org/officeDocument/2006/relationships/tags" Target="../tags/tag467.xml"/><Relationship Id="rId26" Type="http://schemas.openxmlformats.org/officeDocument/2006/relationships/image" Target="../media/image161.svg"/><Relationship Id="rId25" Type="http://schemas.openxmlformats.org/officeDocument/2006/relationships/image" Target="../media/image160.png"/><Relationship Id="rId24" Type="http://schemas.openxmlformats.org/officeDocument/2006/relationships/tags" Target="../tags/tag466.xml"/><Relationship Id="rId23" Type="http://schemas.openxmlformats.org/officeDocument/2006/relationships/tags" Target="../tags/tag465.xml"/><Relationship Id="rId22" Type="http://schemas.openxmlformats.org/officeDocument/2006/relationships/tags" Target="../tags/tag464.xml"/><Relationship Id="rId21" Type="http://schemas.openxmlformats.org/officeDocument/2006/relationships/image" Target="../media/image159.svg"/><Relationship Id="rId20" Type="http://schemas.openxmlformats.org/officeDocument/2006/relationships/image" Target="../media/image158.png"/><Relationship Id="rId2" Type="http://schemas.openxmlformats.org/officeDocument/2006/relationships/tags" Target="../tags/tag452.xml"/><Relationship Id="rId19" Type="http://schemas.openxmlformats.org/officeDocument/2006/relationships/tags" Target="../tags/tag463.xml"/><Relationship Id="rId18" Type="http://schemas.openxmlformats.org/officeDocument/2006/relationships/tags" Target="../tags/tag462.xml"/><Relationship Id="rId17" Type="http://schemas.openxmlformats.org/officeDocument/2006/relationships/tags" Target="../tags/tag461.xml"/><Relationship Id="rId16" Type="http://schemas.openxmlformats.org/officeDocument/2006/relationships/image" Target="../media/image157.svg"/><Relationship Id="rId15" Type="http://schemas.openxmlformats.org/officeDocument/2006/relationships/image" Target="../media/image156.png"/><Relationship Id="rId14" Type="http://schemas.openxmlformats.org/officeDocument/2006/relationships/tags" Target="../tags/tag460.xml"/><Relationship Id="rId13" Type="http://schemas.openxmlformats.org/officeDocument/2006/relationships/tags" Target="../tags/tag459.xml"/><Relationship Id="rId12" Type="http://schemas.openxmlformats.org/officeDocument/2006/relationships/tags" Target="../tags/tag458.xml"/><Relationship Id="rId11" Type="http://schemas.openxmlformats.org/officeDocument/2006/relationships/image" Target="../media/image155.svg"/><Relationship Id="rId10" Type="http://schemas.openxmlformats.org/officeDocument/2006/relationships/image" Target="../media/image154.png"/><Relationship Id="rId1" Type="http://schemas.openxmlformats.org/officeDocument/2006/relationships/tags" Target="../tags/tag451.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1.xml"/><Relationship Id="rId3" Type="http://schemas.openxmlformats.org/officeDocument/2006/relationships/tags" Target="../tags/tag488.xml"/><Relationship Id="rId2" Type="http://schemas.openxmlformats.org/officeDocument/2006/relationships/tags" Target="../tags/tag487.xml"/><Relationship Id="rId1" Type="http://schemas.openxmlformats.org/officeDocument/2006/relationships/tags" Target="../tags/tag48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Placeholder 1"/>
          <p:cNvSpPr>
            <a:spLocks noGrp="1"/>
          </p:cNvSpPr>
          <p:nvPr>
            <p:ph type="body" idx="16386"/>
            <p:custDataLst>
              <p:tags r:id="rId1"/>
            </p:custDataLst>
          </p:nvPr>
        </p:nvSpPr>
        <p:spPr/>
        <p:txBody>
          <a:bodyPr>
            <a:normAutofit/>
          </a:bodyPr>
          <a:p>
            <a:r>
              <a:rPr lang="en-US" altLang="en-US"/>
              <a:t>2026/07/02</a:t>
            </a:r>
            <a:endParaRPr lang="en-US" altLang="en-US"/>
          </a:p>
        </p:txBody>
      </p:sp>
      <p:sp>
        <p:nvSpPr>
          <p:cNvPr id="3" name="标题 1"/>
          <p:cNvSpPr>
            <a:spLocks noGrp="1"/>
          </p:cNvSpPr>
          <p:nvPr>
            <p:ph type="ctrTitle" idx="16385"/>
            <p:custDataLst>
              <p:tags r:id="rId2"/>
            </p:custDataLst>
          </p:nvPr>
        </p:nvSpPr>
        <p:spPr/>
        <p:txBody>
          <a:bodyPr>
            <a:normAutofit/>
          </a:bodyPr>
          <a:p>
            <a:r>
              <a:rPr lang="zh-CN" altLang="en-US"/>
              <a:t>A2A协议基础</a:t>
            </a:r>
            <a:endParaRPr lang="zh-CN" altLang="en-US"/>
          </a:p>
        </p:txBody>
      </p:sp>
      <p:sp>
        <p:nvSpPr>
          <p:cNvPr id="4" name="Text Placeholder 3"/>
          <p:cNvSpPr>
            <a:spLocks noGrp="1"/>
          </p:cNvSpPr>
          <p:nvPr>
            <p:ph type="body" idx="16387"/>
            <p:custDataLst>
              <p:tags r:id="rId3"/>
            </p:custDataLst>
          </p:nvPr>
        </p:nvSpPr>
        <p:spPr/>
        <p:txBody>
          <a:bodyPr>
            <a:normAutofit/>
          </a:bodyPr>
          <a:p>
            <a:r>
              <a:rPr lang="zh-CN" altLang="en-US">
                <a:solidFill>
                  <a:schemeClr val="tx1"/>
                </a:solidFill>
              </a:rPr>
              <a:t>高强文</a:t>
            </a:r>
            <a:endParaRPr lang="zh-CN" altLang="en-US"/>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553075" y="457200"/>
            <a:ext cx="1085850" cy="476250"/>
          </a:xfrm>
          <a:prstGeom prst="rect">
            <a:avLst/>
          </a:prstGeom>
          <a:noFill/>
        </p:spPr>
        <p:txBody>
          <a:bodyPr wrap="square" lIns="0" tIns="0" rIns="0" bIns="0" rtlCol="0" anchor="t">
            <a:noAutofit/>
          </a:bodyPr>
          <a:p>
            <a:pPr algn="ctr"/>
            <a:r>
              <a:rPr sz="2850" b="1">
                <a:solidFill>
                  <a:srgbClr val="EBF1FA"/>
                </a:solidFill>
                <a:latin typeface="微软雅黑" panose="020B0503020204020204" charset="-122"/>
                <a:ea typeface="微软雅黑" panose="020B0503020204020204" charset="-122"/>
              </a:rPr>
              <a:t>目录</a:t>
            </a:r>
            <a:endParaRPr sz="2850" b="1">
              <a:solidFill>
                <a:srgbClr val="EBF1FA"/>
              </a:solidFill>
              <a:latin typeface="微软雅黑" panose="020B0503020204020204" charset="-122"/>
              <a:ea typeface="微软雅黑" panose="020B0503020204020204" charset="-122"/>
            </a:endParaRPr>
          </a:p>
        </p:txBody>
      </p:sp>
      <p:sp>
        <p:nvSpPr>
          <p:cNvPr id="4" name="任意多边形 3"/>
          <p:cNvSpPr/>
          <p:nvPr>
            <p:custDataLst>
              <p:tags r:id="rId2"/>
            </p:custDataLst>
          </p:nvPr>
        </p:nvSpPr>
        <p:spPr>
          <a:xfrm>
            <a:off x="690245" y="1795145"/>
            <a:ext cx="5305425" cy="1647825"/>
          </a:xfrm>
          <a:custGeom>
            <a:avLst/>
            <a:gdLst>
              <a:gd name="sw" fmla="*/ 1 w 8355"/>
              <a:gd name="sh" fmla="*/ 1 h 2595"/>
              <a:gd name="mins" fmla="min sw sh"/>
              <a:gd name="dsw" fmla="+- 0 sw mins"/>
              <a:gd name="dsh" fmla="+- 0 sh mins"/>
              <a:gd name="p0x0" fmla="*/ 240 w 8355"/>
              <a:gd name="p0y0" fmla="*/ 0 h 2595"/>
              <a:gd name="p0x1" fmla="*/ 8115 w 8355"/>
              <a:gd name="p0y1" fmla="*/ 0 h 2595"/>
              <a:gd name="p0x2" fmla="*/ 8247 w 8355"/>
              <a:gd name="p0y2" fmla="*/ 0 h 2595"/>
              <a:gd name="p0x3" fmla="*/ 8355 w 8355"/>
              <a:gd name="p0y3" fmla="*/ 107 h 2595"/>
              <a:gd name="p0x4" fmla="*/ 8355 w 8355"/>
              <a:gd name="p0y4" fmla="*/ 240 h 2595"/>
              <a:gd name="p0x5" fmla="*/ 8355 w 8355"/>
              <a:gd name="p0y5" fmla="*/ 2355 h 2595"/>
              <a:gd name="p0x6" fmla="*/ 8355 w 8355"/>
              <a:gd name="p0y6" fmla="*/ 2487 h 2595"/>
              <a:gd name="p0x7" fmla="*/ 8247 w 8355"/>
              <a:gd name="p0y7" fmla="*/ 2595 h 2595"/>
              <a:gd name="p0x8" fmla="*/ 8115 w 8355"/>
              <a:gd name="p0y8" fmla="*/ 2595 h 2595"/>
              <a:gd name="p0x9" fmla="*/ 240 w 8355"/>
              <a:gd name="p0y9" fmla="*/ 2595 h 2595"/>
              <a:gd name="p0x10" fmla="*/ 107 w 8355"/>
              <a:gd name="p0y10" fmla="*/ 2595 h 2595"/>
              <a:gd name="p0x11" fmla="*/ 0 w 8355"/>
              <a:gd name="p0y11" fmla="*/ 2487 h 2595"/>
              <a:gd name="p0x12" fmla="*/ 0 w 8355"/>
              <a:gd name="p0y12" fmla="*/ 2355 h 2595"/>
              <a:gd name="p0x13" fmla="*/ 0 w 8355"/>
              <a:gd name="p0y13" fmla="*/ 240 h 2595"/>
              <a:gd name="p0x14" fmla="*/ 0 w 8355"/>
              <a:gd name="p0y14" fmla="*/ 107 h 2595"/>
              <a:gd name="p0x15" fmla="*/ 107 w 8355"/>
              <a:gd name="p0y15" fmla="*/ 0 h 2595"/>
              <a:gd name="p0x16" fmla="*/ 240 w 8355"/>
              <a:gd name="p0y16" fmla="*/ 0 h 259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10196"/>
              </a:srgbClr>
            </a:solidFill>
            <a:prstDash val="solid"/>
          </a:ln>
          <a:effectLst>
            <a:outerShdw blurRad="171450" algn="ctr" rotWithShape="0">
              <a:srgbClr val="283C78">
                <a:alpha val="34902"/>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任意多边形 5"/>
          <p:cNvSpPr/>
          <p:nvPr>
            <p:custDataLst>
              <p:tags r:id="rId3"/>
            </p:custDataLst>
          </p:nvPr>
        </p:nvSpPr>
        <p:spPr>
          <a:xfrm>
            <a:off x="962025" y="2638425"/>
            <a:ext cx="304800" cy="28575"/>
          </a:xfrm>
          <a:custGeom>
            <a:avLst/>
            <a:gdLst>
              <a:gd name="sw" fmla="*/ 1 w 480"/>
              <a:gd name="sh" fmla="*/ 1 h 45"/>
              <a:gd name="mins" fmla="min sw sh"/>
              <a:gd name="dsw" fmla="+- 0 sw mins"/>
              <a:gd name="dsh" fmla="+- 0 sh mins"/>
              <a:gd name="p0x0" fmla="*/ 22 w 480"/>
              <a:gd name="p0y0" fmla="*/ 0 h 45"/>
              <a:gd name="p0x1" fmla="*/ 457 w 480"/>
              <a:gd name="p0y1" fmla="*/ 0 h 45"/>
              <a:gd name="p0x2" fmla="*/ 469 w 480"/>
              <a:gd name="p0y2" fmla="*/ 0 h 45"/>
              <a:gd name="p0x3" fmla="*/ 480 w 480"/>
              <a:gd name="p0y3" fmla="*/ 10 h 45"/>
              <a:gd name="p0x4" fmla="*/ 480 w 480"/>
              <a:gd name="p0y4" fmla="*/ 22 h 45"/>
              <a:gd name="p0x5" fmla="*/ 480 w 480"/>
              <a:gd name="p0y5" fmla="*/ 34 h 45"/>
              <a:gd name="p0x6" fmla="*/ 469 w 480"/>
              <a:gd name="p0y6" fmla="*/ 45 h 45"/>
              <a:gd name="p0x7" fmla="*/ 457 w 480"/>
              <a:gd name="p0y7" fmla="*/ 45 h 45"/>
              <a:gd name="p0x8" fmla="*/ 22 w 480"/>
              <a:gd name="p0y8" fmla="*/ 45 h 45"/>
              <a:gd name="p0x9" fmla="*/ 10 w 480"/>
              <a:gd name="p0y9" fmla="*/ 45 h 45"/>
              <a:gd name="p0x10" fmla="*/ 0 w 480"/>
              <a:gd name="p0y10" fmla="*/ 34 h 45"/>
              <a:gd name="p0x11" fmla="*/ 0 w 480"/>
              <a:gd name="p0y11" fmla="*/ 22 h 45"/>
              <a:gd name="p0x12" fmla="*/ 0 w 480"/>
              <a:gd name="p0y12" fmla="*/ 10 h 45"/>
              <a:gd name="p0x13" fmla="*/ 10 w 480"/>
              <a:gd name="p0y13" fmla="*/ 0 h 45"/>
              <a:gd name="p0x14" fmla="*/ 22 w 480"/>
              <a:gd name="p0y14" fmla="*/ 0 h 45"/>
            </a:gdLst>
            <a:ahLst/>
            <a:cxnLst/>
            <a:pathLst>
              <a:path>
                <a:moveTo>
                  <a:pt x="p0x0" y="p0y0"/>
                </a:moveTo>
                <a:lnTo>
                  <a:pt x="p0x1" y="p0y1"/>
                </a:lnTo>
                <a:cubicBezTo>
                  <a:pt x="p0x2" y="p0y2"/>
                  <a:pt x="p0x3" y="p0y3"/>
                  <a:pt x="p0x4" y="p0y4"/>
                </a:cubicBezTo>
                <a:cubicBezTo>
                  <a:pt x="p0x5" y="p0y5"/>
                  <a:pt x="p0x6" y="p0y6"/>
                  <a:pt x="p0x7" y="p0y7"/>
                </a:cubicBezTo>
                <a:lnTo>
                  <a:pt x="p0x8" y="p0y8"/>
                </a:lnTo>
                <a:cubicBezTo>
                  <a:pt x="p0x9" y="p0y9"/>
                  <a:pt x="p0x10" y="p0y10"/>
                  <a:pt x="p0x11" y="p0y11"/>
                </a:cubicBezTo>
                <a:cubicBezTo>
                  <a:pt x="p0x12" y="p0y12"/>
                  <a:pt x="p0x13" y="p0y13"/>
                  <a:pt x="p0x14" y="p0y14"/>
                </a:cubicBezTo>
                <a:close/>
              </a:path>
            </a:pathLst>
          </a:custGeom>
          <a:solidFill>
            <a:srgbClr val="696C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custDataLst>
              <p:tags r:id="rId4"/>
            </p:custDataLst>
          </p:nvPr>
        </p:nvSpPr>
        <p:spPr>
          <a:xfrm>
            <a:off x="962025" y="2764155"/>
            <a:ext cx="4762500" cy="343853"/>
          </a:xfrm>
          <a:prstGeom prst="rect">
            <a:avLst/>
          </a:prstGeom>
          <a:noFill/>
        </p:spPr>
        <p:txBody>
          <a:bodyPr wrap="square" lIns="0" tIns="0" rIns="0" bIns="0" rtlCol="0" anchor="t">
            <a:noAutofit/>
          </a:bodyPr>
          <a:p>
            <a:pPr algn="l">
              <a:lnSpc>
                <a:spcPct val="125000"/>
              </a:lnSpc>
            </a:pPr>
            <a:r>
              <a:rPr lang="en-US" sz="1650">
                <a:solidFill>
                  <a:srgbClr val="EBF1FA"/>
                </a:solidFill>
                <a:latin typeface="微软雅黑" panose="020B0503020204020204" charset="-122"/>
                <a:ea typeface="微软雅黑" panose="020B0503020204020204" charset="-122"/>
                <a:cs typeface="微软雅黑" panose="020B0503020204020204" charset="-122"/>
              </a:rPr>
              <a:t>A2A</a:t>
            </a:r>
            <a:r>
              <a:rPr lang="zh-CN" sz="1650">
                <a:solidFill>
                  <a:srgbClr val="EBF1FA"/>
                </a:solidFill>
                <a:latin typeface="微软雅黑" panose="020B0503020204020204" charset="-122"/>
                <a:ea typeface="微软雅黑" panose="020B0503020204020204" charset="-122"/>
                <a:cs typeface="微软雅黑" panose="020B0503020204020204" charset="-122"/>
              </a:rPr>
              <a:t>协议定义与核心价值</a:t>
            </a:r>
            <a:endParaRPr lang="zh-CN" sz="1650">
              <a:solidFill>
                <a:srgbClr val="EBF1FA"/>
              </a:solidFill>
              <a:latin typeface="微软雅黑" panose="020B0503020204020204" charset="-122"/>
              <a:ea typeface="微软雅黑" panose="020B0503020204020204" charset="-122"/>
              <a:cs typeface="微软雅黑" panose="020B0503020204020204" charset="-122"/>
            </a:endParaRPr>
          </a:p>
        </p:txBody>
      </p:sp>
      <p:sp>
        <p:nvSpPr>
          <p:cNvPr id="8" name="任意多边形 7"/>
          <p:cNvSpPr/>
          <p:nvPr>
            <p:custDataLst>
              <p:tags r:id="rId5"/>
            </p:custDataLst>
          </p:nvPr>
        </p:nvSpPr>
        <p:spPr>
          <a:xfrm>
            <a:off x="6195695" y="1795145"/>
            <a:ext cx="5305425" cy="1647825"/>
          </a:xfrm>
          <a:custGeom>
            <a:avLst/>
            <a:gdLst>
              <a:gd name="sw" fmla="*/ 1 w 8355"/>
              <a:gd name="sh" fmla="*/ 1 h 2595"/>
              <a:gd name="mins" fmla="min sw sh"/>
              <a:gd name="dsw" fmla="+- 0 sw mins"/>
              <a:gd name="dsh" fmla="+- 0 sh mins"/>
              <a:gd name="p0x0" fmla="*/ 240 w 8355"/>
              <a:gd name="p0y0" fmla="*/ 0 h 2595"/>
              <a:gd name="p0x1" fmla="*/ 8115 w 8355"/>
              <a:gd name="p0y1" fmla="*/ 0 h 2595"/>
              <a:gd name="p0x2" fmla="*/ 8247 w 8355"/>
              <a:gd name="p0y2" fmla="*/ 0 h 2595"/>
              <a:gd name="p0x3" fmla="*/ 8355 w 8355"/>
              <a:gd name="p0y3" fmla="*/ 107 h 2595"/>
              <a:gd name="p0x4" fmla="*/ 8355 w 8355"/>
              <a:gd name="p0y4" fmla="*/ 240 h 2595"/>
              <a:gd name="p0x5" fmla="*/ 8355 w 8355"/>
              <a:gd name="p0y5" fmla="*/ 2355 h 2595"/>
              <a:gd name="p0x6" fmla="*/ 8355 w 8355"/>
              <a:gd name="p0y6" fmla="*/ 2487 h 2595"/>
              <a:gd name="p0x7" fmla="*/ 8247 w 8355"/>
              <a:gd name="p0y7" fmla="*/ 2595 h 2595"/>
              <a:gd name="p0x8" fmla="*/ 8115 w 8355"/>
              <a:gd name="p0y8" fmla="*/ 2595 h 2595"/>
              <a:gd name="p0x9" fmla="*/ 240 w 8355"/>
              <a:gd name="p0y9" fmla="*/ 2595 h 2595"/>
              <a:gd name="p0x10" fmla="*/ 107 w 8355"/>
              <a:gd name="p0y10" fmla="*/ 2595 h 2595"/>
              <a:gd name="p0x11" fmla="*/ 0 w 8355"/>
              <a:gd name="p0y11" fmla="*/ 2487 h 2595"/>
              <a:gd name="p0x12" fmla="*/ 0 w 8355"/>
              <a:gd name="p0y12" fmla="*/ 2355 h 2595"/>
              <a:gd name="p0x13" fmla="*/ 0 w 8355"/>
              <a:gd name="p0y13" fmla="*/ 240 h 2595"/>
              <a:gd name="p0x14" fmla="*/ 0 w 8355"/>
              <a:gd name="p0y14" fmla="*/ 107 h 2595"/>
              <a:gd name="p0x15" fmla="*/ 107 w 8355"/>
              <a:gd name="p0y15" fmla="*/ 0 h 2595"/>
              <a:gd name="p0x16" fmla="*/ 240 w 8355"/>
              <a:gd name="p0y16" fmla="*/ 0 h 259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10196"/>
              </a:srgbClr>
            </a:solidFill>
            <a:prstDash val="solid"/>
          </a:ln>
          <a:effectLst>
            <a:outerShdw blurRad="171450" algn="ctr" rotWithShape="0">
              <a:srgbClr val="283C78">
                <a:alpha val="34902"/>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任意多边形 9"/>
          <p:cNvSpPr/>
          <p:nvPr>
            <p:custDataLst>
              <p:tags r:id="rId6"/>
            </p:custDataLst>
          </p:nvPr>
        </p:nvSpPr>
        <p:spPr>
          <a:xfrm>
            <a:off x="6467475" y="2638425"/>
            <a:ext cx="304800" cy="28575"/>
          </a:xfrm>
          <a:custGeom>
            <a:avLst/>
            <a:gdLst>
              <a:gd name="sw" fmla="*/ 1 w 480"/>
              <a:gd name="sh" fmla="*/ 1 h 45"/>
              <a:gd name="mins" fmla="min sw sh"/>
              <a:gd name="dsw" fmla="+- 0 sw mins"/>
              <a:gd name="dsh" fmla="+- 0 sh mins"/>
              <a:gd name="p0x0" fmla="*/ 22 w 480"/>
              <a:gd name="p0y0" fmla="*/ 0 h 45"/>
              <a:gd name="p0x1" fmla="*/ 457 w 480"/>
              <a:gd name="p0y1" fmla="*/ 0 h 45"/>
              <a:gd name="p0x2" fmla="*/ 469 w 480"/>
              <a:gd name="p0y2" fmla="*/ 0 h 45"/>
              <a:gd name="p0x3" fmla="*/ 480 w 480"/>
              <a:gd name="p0y3" fmla="*/ 10 h 45"/>
              <a:gd name="p0x4" fmla="*/ 480 w 480"/>
              <a:gd name="p0y4" fmla="*/ 22 h 45"/>
              <a:gd name="p0x5" fmla="*/ 480 w 480"/>
              <a:gd name="p0y5" fmla="*/ 34 h 45"/>
              <a:gd name="p0x6" fmla="*/ 469 w 480"/>
              <a:gd name="p0y6" fmla="*/ 45 h 45"/>
              <a:gd name="p0x7" fmla="*/ 457 w 480"/>
              <a:gd name="p0y7" fmla="*/ 45 h 45"/>
              <a:gd name="p0x8" fmla="*/ 22 w 480"/>
              <a:gd name="p0y8" fmla="*/ 45 h 45"/>
              <a:gd name="p0x9" fmla="*/ 10 w 480"/>
              <a:gd name="p0y9" fmla="*/ 45 h 45"/>
              <a:gd name="p0x10" fmla="*/ 0 w 480"/>
              <a:gd name="p0y10" fmla="*/ 34 h 45"/>
              <a:gd name="p0x11" fmla="*/ 0 w 480"/>
              <a:gd name="p0y11" fmla="*/ 22 h 45"/>
              <a:gd name="p0x12" fmla="*/ 0 w 480"/>
              <a:gd name="p0y12" fmla="*/ 10 h 45"/>
              <a:gd name="p0x13" fmla="*/ 10 w 480"/>
              <a:gd name="p0y13" fmla="*/ 0 h 45"/>
              <a:gd name="p0x14" fmla="*/ 22 w 480"/>
              <a:gd name="p0y14" fmla="*/ 0 h 45"/>
            </a:gdLst>
            <a:ahLst/>
            <a:cxnLst/>
            <a:pathLst>
              <a:path>
                <a:moveTo>
                  <a:pt x="p0x0" y="p0y0"/>
                </a:moveTo>
                <a:lnTo>
                  <a:pt x="p0x1" y="p0y1"/>
                </a:lnTo>
                <a:cubicBezTo>
                  <a:pt x="p0x2" y="p0y2"/>
                  <a:pt x="p0x3" y="p0y3"/>
                  <a:pt x="p0x4" y="p0y4"/>
                </a:cubicBezTo>
                <a:cubicBezTo>
                  <a:pt x="p0x5" y="p0y5"/>
                  <a:pt x="p0x6" y="p0y6"/>
                  <a:pt x="p0x7" y="p0y7"/>
                </a:cubicBezTo>
                <a:lnTo>
                  <a:pt x="p0x8" y="p0y8"/>
                </a:lnTo>
                <a:cubicBezTo>
                  <a:pt x="p0x9" y="p0y9"/>
                  <a:pt x="p0x10" y="p0y10"/>
                  <a:pt x="p0x11" y="p0y11"/>
                </a:cubicBezTo>
                <a:cubicBezTo>
                  <a:pt x="p0x12" y="p0y12"/>
                  <a:pt x="p0x13" y="p0y13"/>
                  <a:pt x="p0x14" y="p0y14"/>
                </a:cubicBezTo>
                <a:close/>
              </a:path>
            </a:pathLst>
          </a:custGeom>
          <a:solidFill>
            <a:srgbClr val="696C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custDataLst>
              <p:tags r:id="rId7"/>
            </p:custDataLst>
          </p:nvPr>
        </p:nvSpPr>
        <p:spPr>
          <a:xfrm>
            <a:off x="6467475" y="2764155"/>
            <a:ext cx="4762500" cy="343853"/>
          </a:xfrm>
          <a:prstGeom prst="rect">
            <a:avLst/>
          </a:prstGeom>
          <a:noFill/>
        </p:spPr>
        <p:txBody>
          <a:bodyPr wrap="square" lIns="0" tIns="0" rIns="0" bIns="0" rtlCol="0" anchor="t">
            <a:noAutofit/>
          </a:bodyPr>
          <a:p>
            <a:pPr algn="l">
              <a:lnSpc>
                <a:spcPct val="125000"/>
              </a:lnSpc>
            </a:pPr>
            <a:r>
              <a:rPr sz="1650">
                <a:solidFill>
                  <a:srgbClr val="EBF1FA"/>
                </a:solidFill>
                <a:latin typeface="微软雅黑" panose="020B0503020204020204" charset="-122"/>
                <a:ea typeface="微软雅黑" panose="020B0503020204020204" charset="-122"/>
              </a:rPr>
              <a:t>发展历程与社区生态</a:t>
            </a:r>
            <a:endParaRPr sz="1650">
              <a:solidFill>
                <a:srgbClr val="EBF1FA"/>
              </a:solidFill>
              <a:latin typeface="微软雅黑" panose="020B0503020204020204" charset="-122"/>
              <a:ea typeface="微软雅黑" panose="020B0503020204020204" charset="-122"/>
            </a:endParaRPr>
          </a:p>
        </p:txBody>
      </p:sp>
      <p:sp>
        <p:nvSpPr>
          <p:cNvPr id="12" name="任意多边形 11"/>
          <p:cNvSpPr/>
          <p:nvPr>
            <p:custDataLst>
              <p:tags r:id="rId8"/>
            </p:custDataLst>
          </p:nvPr>
        </p:nvSpPr>
        <p:spPr>
          <a:xfrm>
            <a:off x="690245" y="4195445"/>
            <a:ext cx="5305425" cy="1647825"/>
          </a:xfrm>
          <a:custGeom>
            <a:avLst/>
            <a:gdLst>
              <a:gd name="sw" fmla="*/ 1 w 8355"/>
              <a:gd name="sh" fmla="*/ 1 h 2595"/>
              <a:gd name="mins" fmla="min sw sh"/>
              <a:gd name="dsw" fmla="+- 0 sw mins"/>
              <a:gd name="dsh" fmla="+- 0 sh mins"/>
              <a:gd name="p0x0" fmla="*/ 240 w 8355"/>
              <a:gd name="p0y0" fmla="*/ 0 h 2595"/>
              <a:gd name="p0x1" fmla="*/ 8115 w 8355"/>
              <a:gd name="p0y1" fmla="*/ 0 h 2595"/>
              <a:gd name="p0x2" fmla="*/ 8247 w 8355"/>
              <a:gd name="p0y2" fmla="*/ 0 h 2595"/>
              <a:gd name="p0x3" fmla="*/ 8355 w 8355"/>
              <a:gd name="p0y3" fmla="*/ 107 h 2595"/>
              <a:gd name="p0x4" fmla="*/ 8355 w 8355"/>
              <a:gd name="p0y4" fmla="*/ 240 h 2595"/>
              <a:gd name="p0x5" fmla="*/ 8355 w 8355"/>
              <a:gd name="p0y5" fmla="*/ 2355 h 2595"/>
              <a:gd name="p0x6" fmla="*/ 8355 w 8355"/>
              <a:gd name="p0y6" fmla="*/ 2487 h 2595"/>
              <a:gd name="p0x7" fmla="*/ 8247 w 8355"/>
              <a:gd name="p0y7" fmla="*/ 2595 h 2595"/>
              <a:gd name="p0x8" fmla="*/ 8115 w 8355"/>
              <a:gd name="p0y8" fmla="*/ 2595 h 2595"/>
              <a:gd name="p0x9" fmla="*/ 240 w 8355"/>
              <a:gd name="p0y9" fmla="*/ 2595 h 2595"/>
              <a:gd name="p0x10" fmla="*/ 107 w 8355"/>
              <a:gd name="p0y10" fmla="*/ 2595 h 2595"/>
              <a:gd name="p0x11" fmla="*/ 0 w 8355"/>
              <a:gd name="p0y11" fmla="*/ 2487 h 2595"/>
              <a:gd name="p0x12" fmla="*/ 0 w 8355"/>
              <a:gd name="p0y12" fmla="*/ 2355 h 2595"/>
              <a:gd name="p0x13" fmla="*/ 0 w 8355"/>
              <a:gd name="p0y13" fmla="*/ 240 h 2595"/>
              <a:gd name="p0x14" fmla="*/ 0 w 8355"/>
              <a:gd name="p0y14" fmla="*/ 107 h 2595"/>
              <a:gd name="p0x15" fmla="*/ 107 w 8355"/>
              <a:gd name="p0y15" fmla="*/ 0 h 2595"/>
              <a:gd name="p0x16" fmla="*/ 240 w 8355"/>
              <a:gd name="p0y16" fmla="*/ 0 h 259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10196"/>
              </a:srgbClr>
            </a:solidFill>
            <a:prstDash val="solid"/>
          </a:ln>
          <a:effectLst>
            <a:outerShdw blurRad="171450" algn="ctr" rotWithShape="0">
              <a:srgbClr val="283C78">
                <a:alpha val="34902"/>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任意多边形 13"/>
          <p:cNvSpPr/>
          <p:nvPr>
            <p:custDataLst>
              <p:tags r:id="rId9"/>
            </p:custDataLst>
          </p:nvPr>
        </p:nvSpPr>
        <p:spPr>
          <a:xfrm>
            <a:off x="962025" y="5038725"/>
            <a:ext cx="304800" cy="28575"/>
          </a:xfrm>
          <a:custGeom>
            <a:avLst/>
            <a:gdLst>
              <a:gd name="sw" fmla="*/ 1 w 480"/>
              <a:gd name="sh" fmla="*/ 1 h 45"/>
              <a:gd name="mins" fmla="min sw sh"/>
              <a:gd name="dsw" fmla="+- 0 sw mins"/>
              <a:gd name="dsh" fmla="+- 0 sh mins"/>
              <a:gd name="p0x0" fmla="*/ 22 w 480"/>
              <a:gd name="p0y0" fmla="*/ 0 h 45"/>
              <a:gd name="p0x1" fmla="*/ 457 w 480"/>
              <a:gd name="p0y1" fmla="*/ 0 h 45"/>
              <a:gd name="p0x2" fmla="*/ 469 w 480"/>
              <a:gd name="p0y2" fmla="*/ 0 h 45"/>
              <a:gd name="p0x3" fmla="*/ 480 w 480"/>
              <a:gd name="p0y3" fmla="*/ 10 h 45"/>
              <a:gd name="p0x4" fmla="*/ 480 w 480"/>
              <a:gd name="p0y4" fmla="*/ 22 h 45"/>
              <a:gd name="p0x5" fmla="*/ 480 w 480"/>
              <a:gd name="p0y5" fmla="*/ 34 h 45"/>
              <a:gd name="p0x6" fmla="*/ 469 w 480"/>
              <a:gd name="p0y6" fmla="*/ 45 h 45"/>
              <a:gd name="p0x7" fmla="*/ 457 w 480"/>
              <a:gd name="p0y7" fmla="*/ 45 h 45"/>
              <a:gd name="p0x8" fmla="*/ 22 w 480"/>
              <a:gd name="p0y8" fmla="*/ 45 h 45"/>
              <a:gd name="p0x9" fmla="*/ 10 w 480"/>
              <a:gd name="p0y9" fmla="*/ 45 h 45"/>
              <a:gd name="p0x10" fmla="*/ 0 w 480"/>
              <a:gd name="p0y10" fmla="*/ 34 h 45"/>
              <a:gd name="p0x11" fmla="*/ 0 w 480"/>
              <a:gd name="p0y11" fmla="*/ 22 h 45"/>
              <a:gd name="p0x12" fmla="*/ 0 w 480"/>
              <a:gd name="p0y12" fmla="*/ 10 h 45"/>
              <a:gd name="p0x13" fmla="*/ 10 w 480"/>
              <a:gd name="p0y13" fmla="*/ 0 h 45"/>
              <a:gd name="p0x14" fmla="*/ 22 w 480"/>
              <a:gd name="p0y14" fmla="*/ 0 h 45"/>
            </a:gdLst>
            <a:ahLst/>
            <a:cxnLst/>
            <a:pathLst>
              <a:path>
                <a:moveTo>
                  <a:pt x="p0x0" y="p0y0"/>
                </a:moveTo>
                <a:lnTo>
                  <a:pt x="p0x1" y="p0y1"/>
                </a:lnTo>
                <a:cubicBezTo>
                  <a:pt x="p0x2" y="p0y2"/>
                  <a:pt x="p0x3" y="p0y3"/>
                  <a:pt x="p0x4" y="p0y4"/>
                </a:cubicBezTo>
                <a:cubicBezTo>
                  <a:pt x="p0x5" y="p0y5"/>
                  <a:pt x="p0x6" y="p0y6"/>
                  <a:pt x="p0x7" y="p0y7"/>
                </a:cubicBezTo>
                <a:lnTo>
                  <a:pt x="p0x8" y="p0y8"/>
                </a:lnTo>
                <a:cubicBezTo>
                  <a:pt x="p0x9" y="p0y9"/>
                  <a:pt x="p0x10" y="p0y10"/>
                  <a:pt x="p0x11" y="p0y11"/>
                </a:cubicBezTo>
                <a:cubicBezTo>
                  <a:pt x="p0x12" y="p0y12"/>
                  <a:pt x="p0x13" y="p0y13"/>
                  <a:pt x="p0x14" y="p0y14"/>
                </a:cubicBezTo>
                <a:close/>
              </a:path>
            </a:pathLst>
          </a:custGeom>
          <a:solidFill>
            <a:srgbClr val="696C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custDataLst>
              <p:tags r:id="rId10"/>
            </p:custDataLst>
          </p:nvPr>
        </p:nvSpPr>
        <p:spPr>
          <a:xfrm>
            <a:off x="962025" y="5164455"/>
            <a:ext cx="4762500" cy="343853"/>
          </a:xfrm>
          <a:prstGeom prst="rect">
            <a:avLst/>
          </a:prstGeom>
          <a:noFill/>
        </p:spPr>
        <p:txBody>
          <a:bodyPr wrap="square" lIns="0" tIns="0" rIns="0" bIns="0" rtlCol="0" anchor="t">
            <a:noAutofit/>
          </a:bodyPr>
          <a:p>
            <a:pPr algn="l">
              <a:lnSpc>
                <a:spcPct val="125000"/>
              </a:lnSpc>
            </a:pPr>
            <a:r>
              <a:rPr sz="1650">
                <a:solidFill>
                  <a:srgbClr val="EBF1FA"/>
                </a:solidFill>
                <a:latin typeface="微软雅黑" panose="020B0503020204020204" charset="-122"/>
                <a:ea typeface="微软雅黑" panose="020B0503020204020204" charset="-122"/>
              </a:rPr>
              <a:t>协议核心概念与通信机制</a:t>
            </a:r>
            <a:endParaRPr sz="1650">
              <a:solidFill>
                <a:srgbClr val="EBF1FA"/>
              </a:solidFill>
              <a:latin typeface="微软雅黑" panose="020B0503020204020204" charset="-122"/>
              <a:ea typeface="微软雅黑" panose="020B0503020204020204" charset="-122"/>
            </a:endParaRPr>
          </a:p>
        </p:txBody>
      </p:sp>
      <p:sp>
        <p:nvSpPr>
          <p:cNvPr id="16" name="任意多边形 15"/>
          <p:cNvSpPr/>
          <p:nvPr>
            <p:custDataLst>
              <p:tags r:id="rId11"/>
            </p:custDataLst>
          </p:nvPr>
        </p:nvSpPr>
        <p:spPr>
          <a:xfrm>
            <a:off x="6195695" y="4195445"/>
            <a:ext cx="5305425" cy="1647825"/>
          </a:xfrm>
          <a:custGeom>
            <a:avLst/>
            <a:gdLst>
              <a:gd name="sw" fmla="*/ 1 w 8355"/>
              <a:gd name="sh" fmla="*/ 1 h 2595"/>
              <a:gd name="mins" fmla="min sw sh"/>
              <a:gd name="dsw" fmla="+- 0 sw mins"/>
              <a:gd name="dsh" fmla="+- 0 sh mins"/>
              <a:gd name="p0x0" fmla="*/ 240 w 8355"/>
              <a:gd name="p0y0" fmla="*/ 0 h 2595"/>
              <a:gd name="p0x1" fmla="*/ 8115 w 8355"/>
              <a:gd name="p0y1" fmla="*/ 0 h 2595"/>
              <a:gd name="p0x2" fmla="*/ 8247 w 8355"/>
              <a:gd name="p0y2" fmla="*/ 0 h 2595"/>
              <a:gd name="p0x3" fmla="*/ 8355 w 8355"/>
              <a:gd name="p0y3" fmla="*/ 107 h 2595"/>
              <a:gd name="p0x4" fmla="*/ 8355 w 8355"/>
              <a:gd name="p0y4" fmla="*/ 240 h 2595"/>
              <a:gd name="p0x5" fmla="*/ 8355 w 8355"/>
              <a:gd name="p0y5" fmla="*/ 2355 h 2595"/>
              <a:gd name="p0x6" fmla="*/ 8355 w 8355"/>
              <a:gd name="p0y6" fmla="*/ 2487 h 2595"/>
              <a:gd name="p0x7" fmla="*/ 8247 w 8355"/>
              <a:gd name="p0y7" fmla="*/ 2595 h 2595"/>
              <a:gd name="p0x8" fmla="*/ 8115 w 8355"/>
              <a:gd name="p0y8" fmla="*/ 2595 h 2595"/>
              <a:gd name="p0x9" fmla="*/ 240 w 8355"/>
              <a:gd name="p0y9" fmla="*/ 2595 h 2595"/>
              <a:gd name="p0x10" fmla="*/ 107 w 8355"/>
              <a:gd name="p0y10" fmla="*/ 2595 h 2595"/>
              <a:gd name="p0x11" fmla="*/ 0 w 8355"/>
              <a:gd name="p0y11" fmla="*/ 2487 h 2595"/>
              <a:gd name="p0x12" fmla="*/ 0 w 8355"/>
              <a:gd name="p0y12" fmla="*/ 2355 h 2595"/>
              <a:gd name="p0x13" fmla="*/ 0 w 8355"/>
              <a:gd name="p0y13" fmla="*/ 240 h 2595"/>
              <a:gd name="p0x14" fmla="*/ 0 w 8355"/>
              <a:gd name="p0y14" fmla="*/ 107 h 2595"/>
              <a:gd name="p0x15" fmla="*/ 107 w 8355"/>
              <a:gd name="p0y15" fmla="*/ 0 h 2595"/>
              <a:gd name="p0x16" fmla="*/ 240 w 8355"/>
              <a:gd name="p0y16" fmla="*/ 0 h 259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10196"/>
              </a:srgbClr>
            </a:solidFill>
            <a:prstDash val="solid"/>
          </a:ln>
          <a:effectLst>
            <a:outerShdw blurRad="171450" algn="ctr" rotWithShape="0">
              <a:srgbClr val="283C78">
                <a:alpha val="34902"/>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任意多边形 17"/>
          <p:cNvSpPr/>
          <p:nvPr>
            <p:custDataLst>
              <p:tags r:id="rId12"/>
            </p:custDataLst>
          </p:nvPr>
        </p:nvSpPr>
        <p:spPr>
          <a:xfrm>
            <a:off x="6467475" y="5038725"/>
            <a:ext cx="304800" cy="28575"/>
          </a:xfrm>
          <a:custGeom>
            <a:avLst/>
            <a:gdLst>
              <a:gd name="sw" fmla="*/ 1 w 480"/>
              <a:gd name="sh" fmla="*/ 1 h 45"/>
              <a:gd name="mins" fmla="min sw sh"/>
              <a:gd name="dsw" fmla="+- 0 sw mins"/>
              <a:gd name="dsh" fmla="+- 0 sh mins"/>
              <a:gd name="p0x0" fmla="*/ 22 w 480"/>
              <a:gd name="p0y0" fmla="*/ 0 h 45"/>
              <a:gd name="p0x1" fmla="*/ 457 w 480"/>
              <a:gd name="p0y1" fmla="*/ 0 h 45"/>
              <a:gd name="p0x2" fmla="*/ 469 w 480"/>
              <a:gd name="p0y2" fmla="*/ 0 h 45"/>
              <a:gd name="p0x3" fmla="*/ 480 w 480"/>
              <a:gd name="p0y3" fmla="*/ 10 h 45"/>
              <a:gd name="p0x4" fmla="*/ 480 w 480"/>
              <a:gd name="p0y4" fmla="*/ 22 h 45"/>
              <a:gd name="p0x5" fmla="*/ 480 w 480"/>
              <a:gd name="p0y5" fmla="*/ 34 h 45"/>
              <a:gd name="p0x6" fmla="*/ 469 w 480"/>
              <a:gd name="p0y6" fmla="*/ 45 h 45"/>
              <a:gd name="p0x7" fmla="*/ 457 w 480"/>
              <a:gd name="p0y7" fmla="*/ 45 h 45"/>
              <a:gd name="p0x8" fmla="*/ 22 w 480"/>
              <a:gd name="p0y8" fmla="*/ 45 h 45"/>
              <a:gd name="p0x9" fmla="*/ 10 w 480"/>
              <a:gd name="p0y9" fmla="*/ 45 h 45"/>
              <a:gd name="p0x10" fmla="*/ 0 w 480"/>
              <a:gd name="p0y10" fmla="*/ 34 h 45"/>
              <a:gd name="p0x11" fmla="*/ 0 w 480"/>
              <a:gd name="p0y11" fmla="*/ 22 h 45"/>
              <a:gd name="p0x12" fmla="*/ 0 w 480"/>
              <a:gd name="p0y12" fmla="*/ 10 h 45"/>
              <a:gd name="p0x13" fmla="*/ 10 w 480"/>
              <a:gd name="p0y13" fmla="*/ 0 h 45"/>
              <a:gd name="p0x14" fmla="*/ 22 w 480"/>
              <a:gd name="p0y14" fmla="*/ 0 h 45"/>
            </a:gdLst>
            <a:ahLst/>
            <a:cxnLst/>
            <a:pathLst>
              <a:path>
                <a:moveTo>
                  <a:pt x="p0x0" y="p0y0"/>
                </a:moveTo>
                <a:lnTo>
                  <a:pt x="p0x1" y="p0y1"/>
                </a:lnTo>
                <a:cubicBezTo>
                  <a:pt x="p0x2" y="p0y2"/>
                  <a:pt x="p0x3" y="p0y3"/>
                  <a:pt x="p0x4" y="p0y4"/>
                </a:cubicBezTo>
                <a:cubicBezTo>
                  <a:pt x="p0x5" y="p0y5"/>
                  <a:pt x="p0x6" y="p0y6"/>
                  <a:pt x="p0x7" y="p0y7"/>
                </a:cubicBezTo>
                <a:lnTo>
                  <a:pt x="p0x8" y="p0y8"/>
                </a:lnTo>
                <a:cubicBezTo>
                  <a:pt x="p0x9" y="p0y9"/>
                  <a:pt x="p0x10" y="p0y10"/>
                  <a:pt x="p0x11" y="p0y11"/>
                </a:cubicBezTo>
                <a:cubicBezTo>
                  <a:pt x="p0x12" y="p0y12"/>
                  <a:pt x="p0x13" y="p0y13"/>
                  <a:pt x="p0x14" y="p0y14"/>
                </a:cubicBezTo>
                <a:close/>
              </a:path>
            </a:pathLst>
          </a:custGeom>
          <a:solidFill>
            <a:srgbClr val="696C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文本框 18"/>
          <p:cNvSpPr txBox="1"/>
          <p:nvPr>
            <p:custDataLst>
              <p:tags r:id="rId13"/>
            </p:custDataLst>
          </p:nvPr>
        </p:nvSpPr>
        <p:spPr>
          <a:xfrm>
            <a:off x="6467475" y="5164455"/>
            <a:ext cx="4762500" cy="343853"/>
          </a:xfrm>
          <a:prstGeom prst="rect">
            <a:avLst/>
          </a:prstGeom>
          <a:noFill/>
        </p:spPr>
        <p:txBody>
          <a:bodyPr wrap="square" lIns="0" tIns="0" rIns="0" bIns="0" rtlCol="0" anchor="t">
            <a:noAutofit/>
          </a:bodyPr>
          <a:p>
            <a:pPr algn="l">
              <a:lnSpc>
                <a:spcPct val="125000"/>
              </a:lnSpc>
            </a:pPr>
            <a:r>
              <a:rPr sz="1650">
                <a:solidFill>
                  <a:srgbClr val="EBF1FA"/>
                </a:solidFill>
                <a:latin typeface="微软雅黑" panose="020B0503020204020204" charset="-122"/>
                <a:ea typeface="微软雅黑" panose="020B0503020204020204" charset="-122"/>
              </a:rPr>
              <a:t>横向对比与应用场景</a:t>
            </a:r>
            <a:endParaRPr sz="1650">
              <a:solidFill>
                <a:srgbClr val="EBF1FA"/>
              </a:solidFill>
              <a:latin typeface="微软雅黑" panose="020B0503020204020204" charset="-122"/>
              <a:ea typeface="微软雅黑" panose="020B0503020204020204" charset="-122"/>
            </a:endParaRPr>
          </a:p>
        </p:txBody>
      </p:sp>
      <p:sp>
        <p:nvSpPr>
          <p:cNvPr id="5" name="文本框 4"/>
          <p:cNvSpPr txBox="1"/>
          <p:nvPr>
            <p:custDataLst>
              <p:tags r:id="rId14"/>
            </p:custDataLst>
          </p:nvPr>
        </p:nvSpPr>
        <p:spPr>
          <a:xfrm>
            <a:off x="962025" y="2119313"/>
            <a:ext cx="4762500" cy="423863"/>
          </a:xfrm>
          <a:prstGeom prst="rect">
            <a:avLst/>
          </a:prstGeom>
          <a:noFill/>
        </p:spPr>
        <p:txBody>
          <a:bodyPr wrap="square" lIns="0" tIns="0" rIns="0" bIns="0" rtlCol="0" anchor="t">
            <a:noAutofit/>
          </a:bodyPr>
          <a:p>
            <a:pPr algn="l">
              <a:lnSpc>
                <a:spcPct val="83000"/>
              </a:lnSpc>
            </a:pPr>
            <a:r>
              <a:rPr sz="3000" b="1">
                <a:solidFill>
                  <a:srgbClr val="696CFF">
                    <a:alpha val="80000"/>
                  </a:srgbClr>
                </a:solidFill>
                <a:latin typeface="微软雅黑" panose="020B0503020204020204" charset="-122"/>
                <a:ea typeface="微软雅黑" panose="020B0503020204020204" charset="-122"/>
              </a:rPr>
              <a:t>01</a:t>
            </a:r>
            <a:endParaRPr sz="3000" b="1">
              <a:solidFill>
                <a:srgbClr val="696CFF">
                  <a:alpha val="80000"/>
                </a:srgbClr>
              </a:solidFill>
              <a:latin typeface="微软雅黑" panose="020B0503020204020204" charset="-122"/>
              <a:ea typeface="微软雅黑" panose="020B0503020204020204" charset="-122"/>
            </a:endParaRPr>
          </a:p>
        </p:txBody>
      </p:sp>
      <p:sp>
        <p:nvSpPr>
          <p:cNvPr id="9" name="文本框 8"/>
          <p:cNvSpPr txBox="1"/>
          <p:nvPr>
            <p:custDataLst>
              <p:tags r:id="rId15"/>
            </p:custDataLst>
          </p:nvPr>
        </p:nvSpPr>
        <p:spPr>
          <a:xfrm>
            <a:off x="6467475" y="2119313"/>
            <a:ext cx="4762500" cy="423863"/>
          </a:xfrm>
          <a:prstGeom prst="rect">
            <a:avLst/>
          </a:prstGeom>
          <a:noFill/>
        </p:spPr>
        <p:txBody>
          <a:bodyPr wrap="square" lIns="0" tIns="0" rIns="0" bIns="0" rtlCol="0" anchor="t">
            <a:noAutofit/>
          </a:bodyPr>
          <a:p>
            <a:pPr algn="l">
              <a:lnSpc>
                <a:spcPct val="83000"/>
              </a:lnSpc>
            </a:pPr>
            <a:r>
              <a:rPr sz="3000" b="1">
                <a:solidFill>
                  <a:srgbClr val="696CFF">
                    <a:alpha val="80000"/>
                  </a:srgbClr>
                </a:solidFill>
                <a:latin typeface="微软雅黑" panose="020B0503020204020204" charset="-122"/>
                <a:ea typeface="微软雅黑" panose="020B0503020204020204" charset="-122"/>
              </a:rPr>
              <a:t>02</a:t>
            </a:r>
            <a:endParaRPr sz="3000" b="1">
              <a:solidFill>
                <a:srgbClr val="696CFF">
                  <a:alpha val="80000"/>
                </a:srgbClr>
              </a:solidFill>
              <a:latin typeface="微软雅黑" panose="020B0503020204020204" charset="-122"/>
              <a:ea typeface="微软雅黑" panose="020B0503020204020204" charset="-122"/>
            </a:endParaRPr>
          </a:p>
        </p:txBody>
      </p:sp>
      <p:sp>
        <p:nvSpPr>
          <p:cNvPr id="13" name="文本框 12"/>
          <p:cNvSpPr txBox="1"/>
          <p:nvPr>
            <p:custDataLst>
              <p:tags r:id="rId16"/>
            </p:custDataLst>
          </p:nvPr>
        </p:nvSpPr>
        <p:spPr>
          <a:xfrm>
            <a:off x="962025" y="4519613"/>
            <a:ext cx="4762500" cy="423863"/>
          </a:xfrm>
          <a:prstGeom prst="rect">
            <a:avLst/>
          </a:prstGeom>
          <a:noFill/>
        </p:spPr>
        <p:txBody>
          <a:bodyPr wrap="square" lIns="0" tIns="0" rIns="0" bIns="0" rtlCol="0" anchor="t">
            <a:noAutofit/>
          </a:bodyPr>
          <a:p>
            <a:pPr algn="l">
              <a:lnSpc>
                <a:spcPct val="83000"/>
              </a:lnSpc>
            </a:pPr>
            <a:r>
              <a:rPr sz="3000" b="1">
                <a:solidFill>
                  <a:srgbClr val="696CFF">
                    <a:alpha val="80000"/>
                  </a:srgbClr>
                </a:solidFill>
                <a:latin typeface="微软雅黑" panose="020B0503020204020204" charset="-122"/>
                <a:ea typeface="微软雅黑" panose="020B0503020204020204" charset="-122"/>
              </a:rPr>
              <a:t>03</a:t>
            </a:r>
            <a:endParaRPr sz="3000" b="1">
              <a:solidFill>
                <a:srgbClr val="696CFF">
                  <a:alpha val="80000"/>
                </a:srgbClr>
              </a:solidFill>
              <a:latin typeface="微软雅黑" panose="020B0503020204020204" charset="-122"/>
              <a:ea typeface="微软雅黑" panose="020B0503020204020204" charset="-122"/>
            </a:endParaRPr>
          </a:p>
        </p:txBody>
      </p:sp>
      <p:sp>
        <p:nvSpPr>
          <p:cNvPr id="17" name="文本框 16"/>
          <p:cNvSpPr txBox="1"/>
          <p:nvPr>
            <p:custDataLst>
              <p:tags r:id="rId17"/>
            </p:custDataLst>
          </p:nvPr>
        </p:nvSpPr>
        <p:spPr>
          <a:xfrm>
            <a:off x="6467475" y="4519613"/>
            <a:ext cx="4762500" cy="423863"/>
          </a:xfrm>
          <a:prstGeom prst="rect">
            <a:avLst/>
          </a:prstGeom>
          <a:noFill/>
        </p:spPr>
        <p:txBody>
          <a:bodyPr wrap="square" lIns="0" tIns="0" rIns="0" bIns="0" rtlCol="0" anchor="t">
            <a:noAutofit/>
          </a:bodyPr>
          <a:p>
            <a:pPr algn="l">
              <a:lnSpc>
                <a:spcPct val="83000"/>
              </a:lnSpc>
            </a:pPr>
            <a:r>
              <a:rPr sz="3000" b="1">
                <a:solidFill>
                  <a:srgbClr val="696CFF">
                    <a:alpha val="80000"/>
                  </a:srgbClr>
                </a:solidFill>
                <a:latin typeface="微软雅黑" panose="020B0503020204020204" charset="-122"/>
                <a:ea typeface="微软雅黑" panose="020B0503020204020204" charset="-122"/>
              </a:rPr>
              <a:t>04</a:t>
            </a:r>
            <a:endParaRPr sz="3000" b="1">
              <a:solidFill>
                <a:srgbClr val="696CFF">
                  <a:alpha val="80000"/>
                </a:srgbClr>
              </a:solidFill>
              <a:latin typeface="微软雅黑" panose="020B0503020204020204" charset="-122"/>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16385"/>
            <p:custDataLst>
              <p:tags r:id="rId1"/>
            </p:custDataLst>
          </p:nvPr>
        </p:nvSpPr>
        <p:spPr/>
        <p:txBody>
          <a:bodyPr>
            <a:normAutofit/>
          </a:bodyPr>
          <a:p>
            <a:r>
              <a:rPr lang="zh-CN" altLang="en-US"/>
              <a:t>A2A协议定义与核心价值</a:t>
            </a:r>
            <a:endParaRPr lang="zh-CN" altLang="en-US"/>
          </a:p>
        </p:txBody>
      </p:sp>
      <p:sp>
        <p:nvSpPr>
          <p:cNvPr id="3" name="节编号 3"/>
          <p:cNvSpPr>
            <a:spLocks noGrp="1"/>
          </p:cNvSpPr>
          <p:nvPr>
            <p:ph type="body" sz="quarter" idx="16386"/>
            <p:custDataLst>
              <p:tags r:id="rId2"/>
            </p:custDataLst>
          </p:nvPr>
        </p:nvSpPr>
        <p:spPr/>
        <p:txBody>
          <a:bodyPr/>
          <a:p>
            <a:r>
              <a:rPr lang="en-US" altLang="en-US"/>
              <a:t>01</a:t>
            </a:r>
            <a:endParaRPr lang="en-US" alt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188"/>
            <a:ext cx="11125200" cy="500063"/>
          </a:xfrm>
          <a:prstGeom prst="rect">
            <a:avLst/>
          </a:prstGeom>
          <a:noFill/>
        </p:spPr>
        <p:txBody>
          <a:bodyPr wrap="square" lIns="0" tIns="0" rIns="0" bIns="0" rtlCol="0" anchor="t">
            <a:noAutofit/>
          </a:bodyPr>
          <a:p>
            <a:pPr algn="l">
              <a:lnSpc>
                <a:spcPct val="100000"/>
              </a:lnSpc>
            </a:pPr>
            <a:r>
              <a:rPr lang="en-US" sz="3000" b="1">
                <a:solidFill>
                  <a:srgbClr val="EBF1FA"/>
                </a:solidFill>
                <a:latin typeface="微软雅黑" panose="020B0503020204020204" charset="-122"/>
                <a:ea typeface="微软雅黑" panose="020B0503020204020204" charset="-122"/>
                <a:cs typeface="微软雅黑" panose="020B0503020204020204" charset="-122"/>
              </a:rPr>
              <a:t>A2A</a:t>
            </a:r>
            <a:r>
              <a:rPr lang="zh-CN" sz="3000" b="1">
                <a:solidFill>
                  <a:srgbClr val="EBF1FA"/>
                </a:solidFill>
                <a:latin typeface="微软雅黑" panose="020B0503020204020204" charset="-122"/>
                <a:ea typeface="微软雅黑" panose="020B0503020204020204" charset="-122"/>
                <a:cs typeface="微软雅黑" panose="020B0503020204020204" charset="-122"/>
              </a:rPr>
              <a:t>协议的定义</a:t>
            </a:r>
            <a:endParaRPr lang="zh-CN" sz="3000" b="1">
              <a:solidFill>
                <a:srgbClr val="EBF1FA"/>
              </a:solidFill>
              <a:latin typeface="微软雅黑" panose="020B0503020204020204" charset="-122"/>
              <a:ea typeface="微软雅黑" panose="020B0503020204020204" charset="-122"/>
              <a:cs typeface="微软雅黑" panose="020B0503020204020204" charset="-122"/>
            </a:endParaRPr>
          </a:p>
        </p:txBody>
      </p:sp>
      <p:sp>
        <p:nvSpPr>
          <p:cNvPr id="4" name="任意多边形 3"/>
          <p:cNvSpPr/>
          <p:nvPr>
            <p:custDataLst>
              <p:tags r:id="rId2"/>
            </p:custDataLst>
          </p:nvPr>
        </p:nvSpPr>
        <p:spPr>
          <a:xfrm>
            <a:off x="575945" y="1109345"/>
            <a:ext cx="11039475" cy="1276350"/>
          </a:xfrm>
          <a:custGeom>
            <a:avLst/>
            <a:gdLst>
              <a:gd name="sw" fmla="*/ 1 w 17385"/>
              <a:gd name="sh" fmla="*/ 1 h 2010"/>
              <a:gd name="mins" fmla="min sw sh"/>
              <a:gd name="dsw" fmla="+- 0 sw mins"/>
              <a:gd name="dsh" fmla="+- 0 sh mins"/>
              <a:gd name="p0x0" fmla="*/ 120 w 17385"/>
              <a:gd name="p0y0" fmla="*/ 0 h 2010"/>
              <a:gd name="p0x1" fmla="*/ 17265 w 17385"/>
              <a:gd name="p0y1" fmla="*/ 0 h 2010"/>
              <a:gd name="p0x2" fmla="*/ 17331 w 17385"/>
              <a:gd name="p0y2" fmla="*/ 0 h 2010"/>
              <a:gd name="p0x3" fmla="*/ 17385 w 17385"/>
              <a:gd name="p0y3" fmla="*/ 53 h 2010"/>
              <a:gd name="p0x4" fmla="*/ 17385 w 17385"/>
              <a:gd name="p0y4" fmla="*/ 120 h 2010"/>
              <a:gd name="p0x5" fmla="*/ 17385 w 17385"/>
              <a:gd name="p0y5" fmla="*/ 1890 h 2010"/>
              <a:gd name="p0x6" fmla="*/ 17385 w 17385"/>
              <a:gd name="p0y6" fmla="*/ 1956 h 2010"/>
              <a:gd name="p0x7" fmla="*/ 17331 w 17385"/>
              <a:gd name="p0y7" fmla="*/ 2010 h 2010"/>
              <a:gd name="p0x8" fmla="*/ 17265 w 17385"/>
              <a:gd name="p0y8" fmla="*/ 2010 h 2010"/>
              <a:gd name="p0x9" fmla="*/ 120 w 17385"/>
              <a:gd name="p0y9" fmla="*/ 2010 h 2010"/>
              <a:gd name="p0x10" fmla="*/ 53 w 17385"/>
              <a:gd name="p0y10" fmla="*/ 2010 h 2010"/>
              <a:gd name="p0x11" fmla="*/ 0 w 17385"/>
              <a:gd name="p0y11" fmla="*/ 1956 h 2010"/>
              <a:gd name="p0x12" fmla="*/ 0 w 17385"/>
              <a:gd name="p0y12" fmla="*/ 1890 h 2010"/>
              <a:gd name="p0x13" fmla="*/ 0 w 17385"/>
              <a:gd name="p0y13" fmla="*/ 120 h 2010"/>
              <a:gd name="p0x14" fmla="*/ 0 w 17385"/>
              <a:gd name="p0y14" fmla="*/ 53 h 2010"/>
              <a:gd name="p0x15" fmla="*/ 53 w 17385"/>
              <a:gd name="p0y15" fmla="*/ 0 h 2010"/>
              <a:gd name="p0x16" fmla="*/ 120 w 17385"/>
              <a:gd name="p0y16" fmla="*/ 0 h 201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custDataLst>
              <p:tags r:id="rId3"/>
            </p:custDataLst>
          </p:nvPr>
        </p:nvSpPr>
        <p:spPr>
          <a:xfrm>
            <a:off x="817369" y="1247775"/>
            <a:ext cx="10557196" cy="995363"/>
          </a:xfrm>
          <a:prstGeom prst="rect">
            <a:avLst/>
          </a:prstGeom>
          <a:noFill/>
        </p:spPr>
        <p:txBody>
          <a:bodyPr wrap="square" lIns="0" tIns="0" rIns="0" bIns="0" rtlCol="0" anchor="t">
            <a:noAutofit/>
          </a:bodyPr>
          <a:p>
            <a:pPr algn="ctr">
              <a:lnSpc>
                <a:spcPct val="104000"/>
              </a:lnSpc>
            </a:pPr>
            <a:r>
              <a:rPr lang="en-US" altLang="en-US" sz="3000" b="1">
                <a:solidFill>
                  <a:srgbClr val="FFFFFF"/>
                </a:solidFill>
                <a:latin typeface="微软雅黑" panose="020B0503020204020204" charset="-122"/>
                <a:ea typeface="微软雅黑" panose="020B0503020204020204" charset="-122"/>
                <a:cs typeface="微软雅黑" panose="020B0503020204020204" charset="-122"/>
              </a:rPr>
              <a:t>A2A</a:t>
            </a:r>
            <a:r>
              <a:rPr lang="zh-CN" altLang="en-US" sz="3000" b="1">
                <a:solidFill>
                  <a:srgbClr val="FFFFFF"/>
                </a:solidFill>
                <a:latin typeface="微软雅黑" panose="020B0503020204020204" charset="-122"/>
                <a:ea typeface="微软雅黑" panose="020B0503020204020204" charset="-122"/>
                <a:cs typeface="微软雅黑" panose="020B0503020204020204" charset="-122"/>
              </a:rPr>
              <a:t>（</a:t>
            </a:r>
            <a:r>
              <a:rPr lang="en-US" altLang="zh-CN" sz="3000" b="1">
                <a:solidFill>
                  <a:srgbClr val="FFFFFF"/>
                </a:solidFill>
                <a:latin typeface="微软雅黑" panose="020B0503020204020204" charset="-122"/>
                <a:ea typeface="微软雅黑" panose="020B0503020204020204" charset="-122"/>
                <a:cs typeface="微软雅黑" panose="020B0503020204020204" charset="-122"/>
              </a:rPr>
              <a:t>Agent2Agent</a:t>
            </a:r>
            <a:r>
              <a:rPr lang="zh-CN" altLang="en-US" sz="3000" b="1">
                <a:solidFill>
                  <a:srgbClr val="FFFFFF"/>
                </a:solidFill>
                <a:latin typeface="微软雅黑" panose="020B0503020204020204" charset="-122"/>
                <a:ea typeface="微软雅黑" panose="020B0503020204020204" charset="-122"/>
                <a:cs typeface="微软雅黑" panose="020B0503020204020204" charset="-122"/>
              </a:rPr>
              <a:t>）：由</a:t>
            </a:r>
            <a:r>
              <a:rPr lang="en-US" altLang="zh-CN" sz="3000" b="1">
                <a:solidFill>
                  <a:srgbClr val="FFFFFF"/>
                </a:solidFill>
                <a:latin typeface="微软雅黑" panose="020B0503020204020204" charset="-122"/>
                <a:ea typeface="微软雅黑" panose="020B0503020204020204" charset="-122"/>
                <a:cs typeface="微软雅黑" panose="020B0503020204020204" charset="-122"/>
              </a:rPr>
              <a:t>Google</a:t>
            </a:r>
            <a:r>
              <a:rPr lang="zh-CN" altLang="en-US" sz="3000" b="1">
                <a:solidFill>
                  <a:srgbClr val="FFFFFF"/>
                </a:solidFill>
                <a:latin typeface="微软雅黑" panose="020B0503020204020204" charset="-122"/>
                <a:ea typeface="微软雅黑" panose="020B0503020204020204" charset="-122"/>
                <a:cs typeface="微软雅黑" panose="020B0503020204020204" charset="-122"/>
              </a:rPr>
              <a:t>主导制定的智能体交互开放协议</a:t>
            </a:r>
            <a:endParaRPr lang="zh-CN" altLang="en-US" sz="30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任意多边形 5"/>
          <p:cNvSpPr/>
          <p:nvPr>
            <p:custDataLst>
              <p:tags r:id="rId4"/>
            </p:custDataLst>
          </p:nvPr>
        </p:nvSpPr>
        <p:spPr>
          <a:xfrm>
            <a:off x="575945" y="2623820"/>
            <a:ext cx="11039475" cy="1346200"/>
          </a:xfrm>
          <a:custGeom>
            <a:avLst/>
            <a:gdLst>
              <a:gd name="sw" fmla="*/ 1 w 17385"/>
              <a:gd name="sh" fmla="*/ 1 h 2120"/>
              <a:gd name="mins" fmla="min sw sh"/>
              <a:gd name="dsw" fmla="+- 0 sw mins"/>
              <a:gd name="dsh" fmla="+- 0 sh mins"/>
              <a:gd name="p0x0" fmla="*/ 120 w 17385"/>
              <a:gd name="p0y0" fmla="*/ 0 h 2120"/>
              <a:gd name="p0x1" fmla="*/ 17265 w 17385"/>
              <a:gd name="p0y1" fmla="*/ 0 h 2120"/>
              <a:gd name="p0x2" fmla="*/ 17331 w 17385"/>
              <a:gd name="p0y2" fmla="*/ 0 h 2120"/>
              <a:gd name="p0x3" fmla="*/ 17385 w 17385"/>
              <a:gd name="p0y3" fmla="*/ 53 h 2120"/>
              <a:gd name="p0x4" fmla="*/ 17385 w 17385"/>
              <a:gd name="p0y4" fmla="*/ 120 h 2120"/>
              <a:gd name="p0x5" fmla="*/ 17385 w 17385"/>
              <a:gd name="p0y5" fmla="*/ 2000 h 2120"/>
              <a:gd name="p0x6" fmla="*/ 17385 w 17385"/>
              <a:gd name="p0y6" fmla="*/ 2066 h 2120"/>
              <a:gd name="p0x7" fmla="*/ 17331 w 17385"/>
              <a:gd name="p0y7" fmla="*/ 2120 h 2120"/>
              <a:gd name="p0x8" fmla="*/ 17265 w 17385"/>
              <a:gd name="p0y8" fmla="*/ 2120 h 2120"/>
              <a:gd name="p0x9" fmla="*/ 120 w 17385"/>
              <a:gd name="p0y9" fmla="*/ 2120 h 2120"/>
              <a:gd name="p0x10" fmla="*/ 53 w 17385"/>
              <a:gd name="p0y10" fmla="*/ 2120 h 2120"/>
              <a:gd name="p0x11" fmla="*/ 0 w 17385"/>
              <a:gd name="p0y11" fmla="*/ 2066 h 2120"/>
              <a:gd name="p0x12" fmla="*/ 0 w 17385"/>
              <a:gd name="p0y12" fmla="*/ 2000 h 2120"/>
              <a:gd name="p0x13" fmla="*/ 0 w 17385"/>
              <a:gd name="p0y13" fmla="*/ 120 h 2120"/>
              <a:gd name="p0x14" fmla="*/ 0 w 17385"/>
              <a:gd name="p0y14" fmla="*/ 53 h 2120"/>
              <a:gd name="p0x15" fmla="*/ 53 w 17385"/>
              <a:gd name="p0y15" fmla="*/ 0 h 2120"/>
              <a:gd name="p0x16" fmla="*/ 120 w 17385"/>
              <a:gd name="p0y16" fmla="*/ 0 h 21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任意多边形 6"/>
          <p:cNvSpPr/>
          <p:nvPr>
            <p:custDataLst>
              <p:tags r:id="rId5"/>
            </p:custDataLst>
          </p:nvPr>
        </p:nvSpPr>
        <p:spPr>
          <a:xfrm>
            <a:off x="771525" y="2858770"/>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8" name="图片 7"/>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rcRect l="-2000" t="-3067" r="-2000" b="-3067"/>
          <a:stretch>
            <a:fillRect/>
          </a:stretch>
        </p:blipFill>
        <p:spPr>
          <a:xfrm>
            <a:off x="857250" y="2939415"/>
            <a:ext cx="247650" cy="252730"/>
          </a:xfrm>
          <a:prstGeom prst="rect">
            <a:avLst/>
          </a:prstGeom>
        </p:spPr>
      </p:pic>
      <p:sp>
        <p:nvSpPr>
          <p:cNvPr id="9" name="文本框 8"/>
          <p:cNvSpPr txBox="1"/>
          <p:nvPr>
            <p:custDataLst>
              <p:tags r:id="rId9"/>
            </p:custDataLst>
          </p:nvPr>
        </p:nvSpPr>
        <p:spPr>
          <a:xfrm>
            <a:off x="1304925" y="2885732"/>
            <a:ext cx="1333500" cy="365760"/>
          </a:xfrm>
          <a:prstGeom prst="rect">
            <a:avLst/>
          </a:prstGeom>
          <a:noFill/>
        </p:spPr>
        <p:txBody>
          <a:bodyPr wrap="square" lIns="0" tIns="0" rIns="0" bIns="0" rtlCol="0" anchor="t">
            <a:noAutofit/>
          </a:bodyPr>
          <a:p>
            <a:pPr algn="l">
              <a:lnSpc>
                <a:spcPct val="104000"/>
              </a:lnSpc>
            </a:pPr>
            <a:r>
              <a:rPr sz="2100" b="1">
                <a:solidFill>
                  <a:srgbClr val="EBF1FA"/>
                </a:solidFill>
                <a:latin typeface="微软雅黑" panose="020B0503020204020204" charset="-122"/>
                <a:ea typeface="微软雅黑" panose="020B0503020204020204" charset="-122"/>
              </a:rPr>
              <a:t>核心目标</a:t>
            </a:r>
            <a:endParaRPr sz="2100" b="1">
              <a:solidFill>
                <a:srgbClr val="EBF1FA"/>
              </a:solidFill>
              <a:latin typeface="微软雅黑" panose="020B0503020204020204" charset="-122"/>
              <a:ea typeface="微软雅黑" panose="020B0503020204020204" charset="-122"/>
            </a:endParaRPr>
          </a:p>
        </p:txBody>
      </p:sp>
      <p:sp>
        <p:nvSpPr>
          <p:cNvPr id="10" name="文本框 9"/>
          <p:cNvSpPr txBox="1"/>
          <p:nvPr>
            <p:custDataLst>
              <p:tags r:id="rId10"/>
            </p:custDataLst>
          </p:nvPr>
        </p:nvSpPr>
        <p:spPr>
          <a:xfrm>
            <a:off x="771525" y="3416274"/>
            <a:ext cx="10648950" cy="328613"/>
          </a:xfrm>
          <a:prstGeom prst="rect">
            <a:avLst/>
          </a:prstGeom>
          <a:noFill/>
        </p:spPr>
        <p:txBody>
          <a:bodyPr wrap="square" lIns="0" tIns="0" rIns="0" bIns="0" rtlCol="0" anchor="t">
            <a:noAutofit/>
          </a:bodyPr>
          <a:p>
            <a:pPr algn="l">
              <a:lnSpc>
                <a:spcPct val="133000"/>
              </a:lnSpc>
            </a:pPr>
            <a:r>
              <a:rPr sz="1500">
                <a:solidFill>
                  <a:srgbClr val="EBF1FA">
                    <a:alpha val="72157"/>
                  </a:srgbClr>
                </a:solidFill>
                <a:latin typeface="微软雅黑" panose="020B0503020204020204" charset="-122"/>
                <a:ea typeface="微软雅黑" panose="020B0503020204020204" charset="-122"/>
              </a:rPr>
              <a:t>让基于不同框架构建的异构智能体之间能够进行任务协作和安全通信</a:t>
            </a:r>
            <a:endParaRPr sz="1500">
              <a:solidFill>
                <a:srgbClr val="EBF1FA">
                  <a:alpha val="72157"/>
                </a:srgbClr>
              </a:solidFill>
              <a:latin typeface="微软雅黑" panose="020B0503020204020204" charset="-122"/>
              <a:ea typeface="微软雅黑" panose="020B0503020204020204" charset="-122"/>
            </a:endParaRPr>
          </a:p>
        </p:txBody>
      </p:sp>
      <p:sp>
        <p:nvSpPr>
          <p:cNvPr id="11" name="任意多边形 10"/>
          <p:cNvSpPr/>
          <p:nvPr>
            <p:custDataLst>
              <p:tags r:id="rId11"/>
            </p:custDataLst>
          </p:nvPr>
        </p:nvSpPr>
        <p:spPr>
          <a:xfrm>
            <a:off x="575945" y="4170045"/>
            <a:ext cx="11039475" cy="2301875"/>
          </a:xfrm>
          <a:custGeom>
            <a:avLst/>
            <a:gdLst>
              <a:gd name="sw" fmla="*/ 1 w 17385"/>
              <a:gd name="sh" fmla="*/ 1 h 3624"/>
              <a:gd name="mins" fmla="min sw sh"/>
              <a:gd name="dsw" fmla="+- 0 sw mins"/>
              <a:gd name="dsh" fmla="+- 0 sh mins"/>
              <a:gd name="p0x0" fmla="*/ 120 w 17385"/>
              <a:gd name="p0y0" fmla="*/ 0 h 3624"/>
              <a:gd name="p0x1" fmla="*/ 17265 w 17385"/>
              <a:gd name="p0y1" fmla="*/ 0 h 3624"/>
              <a:gd name="p0x2" fmla="*/ 17331 w 17385"/>
              <a:gd name="p0y2" fmla="*/ 0 h 3624"/>
              <a:gd name="p0x3" fmla="*/ 17385 w 17385"/>
              <a:gd name="p0y3" fmla="*/ 53 h 3624"/>
              <a:gd name="p0x4" fmla="*/ 17385 w 17385"/>
              <a:gd name="p0y4" fmla="*/ 120 h 3624"/>
              <a:gd name="p0x5" fmla="*/ 17385 w 17385"/>
              <a:gd name="p0y5" fmla="*/ 3504 h 3624"/>
              <a:gd name="p0x6" fmla="*/ 17385 w 17385"/>
              <a:gd name="p0y6" fmla="*/ 3571 h 3624"/>
              <a:gd name="p0x7" fmla="*/ 17331 w 17385"/>
              <a:gd name="p0y7" fmla="*/ 3624 h 3624"/>
              <a:gd name="p0x8" fmla="*/ 17265 w 17385"/>
              <a:gd name="p0y8" fmla="*/ 3624 h 3624"/>
              <a:gd name="p0x9" fmla="*/ 120 w 17385"/>
              <a:gd name="p0y9" fmla="*/ 3624 h 3624"/>
              <a:gd name="p0x10" fmla="*/ 53 w 17385"/>
              <a:gd name="p0y10" fmla="*/ 3624 h 3624"/>
              <a:gd name="p0x11" fmla="*/ 0 w 17385"/>
              <a:gd name="p0y11" fmla="*/ 3571 h 3624"/>
              <a:gd name="p0x12" fmla="*/ 0 w 17385"/>
              <a:gd name="p0y12" fmla="*/ 3504 h 3624"/>
              <a:gd name="p0x13" fmla="*/ 0 w 17385"/>
              <a:gd name="p0y13" fmla="*/ 120 h 3624"/>
              <a:gd name="p0x14" fmla="*/ 0 w 17385"/>
              <a:gd name="p0y14" fmla="*/ 53 h 3624"/>
              <a:gd name="p0x15" fmla="*/ 53 w 17385"/>
              <a:gd name="p0y15" fmla="*/ 0 h 3624"/>
              <a:gd name="p0x16" fmla="*/ 120 w 17385"/>
              <a:gd name="p0y16" fmla="*/ 0 h 3624"/>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任意多边形 11"/>
          <p:cNvSpPr/>
          <p:nvPr>
            <p:custDataLst>
              <p:tags r:id="rId12"/>
            </p:custDataLst>
          </p:nvPr>
        </p:nvSpPr>
        <p:spPr>
          <a:xfrm>
            <a:off x="771525" y="4365625"/>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3" name="图片 12"/>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rcRect l="-2000" t="-10303" r="-2000" b="-10303"/>
          <a:stretch>
            <a:fillRect/>
          </a:stretch>
        </p:blipFill>
        <p:spPr>
          <a:xfrm>
            <a:off x="857250" y="4446270"/>
            <a:ext cx="247650" cy="252730"/>
          </a:xfrm>
          <a:prstGeom prst="rect">
            <a:avLst/>
          </a:prstGeom>
        </p:spPr>
      </p:pic>
      <p:sp>
        <p:nvSpPr>
          <p:cNvPr id="14" name="文本框 13"/>
          <p:cNvSpPr txBox="1"/>
          <p:nvPr>
            <p:custDataLst>
              <p:tags r:id="rId16"/>
            </p:custDataLst>
          </p:nvPr>
        </p:nvSpPr>
        <p:spPr>
          <a:xfrm>
            <a:off x="1304925" y="4392320"/>
            <a:ext cx="1333500" cy="365760"/>
          </a:xfrm>
          <a:prstGeom prst="rect">
            <a:avLst/>
          </a:prstGeom>
          <a:noFill/>
        </p:spPr>
        <p:txBody>
          <a:bodyPr wrap="square" lIns="0" tIns="0" rIns="0" bIns="0" rtlCol="0" anchor="t">
            <a:noAutofit/>
          </a:bodyPr>
          <a:p>
            <a:pPr algn="l">
              <a:lnSpc>
                <a:spcPct val="104000"/>
              </a:lnSpc>
            </a:pPr>
            <a:r>
              <a:rPr sz="2100" b="1">
                <a:solidFill>
                  <a:srgbClr val="EBF1FA"/>
                </a:solidFill>
                <a:latin typeface="微软雅黑" panose="020B0503020204020204" charset="-122"/>
                <a:ea typeface="微软雅黑" panose="020B0503020204020204" charset="-122"/>
              </a:rPr>
              <a:t>核心价值</a:t>
            </a:r>
            <a:endParaRPr sz="2100" b="1">
              <a:solidFill>
                <a:srgbClr val="EBF1FA"/>
              </a:solidFill>
              <a:latin typeface="微软雅黑" panose="020B0503020204020204" charset="-122"/>
              <a:ea typeface="微软雅黑" panose="020B0503020204020204" charset="-122"/>
            </a:endParaRPr>
          </a:p>
        </p:txBody>
      </p:sp>
      <p:sp>
        <p:nvSpPr>
          <p:cNvPr id="15" name="任意多边形 14"/>
          <p:cNvSpPr/>
          <p:nvPr>
            <p:custDataLst>
              <p:tags r:id="rId17"/>
            </p:custDataLst>
          </p:nvPr>
        </p:nvSpPr>
        <p:spPr>
          <a:xfrm>
            <a:off x="771525" y="5081905"/>
            <a:ext cx="342900" cy="342900"/>
          </a:xfrm>
          <a:custGeom>
            <a:avLst/>
            <a:gdLst>
              <a:gd name="sw" fmla="*/ 1 w 540"/>
              <a:gd name="sh" fmla="*/ 1 h 540"/>
              <a:gd name="mins" fmla="min sw sh"/>
              <a:gd name="dsw" fmla="+- 0 sw mins"/>
              <a:gd name="dsh" fmla="+- 0 sh mins"/>
              <a:gd name="p0x0" fmla="*/ 120 w 540"/>
              <a:gd name="p0y0" fmla="*/ 0 h 540"/>
              <a:gd name="p0x1" fmla="*/ 420 w 540"/>
              <a:gd name="p0y1" fmla="*/ 0 h 540"/>
              <a:gd name="p0x2" fmla="*/ 486 w 540"/>
              <a:gd name="p0y2" fmla="*/ 0 h 540"/>
              <a:gd name="p0x3" fmla="*/ 540 w 540"/>
              <a:gd name="p0y3" fmla="*/ 53 h 540"/>
              <a:gd name="p0x4" fmla="*/ 540 w 540"/>
              <a:gd name="p0y4" fmla="*/ 120 h 540"/>
              <a:gd name="p0x5" fmla="*/ 540 w 540"/>
              <a:gd name="p0y5" fmla="*/ 420 h 540"/>
              <a:gd name="p0x6" fmla="*/ 540 w 540"/>
              <a:gd name="p0y6" fmla="*/ 486 h 540"/>
              <a:gd name="p0x7" fmla="*/ 486 w 540"/>
              <a:gd name="p0y7" fmla="*/ 540 h 540"/>
              <a:gd name="p0x8" fmla="*/ 420 w 540"/>
              <a:gd name="p0y8" fmla="*/ 540 h 540"/>
              <a:gd name="p0x9" fmla="*/ 120 w 540"/>
              <a:gd name="p0y9" fmla="*/ 540 h 540"/>
              <a:gd name="p0x10" fmla="*/ 53 w 540"/>
              <a:gd name="p0y10" fmla="*/ 540 h 540"/>
              <a:gd name="p0x11" fmla="*/ 0 w 540"/>
              <a:gd name="p0y11" fmla="*/ 486 h 540"/>
              <a:gd name="p0x12" fmla="*/ 0 w 540"/>
              <a:gd name="p0y12" fmla="*/ 420 h 540"/>
              <a:gd name="p0x13" fmla="*/ 0 w 540"/>
              <a:gd name="p0y13" fmla="*/ 120 h 540"/>
              <a:gd name="p0x14" fmla="*/ 0 w 540"/>
              <a:gd name="p0y14" fmla="*/ 53 h 540"/>
              <a:gd name="p0x15" fmla="*/ 53 w 540"/>
              <a:gd name="p0y15" fmla="*/ 0 h 540"/>
              <a:gd name="p0x16" fmla="*/ 120 w 540"/>
              <a:gd name="p0y16" fmla="*/ 0 h 54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6" name="图片 15"/>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rcRect l="-2949" t="-9123" r="-2949" b="-9123"/>
          <a:stretch>
            <a:fillRect/>
          </a:stretch>
        </p:blipFill>
        <p:spPr>
          <a:xfrm>
            <a:off x="811530" y="5144135"/>
            <a:ext cx="262255" cy="213995"/>
          </a:xfrm>
          <a:prstGeom prst="rect">
            <a:avLst/>
          </a:prstGeom>
        </p:spPr>
      </p:pic>
      <p:sp>
        <p:nvSpPr>
          <p:cNvPr id="17" name="文本框 16"/>
          <p:cNvSpPr txBox="1"/>
          <p:nvPr>
            <p:custDataLst>
              <p:tags r:id="rId21"/>
            </p:custDataLst>
          </p:nvPr>
        </p:nvSpPr>
        <p:spPr>
          <a:xfrm>
            <a:off x="1266825" y="4964316"/>
            <a:ext cx="6144663" cy="261938"/>
          </a:xfrm>
          <a:prstGeom prst="rect">
            <a:avLst/>
          </a:prstGeom>
          <a:noFill/>
        </p:spPr>
        <p:txBody>
          <a:bodyPr wrap="square" lIns="0" tIns="0" rIns="0" bIns="0" rtlCol="0" anchor="t">
            <a:noAutofit/>
          </a:bodyPr>
          <a:p>
            <a:pPr algn="l">
              <a:lnSpc>
                <a:spcPct val="104000"/>
              </a:lnSpc>
            </a:pPr>
            <a:r>
              <a:rPr lang="zh-CN" altLang="en-US" sz="1500" b="1">
                <a:solidFill>
                  <a:srgbClr val="EBF1FA"/>
                </a:solidFill>
                <a:latin typeface="微软雅黑" panose="020B0503020204020204" charset="-122"/>
                <a:ea typeface="微软雅黑" panose="020B0503020204020204" charset="-122"/>
                <a:cs typeface="微软雅黑" panose="020B0503020204020204" charset="-122"/>
              </a:rPr>
              <a:t>推进多</a:t>
            </a:r>
            <a:r>
              <a:rPr lang="en-US" altLang="zh-CN" sz="1500" b="1">
                <a:solidFill>
                  <a:srgbClr val="EBF1FA"/>
                </a:solidFill>
                <a:latin typeface="微软雅黑" panose="020B0503020204020204" charset="-122"/>
                <a:ea typeface="微软雅黑" panose="020B0503020204020204" charset="-122"/>
                <a:cs typeface="微软雅黑" panose="020B0503020204020204" charset="-122"/>
              </a:rPr>
              <a:t>Agent</a:t>
            </a:r>
            <a:r>
              <a:rPr lang="zh-CN" altLang="en-US" sz="1500" b="1">
                <a:solidFill>
                  <a:srgbClr val="EBF1FA"/>
                </a:solidFill>
                <a:latin typeface="微软雅黑" panose="020B0503020204020204" charset="-122"/>
                <a:ea typeface="微软雅黑" panose="020B0503020204020204" charset="-122"/>
                <a:cs typeface="微软雅黑" panose="020B0503020204020204" charset="-122"/>
              </a:rPr>
              <a:t>协作</a:t>
            </a:r>
            <a:endParaRPr lang="zh-CN" altLang="en-US" sz="1500" b="1">
              <a:solidFill>
                <a:srgbClr val="EBF1FA"/>
              </a:solidFill>
              <a:latin typeface="微软雅黑" panose="020B0503020204020204" charset="-122"/>
              <a:ea typeface="微软雅黑" panose="020B0503020204020204" charset="-122"/>
              <a:cs typeface="微软雅黑" panose="020B0503020204020204" charset="-122"/>
            </a:endParaRPr>
          </a:p>
        </p:txBody>
      </p:sp>
      <p:sp>
        <p:nvSpPr>
          <p:cNvPr id="18" name="文本框 17"/>
          <p:cNvSpPr txBox="1"/>
          <p:nvPr>
            <p:custDataLst>
              <p:tags r:id="rId22"/>
            </p:custDataLst>
          </p:nvPr>
        </p:nvSpPr>
        <p:spPr>
          <a:xfrm>
            <a:off x="1266825" y="5239588"/>
            <a:ext cx="6487563" cy="297180"/>
          </a:xfrm>
          <a:prstGeom prst="rect">
            <a:avLst/>
          </a:prstGeom>
          <a:noFill/>
        </p:spPr>
        <p:txBody>
          <a:bodyPr wrap="square" lIns="0" tIns="0" rIns="0" bIns="0" rtlCol="0" anchor="t">
            <a:noAutofit/>
          </a:bodyPr>
          <a:p>
            <a:pPr algn="l">
              <a:lnSpc>
                <a:spcPct val="133000"/>
              </a:lnSpc>
            </a:pPr>
            <a:r>
              <a:rPr lang="zh-CN" altLang="en-US" sz="1350">
                <a:solidFill>
                  <a:srgbClr val="EBF1FA">
                    <a:alpha val="72157"/>
                  </a:srgbClr>
                </a:solidFill>
                <a:latin typeface="微软雅黑" panose="020B0503020204020204" charset="-122"/>
                <a:ea typeface="微软雅黑" panose="020B0503020204020204" charset="-122"/>
                <a:cs typeface="微软雅黑" panose="020B0503020204020204" charset="-122"/>
              </a:rPr>
              <a:t>不同</a:t>
            </a:r>
            <a:r>
              <a:rPr lang="en-US" altLang="zh-CN" sz="1350">
                <a:solidFill>
                  <a:srgbClr val="EBF1FA">
                    <a:alpha val="72157"/>
                  </a:srgbClr>
                </a:solidFill>
                <a:latin typeface="微软雅黑" panose="020B0503020204020204" charset="-122"/>
                <a:ea typeface="微软雅黑" panose="020B0503020204020204" charset="-122"/>
                <a:cs typeface="微软雅黑" panose="020B0503020204020204" charset="-122"/>
              </a:rPr>
              <a:t>Agent</a:t>
            </a:r>
            <a:r>
              <a:rPr lang="zh-CN" altLang="en-US" sz="1350">
                <a:solidFill>
                  <a:srgbClr val="EBF1FA">
                    <a:alpha val="72157"/>
                  </a:srgbClr>
                </a:solidFill>
                <a:latin typeface="微软雅黑" panose="020B0503020204020204" charset="-122"/>
                <a:ea typeface="微软雅黑" panose="020B0503020204020204" charset="-122"/>
                <a:cs typeface="微软雅黑" panose="020B0503020204020204" charset="-122"/>
              </a:rPr>
              <a:t>通过</a:t>
            </a:r>
            <a:r>
              <a:rPr lang="en-US" altLang="zh-CN" sz="1350">
                <a:solidFill>
                  <a:srgbClr val="EBF1FA">
                    <a:alpha val="72157"/>
                  </a:srgbClr>
                </a:solidFill>
                <a:latin typeface="微软雅黑" panose="020B0503020204020204" charset="-122"/>
                <a:ea typeface="微软雅黑" panose="020B0503020204020204" charset="-122"/>
                <a:cs typeface="微软雅黑" panose="020B0503020204020204" charset="-122"/>
              </a:rPr>
              <a:t>A2A</a:t>
            </a:r>
            <a:r>
              <a:rPr lang="zh-CN" altLang="en-US" sz="1350">
                <a:solidFill>
                  <a:srgbClr val="EBF1FA">
                    <a:alpha val="72157"/>
                  </a:srgbClr>
                </a:solidFill>
                <a:latin typeface="微软雅黑" panose="020B0503020204020204" charset="-122"/>
                <a:ea typeface="微软雅黑" panose="020B0503020204020204" charset="-122"/>
                <a:cs typeface="微软雅黑" panose="020B0503020204020204" charset="-122"/>
              </a:rPr>
              <a:t>协议实现跨框架、跨领域协作，发挥各自优势，形成互补效应</a:t>
            </a:r>
            <a:endParaRPr lang="zh-CN" altLang="en-US" sz="135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19" name="任意多边形 18"/>
          <p:cNvSpPr/>
          <p:nvPr>
            <p:custDataLst>
              <p:tags r:id="rId23"/>
            </p:custDataLst>
          </p:nvPr>
        </p:nvSpPr>
        <p:spPr>
          <a:xfrm>
            <a:off x="771525" y="5788660"/>
            <a:ext cx="342900" cy="342900"/>
          </a:xfrm>
          <a:custGeom>
            <a:avLst/>
            <a:gdLst>
              <a:gd name="sw" fmla="*/ 1 w 540"/>
              <a:gd name="sh" fmla="*/ 1 h 540"/>
              <a:gd name="mins" fmla="min sw sh"/>
              <a:gd name="dsw" fmla="+- 0 sw mins"/>
              <a:gd name="dsh" fmla="+- 0 sh mins"/>
              <a:gd name="p0x0" fmla="*/ 120 w 540"/>
              <a:gd name="p0y0" fmla="*/ 0 h 540"/>
              <a:gd name="p0x1" fmla="*/ 420 w 540"/>
              <a:gd name="p0y1" fmla="*/ 0 h 540"/>
              <a:gd name="p0x2" fmla="*/ 486 w 540"/>
              <a:gd name="p0y2" fmla="*/ 0 h 540"/>
              <a:gd name="p0x3" fmla="*/ 540 w 540"/>
              <a:gd name="p0y3" fmla="*/ 53 h 540"/>
              <a:gd name="p0x4" fmla="*/ 540 w 540"/>
              <a:gd name="p0y4" fmla="*/ 120 h 540"/>
              <a:gd name="p0x5" fmla="*/ 540 w 540"/>
              <a:gd name="p0y5" fmla="*/ 420 h 540"/>
              <a:gd name="p0x6" fmla="*/ 540 w 540"/>
              <a:gd name="p0y6" fmla="*/ 486 h 540"/>
              <a:gd name="p0x7" fmla="*/ 486 w 540"/>
              <a:gd name="p0y7" fmla="*/ 540 h 540"/>
              <a:gd name="p0x8" fmla="*/ 420 w 540"/>
              <a:gd name="p0y8" fmla="*/ 540 h 540"/>
              <a:gd name="p0x9" fmla="*/ 120 w 540"/>
              <a:gd name="p0y9" fmla="*/ 540 h 540"/>
              <a:gd name="p0x10" fmla="*/ 53 w 540"/>
              <a:gd name="p0y10" fmla="*/ 540 h 540"/>
              <a:gd name="p0x11" fmla="*/ 0 w 540"/>
              <a:gd name="p0y11" fmla="*/ 486 h 540"/>
              <a:gd name="p0x12" fmla="*/ 0 w 540"/>
              <a:gd name="p0y12" fmla="*/ 420 h 540"/>
              <a:gd name="p0x13" fmla="*/ 0 w 540"/>
              <a:gd name="p0y13" fmla="*/ 120 h 540"/>
              <a:gd name="p0x14" fmla="*/ 0 w 540"/>
              <a:gd name="p0y14" fmla="*/ 53 h 540"/>
              <a:gd name="p0x15" fmla="*/ 53 w 540"/>
              <a:gd name="p0y15" fmla="*/ 0 h 540"/>
              <a:gd name="p0x16" fmla="*/ 120 w 540"/>
              <a:gd name="p0y16" fmla="*/ 0 h 54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0" name="图片 19"/>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rcRect l="-2949" t="-3651" r="-2949" b="-3651"/>
          <a:stretch>
            <a:fillRect/>
          </a:stretch>
        </p:blipFill>
        <p:spPr>
          <a:xfrm>
            <a:off x="811530" y="5850255"/>
            <a:ext cx="262255" cy="214630"/>
          </a:xfrm>
          <a:prstGeom prst="rect">
            <a:avLst/>
          </a:prstGeom>
        </p:spPr>
      </p:pic>
      <p:sp>
        <p:nvSpPr>
          <p:cNvPr id="21" name="文本框 20"/>
          <p:cNvSpPr txBox="1"/>
          <p:nvPr>
            <p:custDataLst>
              <p:tags r:id="rId27"/>
            </p:custDataLst>
          </p:nvPr>
        </p:nvSpPr>
        <p:spPr>
          <a:xfrm>
            <a:off x="1266825" y="5670576"/>
            <a:ext cx="6281585" cy="261938"/>
          </a:xfrm>
          <a:prstGeom prst="rect">
            <a:avLst/>
          </a:prstGeom>
          <a:noFill/>
        </p:spPr>
        <p:txBody>
          <a:bodyPr wrap="square" lIns="0" tIns="0" rIns="0" bIns="0" rtlCol="0" anchor="t">
            <a:noAutofit/>
          </a:bodyPr>
          <a:p>
            <a:pPr algn="l">
              <a:lnSpc>
                <a:spcPct val="104000"/>
              </a:lnSpc>
            </a:pPr>
            <a:r>
              <a:rPr sz="1500" b="1">
                <a:solidFill>
                  <a:srgbClr val="EBF1FA"/>
                </a:solidFill>
                <a:latin typeface="微软雅黑" panose="020B0503020204020204" charset="-122"/>
                <a:ea typeface="微软雅黑" panose="020B0503020204020204" charset="-122"/>
              </a:rPr>
              <a:t>驱动业务流程自动化</a:t>
            </a:r>
            <a:endParaRPr sz="1500" b="1">
              <a:solidFill>
                <a:srgbClr val="EBF1FA"/>
              </a:solidFill>
              <a:latin typeface="微软雅黑" panose="020B0503020204020204" charset="-122"/>
              <a:ea typeface="微软雅黑" panose="020B0503020204020204" charset="-122"/>
            </a:endParaRPr>
          </a:p>
        </p:txBody>
      </p:sp>
      <p:sp>
        <p:nvSpPr>
          <p:cNvPr id="22" name="文本框 21"/>
          <p:cNvSpPr txBox="1"/>
          <p:nvPr>
            <p:custDataLst>
              <p:tags r:id="rId28"/>
            </p:custDataLst>
          </p:nvPr>
        </p:nvSpPr>
        <p:spPr>
          <a:xfrm>
            <a:off x="1266825" y="5945848"/>
            <a:ext cx="6624485" cy="297180"/>
          </a:xfrm>
          <a:prstGeom prst="rect">
            <a:avLst/>
          </a:prstGeom>
          <a:noFill/>
        </p:spPr>
        <p:txBody>
          <a:bodyPr wrap="square" lIns="0" tIns="0" rIns="0" bIns="0" rtlCol="0" anchor="t">
            <a:noAutofit/>
          </a:bodyPr>
          <a:p>
            <a:pPr algn="l">
              <a:lnSpc>
                <a:spcPct val="133000"/>
              </a:lnSpc>
            </a:pPr>
            <a:r>
              <a:rPr lang="en-US" altLang="en-US" sz="1350">
                <a:solidFill>
                  <a:srgbClr val="EBF1FA">
                    <a:alpha val="72157"/>
                  </a:srgbClr>
                </a:solidFill>
                <a:latin typeface="微软雅黑" panose="020B0503020204020204" charset="-122"/>
                <a:ea typeface="微软雅黑" panose="020B0503020204020204" charset="-122"/>
                <a:cs typeface="微软雅黑" panose="020B0503020204020204" charset="-122"/>
              </a:rPr>
              <a:t>Agent</a:t>
            </a:r>
            <a:r>
              <a:rPr lang="zh-CN" altLang="en-US" sz="1350">
                <a:solidFill>
                  <a:srgbClr val="EBF1FA">
                    <a:alpha val="72157"/>
                  </a:srgbClr>
                </a:solidFill>
                <a:latin typeface="微软雅黑" panose="020B0503020204020204" charset="-122"/>
                <a:ea typeface="微软雅黑" panose="020B0503020204020204" charset="-122"/>
                <a:cs typeface="微软雅黑" panose="020B0503020204020204" charset="-122"/>
              </a:rPr>
              <a:t>能够委派子任务、交换信息和协调行动，解决单个</a:t>
            </a:r>
            <a:r>
              <a:rPr lang="en-US" altLang="zh-CN" sz="1350">
                <a:solidFill>
                  <a:srgbClr val="EBF1FA">
                    <a:alpha val="72157"/>
                  </a:srgbClr>
                </a:solidFill>
                <a:latin typeface="微软雅黑" panose="020B0503020204020204" charset="-122"/>
                <a:ea typeface="微软雅黑" panose="020B0503020204020204" charset="-122"/>
                <a:cs typeface="微软雅黑" panose="020B0503020204020204" charset="-122"/>
              </a:rPr>
              <a:t>Agent</a:t>
            </a:r>
            <a:r>
              <a:rPr lang="zh-CN" altLang="en-US" sz="1350">
                <a:solidFill>
                  <a:srgbClr val="EBF1FA">
                    <a:alpha val="72157"/>
                  </a:srgbClr>
                </a:solidFill>
                <a:latin typeface="微软雅黑" panose="020B0503020204020204" charset="-122"/>
                <a:ea typeface="微软雅黑" panose="020B0503020204020204" charset="-122"/>
                <a:cs typeface="微软雅黑" panose="020B0503020204020204" charset="-122"/>
              </a:rPr>
              <a:t>无法解决的复杂问题</a:t>
            </a:r>
            <a:endParaRPr lang="zh-CN" altLang="en-US" sz="135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188"/>
            <a:ext cx="11125200" cy="500063"/>
          </a:xfrm>
          <a:prstGeom prst="rect">
            <a:avLst/>
          </a:prstGeom>
          <a:noFill/>
        </p:spPr>
        <p:txBody>
          <a:bodyPr wrap="square" lIns="0" tIns="0" rIns="0" bIns="0" rtlCol="0" anchor="t">
            <a:noAutofit/>
          </a:bodyPr>
          <a:p>
            <a:pPr algn="l">
              <a:lnSpc>
                <a:spcPct val="100000"/>
              </a:lnSpc>
            </a:pPr>
            <a:r>
              <a:rPr lang="en-US" sz="3000" b="1">
                <a:solidFill>
                  <a:srgbClr val="EBF1FA"/>
                </a:solidFill>
                <a:latin typeface="微软雅黑" panose="020B0503020204020204" charset="-122"/>
                <a:ea typeface="微软雅黑" panose="020B0503020204020204" charset="-122"/>
                <a:cs typeface="微软雅黑" panose="020B0503020204020204" charset="-122"/>
              </a:rPr>
              <a:t>A2A</a:t>
            </a:r>
            <a:r>
              <a:rPr lang="zh-CN" sz="3000" b="1">
                <a:solidFill>
                  <a:srgbClr val="EBF1FA"/>
                </a:solidFill>
                <a:latin typeface="微软雅黑" panose="020B0503020204020204" charset="-122"/>
                <a:ea typeface="微软雅黑" panose="020B0503020204020204" charset="-122"/>
                <a:cs typeface="微软雅黑" panose="020B0503020204020204" charset="-122"/>
              </a:rPr>
              <a:t>的四大核心特性</a:t>
            </a:r>
            <a:endParaRPr lang="zh-CN" sz="3000" b="1">
              <a:solidFill>
                <a:srgbClr val="EBF1FA"/>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2"/>
            </p:custDataLst>
          </p:nvPr>
        </p:nvSpPr>
        <p:spPr>
          <a:xfrm>
            <a:off x="571500" y="1082993"/>
            <a:ext cx="232324" cy="801053"/>
          </a:xfrm>
          <a:prstGeom prst="rect">
            <a:avLst/>
          </a:prstGeom>
          <a:noFill/>
        </p:spPr>
        <p:txBody>
          <a:bodyPr wrap="square" lIns="0" tIns="0" rIns="0" bIns="0" rtlCol="0" anchor="t">
            <a:noAutofit/>
          </a:bodyPr>
          <a:p>
            <a:pPr algn="l">
              <a:lnSpc>
                <a:spcPct val="104000"/>
              </a:lnSpc>
            </a:pPr>
            <a:r>
              <a:rPr sz="2400" b="1">
                <a:solidFill>
                  <a:srgbClr val="696CFF"/>
                </a:solidFill>
                <a:latin typeface="微软雅黑" panose="020B0503020204020204" charset="-122"/>
                <a:ea typeface="微软雅黑" panose="020B0503020204020204" charset="-122"/>
              </a:rPr>
              <a:t>1.</a:t>
            </a:r>
            <a:endParaRPr sz="2400" b="1">
              <a:solidFill>
                <a:srgbClr val="696CFF"/>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881282" y="1136332"/>
            <a:ext cx="2281019" cy="699135"/>
          </a:xfrm>
          <a:prstGeom prst="rect">
            <a:avLst/>
          </a:prstGeom>
          <a:noFill/>
        </p:spPr>
        <p:txBody>
          <a:bodyPr wrap="square" lIns="0" tIns="0" rIns="0" bIns="0" rtlCol="0" anchor="t">
            <a:noAutofit/>
          </a:bodyPr>
          <a:p>
            <a:pPr algn="l">
              <a:lnSpc>
                <a:spcPct val="104000"/>
              </a:lnSpc>
            </a:pPr>
            <a:r>
              <a:rPr lang="zh-CN" altLang="en-US" sz="2100" b="1">
                <a:solidFill>
                  <a:srgbClr val="EBF1FA"/>
                </a:solidFill>
                <a:latin typeface="微软雅黑" panose="020B0503020204020204" charset="-122"/>
                <a:ea typeface="微软雅黑" panose="020B0503020204020204" charset="-122"/>
                <a:cs typeface="微软雅黑" panose="020B0503020204020204" charset="-122"/>
              </a:rPr>
              <a:t>统一的</a:t>
            </a:r>
            <a:r>
              <a:rPr lang="en-US" altLang="zh-CN" sz="2100" b="1">
                <a:solidFill>
                  <a:srgbClr val="EBF1FA"/>
                </a:solidFill>
                <a:latin typeface="微软雅黑" panose="020B0503020204020204" charset="-122"/>
                <a:ea typeface="微软雅黑" panose="020B0503020204020204" charset="-122"/>
                <a:cs typeface="微软雅黑" panose="020B0503020204020204" charset="-122"/>
              </a:rPr>
              <a:t>Agent</a:t>
            </a:r>
            <a:r>
              <a:rPr lang="zh-CN" altLang="en-US" sz="2100" b="1">
                <a:solidFill>
                  <a:srgbClr val="EBF1FA"/>
                </a:solidFill>
                <a:latin typeface="微软雅黑" panose="020B0503020204020204" charset="-122"/>
                <a:ea typeface="微软雅黑" panose="020B0503020204020204" charset="-122"/>
                <a:cs typeface="微软雅黑" panose="020B0503020204020204" charset="-122"/>
              </a:rPr>
              <a:t>能力发现机制</a:t>
            </a:r>
            <a:endParaRPr lang="zh-CN" altLang="en-US" sz="2100" b="1">
              <a:solidFill>
                <a:srgbClr val="EBF1FA"/>
              </a:solidFill>
              <a:latin typeface="微软雅黑" panose="020B0503020204020204" charset="-122"/>
              <a:ea typeface="微软雅黑" panose="020B0503020204020204" charset="-122"/>
              <a:cs typeface="微软雅黑" panose="020B0503020204020204" charset="-122"/>
            </a:endParaRPr>
          </a:p>
        </p:txBody>
      </p:sp>
      <p:sp>
        <p:nvSpPr>
          <p:cNvPr id="6" name="任意多边形 5"/>
          <p:cNvSpPr/>
          <p:nvPr>
            <p:custDataLst>
              <p:tags r:id="rId4"/>
            </p:custDataLst>
          </p:nvPr>
        </p:nvSpPr>
        <p:spPr>
          <a:xfrm>
            <a:off x="571500" y="3562350"/>
            <a:ext cx="342900" cy="342900"/>
          </a:xfrm>
          <a:custGeom>
            <a:avLst/>
            <a:gdLst>
              <a:gd name="sw" fmla="*/ 1 w 540"/>
              <a:gd name="sh" fmla="*/ 1 h 540"/>
              <a:gd name="mins" fmla="min sw sh"/>
              <a:gd name="dsw" fmla="+- 0 sw mins"/>
              <a:gd name="dsh" fmla="+- 0 sh mins"/>
              <a:gd name="p0x0" fmla="*/ 120 w 540"/>
              <a:gd name="p0y0" fmla="*/ 0 h 540"/>
              <a:gd name="p0x1" fmla="*/ 420 w 540"/>
              <a:gd name="p0y1" fmla="*/ 0 h 540"/>
              <a:gd name="p0x2" fmla="*/ 486 w 540"/>
              <a:gd name="p0y2" fmla="*/ 0 h 540"/>
              <a:gd name="p0x3" fmla="*/ 540 w 540"/>
              <a:gd name="p0y3" fmla="*/ 53 h 540"/>
              <a:gd name="p0x4" fmla="*/ 540 w 540"/>
              <a:gd name="p0y4" fmla="*/ 120 h 540"/>
              <a:gd name="p0x5" fmla="*/ 540 w 540"/>
              <a:gd name="p0y5" fmla="*/ 420 h 540"/>
              <a:gd name="p0x6" fmla="*/ 540 w 540"/>
              <a:gd name="p0y6" fmla="*/ 486 h 540"/>
              <a:gd name="p0x7" fmla="*/ 486 w 540"/>
              <a:gd name="p0y7" fmla="*/ 540 h 540"/>
              <a:gd name="p0x8" fmla="*/ 420 w 540"/>
              <a:gd name="p0y8" fmla="*/ 540 h 540"/>
              <a:gd name="p0x9" fmla="*/ 120 w 540"/>
              <a:gd name="p0y9" fmla="*/ 540 h 540"/>
              <a:gd name="p0x10" fmla="*/ 53 w 540"/>
              <a:gd name="p0y10" fmla="*/ 540 h 540"/>
              <a:gd name="p0x11" fmla="*/ 0 w 540"/>
              <a:gd name="p0y11" fmla="*/ 486 h 540"/>
              <a:gd name="p0x12" fmla="*/ 0 w 540"/>
              <a:gd name="p0y12" fmla="*/ 420 h 540"/>
              <a:gd name="p0x13" fmla="*/ 0 w 540"/>
              <a:gd name="p0y13" fmla="*/ 120 h 540"/>
              <a:gd name="p0x14" fmla="*/ 0 w 540"/>
              <a:gd name="p0y14" fmla="*/ 53 h 540"/>
              <a:gd name="p0x15" fmla="*/ 53 w 540"/>
              <a:gd name="p0y15" fmla="*/ 0 h 540"/>
              <a:gd name="p0x16" fmla="*/ 120 w 540"/>
              <a:gd name="p0y16" fmla="*/ 0 h 54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7" name="图片 6"/>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rcRect l="-2083" t="-12593" r="-2083" b="-12593"/>
          <a:stretch>
            <a:fillRect/>
          </a:stretch>
        </p:blipFill>
        <p:spPr>
          <a:xfrm>
            <a:off x="623570" y="3623945"/>
            <a:ext cx="238125" cy="214630"/>
          </a:xfrm>
          <a:prstGeom prst="rect">
            <a:avLst/>
          </a:prstGeom>
        </p:spPr>
      </p:pic>
      <p:sp>
        <p:nvSpPr>
          <p:cNvPr id="8" name="文本框 7"/>
          <p:cNvSpPr txBox="1"/>
          <p:nvPr>
            <p:custDataLst>
              <p:tags r:id="rId8"/>
            </p:custDataLst>
          </p:nvPr>
        </p:nvSpPr>
        <p:spPr>
          <a:xfrm>
            <a:off x="1028700" y="3548063"/>
            <a:ext cx="2133600" cy="633413"/>
          </a:xfrm>
          <a:prstGeom prst="rect">
            <a:avLst/>
          </a:prstGeom>
          <a:noFill/>
        </p:spPr>
        <p:txBody>
          <a:bodyPr wrap="square" lIns="0" tIns="0" rIns="0" bIns="0" rtlCol="0" anchor="t">
            <a:noAutofit/>
          </a:bodyPr>
          <a:p>
            <a:pPr algn="l">
              <a:lnSpc>
                <a:spcPct val="133000"/>
              </a:lnSpc>
            </a:pPr>
            <a:r>
              <a:rPr 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Agent</a:t>
            </a:r>
            <a:r>
              <a:rPr 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之间直接进行能力协商，无需人工沟通</a:t>
            </a:r>
            <a:endParaRPr lang="zh-CN" sz="150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9" name="任意多边形 8"/>
          <p:cNvSpPr/>
          <p:nvPr>
            <p:custDataLst>
              <p:tags r:id="rId9"/>
            </p:custDataLst>
          </p:nvPr>
        </p:nvSpPr>
        <p:spPr>
          <a:xfrm>
            <a:off x="571500" y="4286250"/>
            <a:ext cx="342900" cy="342900"/>
          </a:xfrm>
          <a:custGeom>
            <a:avLst/>
            <a:gdLst>
              <a:gd name="sw" fmla="*/ 1 w 540"/>
              <a:gd name="sh" fmla="*/ 1 h 540"/>
              <a:gd name="mins" fmla="min sw sh"/>
              <a:gd name="dsw" fmla="+- 0 sw mins"/>
              <a:gd name="dsh" fmla="+- 0 sh mins"/>
              <a:gd name="p0x0" fmla="*/ 120 w 540"/>
              <a:gd name="p0y0" fmla="*/ 0 h 540"/>
              <a:gd name="p0x1" fmla="*/ 420 w 540"/>
              <a:gd name="p0y1" fmla="*/ 0 h 540"/>
              <a:gd name="p0x2" fmla="*/ 486 w 540"/>
              <a:gd name="p0y2" fmla="*/ 0 h 540"/>
              <a:gd name="p0x3" fmla="*/ 540 w 540"/>
              <a:gd name="p0y3" fmla="*/ 53 h 540"/>
              <a:gd name="p0x4" fmla="*/ 540 w 540"/>
              <a:gd name="p0y4" fmla="*/ 120 h 540"/>
              <a:gd name="p0x5" fmla="*/ 540 w 540"/>
              <a:gd name="p0y5" fmla="*/ 420 h 540"/>
              <a:gd name="p0x6" fmla="*/ 540 w 540"/>
              <a:gd name="p0y6" fmla="*/ 486 h 540"/>
              <a:gd name="p0x7" fmla="*/ 486 w 540"/>
              <a:gd name="p0y7" fmla="*/ 540 h 540"/>
              <a:gd name="p0x8" fmla="*/ 420 w 540"/>
              <a:gd name="p0y8" fmla="*/ 540 h 540"/>
              <a:gd name="p0x9" fmla="*/ 120 w 540"/>
              <a:gd name="p0y9" fmla="*/ 540 h 540"/>
              <a:gd name="p0x10" fmla="*/ 53 w 540"/>
              <a:gd name="p0y10" fmla="*/ 540 h 540"/>
              <a:gd name="p0x11" fmla="*/ 0 w 540"/>
              <a:gd name="p0y11" fmla="*/ 486 h 540"/>
              <a:gd name="p0x12" fmla="*/ 0 w 540"/>
              <a:gd name="p0y12" fmla="*/ 420 h 540"/>
              <a:gd name="p0x13" fmla="*/ 0 w 540"/>
              <a:gd name="p0y13" fmla="*/ 120 h 540"/>
              <a:gd name="p0x14" fmla="*/ 0 w 540"/>
              <a:gd name="p0y14" fmla="*/ 53 h 540"/>
              <a:gd name="p0x15" fmla="*/ 53 w 540"/>
              <a:gd name="p0y15" fmla="*/ 0 h 540"/>
              <a:gd name="p0x16" fmla="*/ 120 w 540"/>
              <a:gd name="p0y16" fmla="*/ 0 h 54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0" name="图片 9"/>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rcRect l="-4259" t="-1212" r="-4259" b="-1212"/>
          <a:stretch>
            <a:fillRect/>
          </a:stretch>
        </p:blipFill>
        <p:spPr>
          <a:xfrm>
            <a:off x="649605" y="4347845"/>
            <a:ext cx="186055" cy="214630"/>
          </a:xfrm>
          <a:prstGeom prst="rect">
            <a:avLst/>
          </a:prstGeom>
        </p:spPr>
      </p:pic>
      <p:sp>
        <p:nvSpPr>
          <p:cNvPr id="11" name="文本框 10"/>
          <p:cNvSpPr txBox="1"/>
          <p:nvPr>
            <p:custDataLst>
              <p:tags r:id="rId13"/>
            </p:custDataLst>
          </p:nvPr>
        </p:nvSpPr>
        <p:spPr>
          <a:xfrm>
            <a:off x="1028700" y="4271963"/>
            <a:ext cx="2133600" cy="633413"/>
          </a:xfrm>
          <a:prstGeom prst="rect">
            <a:avLst/>
          </a:prstGeom>
          <a:noFill/>
        </p:spPr>
        <p:txBody>
          <a:bodyPr wrap="square" lIns="0" tIns="0" rIns="0" bIns="0" rtlCol="0" anchor="t">
            <a:noAutofit/>
          </a:bodyPr>
          <a:p>
            <a:pPr algn="l">
              <a:lnSpc>
                <a:spcPct val="133000"/>
              </a:lnSpc>
            </a:pP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解决大量</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Agent</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协作时的低效问题</a:t>
            </a:r>
            <a:endPar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custDataLst>
              <p:tags r:id="rId14"/>
            </p:custDataLst>
          </p:nvPr>
        </p:nvSpPr>
        <p:spPr>
          <a:xfrm>
            <a:off x="3390900" y="1082993"/>
            <a:ext cx="232324" cy="801053"/>
          </a:xfrm>
          <a:prstGeom prst="rect">
            <a:avLst/>
          </a:prstGeom>
          <a:noFill/>
        </p:spPr>
        <p:txBody>
          <a:bodyPr wrap="square" lIns="0" tIns="0" rIns="0" bIns="0" rtlCol="0" anchor="t">
            <a:noAutofit/>
          </a:bodyPr>
          <a:p>
            <a:pPr algn="l">
              <a:lnSpc>
                <a:spcPct val="104000"/>
              </a:lnSpc>
            </a:pPr>
            <a:r>
              <a:rPr sz="2400" b="1">
                <a:solidFill>
                  <a:srgbClr val="696CFF"/>
                </a:solidFill>
                <a:latin typeface="微软雅黑" panose="020B0503020204020204" charset="-122"/>
                <a:ea typeface="微软雅黑" panose="020B0503020204020204" charset="-122"/>
              </a:rPr>
              <a:t>2.</a:t>
            </a:r>
            <a:endParaRPr sz="2400" b="1">
              <a:solidFill>
                <a:srgbClr val="696CFF"/>
              </a:solidFill>
              <a:latin typeface="微软雅黑" panose="020B0503020204020204" charset="-122"/>
              <a:ea typeface="微软雅黑" panose="020B0503020204020204" charset="-122"/>
            </a:endParaRPr>
          </a:p>
        </p:txBody>
      </p:sp>
      <p:sp>
        <p:nvSpPr>
          <p:cNvPr id="13" name="文本框 12"/>
          <p:cNvSpPr txBox="1"/>
          <p:nvPr>
            <p:custDataLst>
              <p:tags r:id="rId15"/>
            </p:custDataLst>
          </p:nvPr>
        </p:nvSpPr>
        <p:spPr>
          <a:xfrm>
            <a:off x="3732981" y="1136332"/>
            <a:ext cx="2248719" cy="699135"/>
          </a:xfrm>
          <a:prstGeom prst="rect">
            <a:avLst/>
          </a:prstGeom>
          <a:noFill/>
        </p:spPr>
        <p:txBody>
          <a:bodyPr wrap="square" lIns="0" tIns="0" rIns="0" bIns="0" rtlCol="0" anchor="t">
            <a:noAutofit/>
          </a:bodyPr>
          <a:p>
            <a:pPr algn="l">
              <a:lnSpc>
                <a:spcPct val="104000"/>
              </a:lnSpc>
            </a:pPr>
            <a:r>
              <a:rPr sz="2100" b="1">
                <a:solidFill>
                  <a:srgbClr val="EBF1FA"/>
                </a:solidFill>
                <a:latin typeface="微软雅黑" panose="020B0503020204020204" charset="-122"/>
                <a:ea typeface="微软雅黑" panose="020B0503020204020204" charset="-122"/>
              </a:rPr>
              <a:t>多种交互数据格式支持</a:t>
            </a:r>
            <a:endParaRPr sz="2100" b="1">
              <a:solidFill>
                <a:srgbClr val="EBF1FA"/>
              </a:solidFill>
              <a:latin typeface="微软雅黑" panose="020B0503020204020204" charset="-122"/>
              <a:ea typeface="微软雅黑" panose="020B0503020204020204" charset="-122"/>
            </a:endParaRPr>
          </a:p>
        </p:txBody>
      </p:sp>
      <p:sp>
        <p:nvSpPr>
          <p:cNvPr id="14" name="任意多边形 13"/>
          <p:cNvSpPr/>
          <p:nvPr>
            <p:custDataLst>
              <p:tags r:id="rId16"/>
            </p:custDataLst>
          </p:nvPr>
        </p:nvSpPr>
        <p:spPr>
          <a:xfrm>
            <a:off x="3390900" y="3409950"/>
            <a:ext cx="342900" cy="342900"/>
          </a:xfrm>
          <a:custGeom>
            <a:avLst/>
            <a:gdLst>
              <a:gd name="sw" fmla="*/ 1 w 540"/>
              <a:gd name="sh" fmla="*/ 1 h 540"/>
              <a:gd name="mins" fmla="min sw sh"/>
              <a:gd name="dsw" fmla="+- 0 sw mins"/>
              <a:gd name="dsh" fmla="+- 0 sh mins"/>
              <a:gd name="p0x0" fmla="*/ 120 w 540"/>
              <a:gd name="p0y0" fmla="*/ 0 h 540"/>
              <a:gd name="p0x1" fmla="*/ 420 w 540"/>
              <a:gd name="p0y1" fmla="*/ 0 h 540"/>
              <a:gd name="p0x2" fmla="*/ 486 w 540"/>
              <a:gd name="p0y2" fmla="*/ 0 h 540"/>
              <a:gd name="p0x3" fmla="*/ 540 w 540"/>
              <a:gd name="p0y3" fmla="*/ 53 h 540"/>
              <a:gd name="p0x4" fmla="*/ 540 w 540"/>
              <a:gd name="p0y4" fmla="*/ 120 h 540"/>
              <a:gd name="p0x5" fmla="*/ 540 w 540"/>
              <a:gd name="p0y5" fmla="*/ 420 h 540"/>
              <a:gd name="p0x6" fmla="*/ 540 w 540"/>
              <a:gd name="p0y6" fmla="*/ 486 h 540"/>
              <a:gd name="p0x7" fmla="*/ 486 w 540"/>
              <a:gd name="p0y7" fmla="*/ 540 h 540"/>
              <a:gd name="p0x8" fmla="*/ 420 w 540"/>
              <a:gd name="p0y8" fmla="*/ 540 h 540"/>
              <a:gd name="p0x9" fmla="*/ 120 w 540"/>
              <a:gd name="p0y9" fmla="*/ 540 h 540"/>
              <a:gd name="p0x10" fmla="*/ 53 w 540"/>
              <a:gd name="p0y10" fmla="*/ 540 h 540"/>
              <a:gd name="p0x11" fmla="*/ 0 w 540"/>
              <a:gd name="p0y11" fmla="*/ 486 h 540"/>
              <a:gd name="p0x12" fmla="*/ 0 w 540"/>
              <a:gd name="p0y12" fmla="*/ 420 h 540"/>
              <a:gd name="p0x13" fmla="*/ 0 w 540"/>
              <a:gd name="p0y13" fmla="*/ 120 h 540"/>
              <a:gd name="p0x14" fmla="*/ 0 w 540"/>
              <a:gd name="p0y14" fmla="*/ 53 h 540"/>
              <a:gd name="p0x15" fmla="*/ 53 w 540"/>
              <a:gd name="p0y15" fmla="*/ 0 h 540"/>
              <a:gd name="p0x16" fmla="*/ 120 w 540"/>
              <a:gd name="p0y16" fmla="*/ 0 h 54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5" name="图片 14"/>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rcRect l="-1458" t="-3651" r="-1458" b="-3651"/>
          <a:stretch>
            <a:fillRect/>
          </a:stretch>
        </p:blipFill>
        <p:spPr>
          <a:xfrm>
            <a:off x="3483610" y="3471545"/>
            <a:ext cx="156845" cy="214630"/>
          </a:xfrm>
          <a:prstGeom prst="rect">
            <a:avLst/>
          </a:prstGeom>
        </p:spPr>
      </p:pic>
      <p:sp>
        <p:nvSpPr>
          <p:cNvPr id="16" name="文本框 15"/>
          <p:cNvSpPr txBox="1"/>
          <p:nvPr>
            <p:custDataLst>
              <p:tags r:id="rId20"/>
            </p:custDataLst>
          </p:nvPr>
        </p:nvSpPr>
        <p:spPr>
          <a:xfrm>
            <a:off x="3848100" y="3395663"/>
            <a:ext cx="2133600" cy="938213"/>
          </a:xfrm>
          <a:prstGeom prst="rect">
            <a:avLst/>
          </a:prstGeom>
          <a:noFill/>
        </p:spPr>
        <p:txBody>
          <a:bodyPr wrap="square" lIns="0" tIns="0" rIns="0" bIns="0" rtlCol="0" anchor="t">
            <a:noAutofit/>
          </a:bodyPr>
          <a:p>
            <a:pPr algn="l">
              <a:lnSpc>
                <a:spcPct val="133000"/>
              </a:lnSpc>
            </a:pP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支持纯文本、</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JSON</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结构化数据、文件类型二进制数据</a:t>
            </a:r>
            <a:endPar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17" name="任意多边形 16"/>
          <p:cNvSpPr/>
          <p:nvPr>
            <p:custDataLst>
              <p:tags r:id="rId21"/>
            </p:custDataLst>
          </p:nvPr>
        </p:nvSpPr>
        <p:spPr>
          <a:xfrm>
            <a:off x="3390900" y="4438650"/>
            <a:ext cx="342900" cy="342900"/>
          </a:xfrm>
          <a:custGeom>
            <a:avLst/>
            <a:gdLst>
              <a:gd name="sw" fmla="*/ 1 w 540"/>
              <a:gd name="sh" fmla="*/ 1 h 540"/>
              <a:gd name="mins" fmla="min sw sh"/>
              <a:gd name="dsw" fmla="+- 0 sw mins"/>
              <a:gd name="dsh" fmla="+- 0 sh mins"/>
              <a:gd name="p0x0" fmla="*/ 120 w 540"/>
              <a:gd name="p0y0" fmla="*/ 0 h 540"/>
              <a:gd name="p0x1" fmla="*/ 420 w 540"/>
              <a:gd name="p0y1" fmla="*/ 0 h 540"/>
              <a:gd name="p0x2" fmla="*/ 486 w 540"/>
              <a:gd name="p0y2" fmla="*/ 0 h 540"/>
              <a:gd name="p0x3" fmla="*/ 540 w 540"/>
              <a:gd name="p0y3" fmla="*/ 53 h 540"/>
              <a:gd name="p0x4" fmla="*/ 540 w 540"/>
              <a:gd name="p0y4" fmla="*/ 120 h 540"/>
              <a:gd name="p0x5" fmla="*/ 540 w 540"/>
              <a:gd name="p0y5" fmla="*/ 420 h 540"/>
              <a:gd name="p0x6" fmla="*/ 540 w 540"/>
              <a:gd name="p0y6" fmla="*/ 486 h 540"/>
              <a:gd name="p0x7" fmla="*/ 486 w 540"/>
              <a:gd name="p0y7" fmla="*/ 540 h 540"/>
              <a:gd name="p0x8" fmla="*/ 420 w 540"/>
              <a:gd name="p0y8" fmla="*/ 540 h 540"/>
              <a:gd name="p0x9" fmla="*/ 120 w 540"/>
              <a:gd name="p0y9" fmla="*/ 540 h 540"/>
              <a:gd name="p0x10" fmla="*/ 53 w 540"/>
              <a:gd name="p0y10" fmla="*/ 540 h 540"/>
              <a:gd name="p0x11" fmla="*/ 0 w 540"/>
              <a:gd name="p0y11" fmla="*/ 486 h 540"/>
              <a:gd name="p0x12" fmla="*/ 0 w 540"/>
              <a:gd name="p0y12" fmla="*/ 420 h 540"/>
              <a:gd name="p0x13" fmla="*/ 0 w 540"/>
              <a:gd name="p0y13" fmla="*/ 120 h 540"/>
              <a:gd name="p0x14" fmla="*/ 0 w 540"/>
              <a:gd name="p0y14" fmla="*/ 53 h 540"/>
              <a:gd name="p0x15" fmla="*/ 53 w 540"/>
              <a:gd name="p0y15" fmla="*/ 0 h 540"/>
              <a:gd name="p0x16" fmla="*/ 120 w 540"/>
              <a:gd name="p0y16" fmla="*/ 0 h 54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8" name="图片 17"/>
          <p:cNvPicPr>
            <a:picLocks noChangeAspect="1"/>
          </p:cNvPicPr>
          <p:nvPr>
            <p:custDataLst>
              <p:tags r:id="rId22"/>
            </p:custDataLst>
          </p:nvPr>
        </p:nvPicPr>
        <p:blipFill>
          <a:blip r:embed="rId23">
            <a:extLst>
              <a:ext uri="{96DAC541-7B7A-43D3-8B79-37D633B846F1}">
                <asvg:svgBlip xmlns:asvg="http://schemas.microsoft.com/office/drawing/2016/SVG/main" r:embed="rId24"/>
              </a:ext>
            </a:extLst>
          </a:blip>
          <a:srcRect l="-4259" t="-1212" r="-4259" b="-1212"/>
          <a:stretch>
            <a:fillRect/>
          </a:stretch>
        </p:blipFill>
        <p:spPr>
          <a:xfrm>
            <a:off x="3469005" y="4500245"/>
            <a:ext cx="186055" cy="214630"/>
          </a:xfrm>
          <a:prstGeom prst="rect">
            <a:avLst/>
          </a:prstGeom>
        </p:spPr>
      </p:pic>
      <p:sp>
        <p:nvSpPr>
          <p:cNvPr id="19" name="文本框 18"/>
          <p:cNvSpPr txBox="1"/>
          <p:nvPr>
            <p:custDataLst>
              <p:tags r:id="rId25"/>
            </p:custDataLst>
          </p:nvPr>
        </p:nvSpPr>
        <p:spPr>
          <a:xfrm>
            <a:off x="3848100" y="4424363"/>
            <a:ext cx="2133600" cy="633413"/>
          </a:xfrm>
          <a:prstGeom prst="rect">
            <a:avLst/>
          </a:prstGeom>
          <a:noFill/>
        </p:spPr>
        <p:txBody>
          <a:bodyPr wrap="square" lIns="0" tIns="0" rIns="0" bIns="0" rtlCol="0" anchor="t">
            <a:noAutofit/>
          </a:bodyPr>
          <a:p>
            <a:pPr algn="l">
              <a:lnSpc>
                <a:spcPct val="133000"/>
              </a:lnSpc>
            </a:pP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提供</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JSON-RPC</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和</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gRPC</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两种调用方式</a:t>
            </a:r>
            <a:endPar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custDataLst>
              <p:tags r:id="rId26"/>
            </p:custDataLst>
          </p:nvPr>
        </p:nvSpPr>
        <p:spPr>
          <a:xfrm>
            <a:off x="6210300" y="1082993"/>
            <a:ext cx="250478" cy="801053"/>
          </a:xfrm>
          <a:prstGeom prst="rect">
            <a:avLst/>
          </a:prstGeom>
          <a:noFill/>
        </p:spPr>
        <p:txBody>
          <a:bodyPr wrap="square" lIns="0" tIns="0" rIns="0" bIns="0" rtlCol="0" anchor="t">
            <a:noAutofit/>
          </a:bodyPr>
          <a:p>
            <a:pPr algn="l">
              <a:lnSpc>
                <a:spcPct val="104000"/>
              </a:lnSpc>
            </a:pPr>
            <a:r>
              <a:rPr sz="2400" b="1">
                <a:solidFill>
                  <a:srgbClr val="696CFF"/>
                </a:solidFill>
                <a:latin typeface="微软雅黑" panose="020B0503020204020204" charset="-122"/>
                <a:ea typeface="微软雅黑" panose="020B0503020204020204" charset="-122"/>
              </a:rPr>
              <a:t>3.</a:t>
            </a:r>
            <a:endParaRPr sz="2400" b="1">
              <a:solidFill>
                <a:srgbClr val="696CFF"/>
              </a:solidFill>
              <a:latin typeface="微软雅黑" panose="020B0503020204020204" charset="-122"/>
              <a:ea typeface="微软雅黑" panose="020B0503020204020204" charset="-122"/>
            </a:endParaRPr>
          </a:p>
        </p:txBody>
      </p:sp>
      <p:sp>
        <p:nvSpPr>
          <p:cNvPr id="21" name="文本框 20"/>
          <p:cNvSpPr txBox="1"/>
          <p:nvPr>
            <p:custDataLst>
              <p:tags r:id="rId27"/>
            </p:custDataLst>
          </p:nvPr>
        </p:nvSpPr>
        <p:spPr>
          <a:xfrm>
            <a:off x="6575079" y="1136332"/>
            <a:ext cx="2226021" cy="699135"/>
          </a:xfrm>
          <a:prstGeom prst="rect">
            <a:avLst/>
          </a:prstGeom>
          <a:noFill/>
        </p:spPr>
        <p:txBody>
          <a:bodyPr wrap="square" lIns="0" tIns="0" rIns="0" bIns="0" rtlCol="0" anchor="t">
            <a:noAutofit/>
          </a:bodyPr>
          <a:p>
            <a:pPr algn="l">
              <a:lnSpc>
                <a:spcPct val="104000"/>
              </a:lnSpc>
            </a:pPr>
            <a:r>
              <a:rPr sz="2100" b="1">
                <a:solidFill>
                  <a:srgbClr val="EBF1FA"/>
                </a:solidFill>
                <a:latin typeface="微软雅黑" panose="020B0503020204020204" charset="-122"/>
                <a:ea typeface="微软雅黑" panose="020B0503020204020204" charset="-122"/>
              </a:rPr>
              <a:t>企业级应用基础准备</a:t>
            </a:r>
            <a:endParaRPr sz="2100" b="1">
              <a:solidFill>
                <a:srgbClr val="EBF1FA"/>
              </a:solidFill>
              <a:latin typeface="微软雅黑" panose="020B0503020204020204" charset="-122"/>
              <a:ea typeface="微软雅黑" panose="020B0503020204020204" charset="-122"/>
            </a:endParaRPr>
          </a:p>
        </p:txBody>
      </p:sp>
      <p:sp>
        <p:nvSpPr>
          <p:cNvPr id="22" name="任意多边形 21"/>
          <p:cNvSpPr/>
          <p:nvPr>
            <p:custDataLst>
              <p:tags r:id="rId28"/>
            </p:custDataLst>
          </p:nvPr>
        </p:nvSpPr>
        <p:spPr>
          <a:xfrm>
            <a:off x="6210300" y="3238500"/>
            <a:ext cx="342900" cy="342900"/>
          </a:xfrm>
          <a:custGeom>
            <a:avLst/>
            <a:gdLst>
              <a:gd name="sw" fmla="*/ 1 w 540"/>
              <a:gd name="sh" fmla="*/ 1 h 540"/>
              <a:gd name="mins" fmla="min sw sh"/>
              <a:gd name="dsw" fmla="+- 0 sw mins"/>
              <a:gd name="dsh" fmla="+- 0 sh mins"/>
              <a:gd name="p0x0" fmla="*/ 120 w 540"/>
              <a:gd name="p0y0" fmla="*/ 0 h 540"/>
              <a:gd name="p0x1" fmla="*/ 420 w 540"/>
              <a:gd name="p0y1" fmla="*/ 0 h 540"/>
              <a:gd name="p0x2" fmla="*/ 486 w 540"/>
              <a:gd name="p0y2" fmla="*/ 0 h 540"/>
              <a:gd name="p0x3" fmla="*/ 540 w 540"/>
              <a:gd name="p0y3" fmla="*/ 53 h 540"/>
              <a:gd name="p0x4" fmla="*/ 540 w 540"/>
              <a:gd name="p0y4" fmla="*/ 120 h 540"/>
              <a:gd name="p0x5" fmla="*/ 540 w 540"/>
              <a:gd name="p0y5" fmla="*/ 420 h 540"/>
              <a:gd name="p0x6" fmla="*/ 540 w 540"/>
              <a:gd name="p0y6" fmla="*/ 486 h 540"/>
              <a:gd name="p0x7" fmla="*/ 486 w 540"/>
              <a:gd name="p0y7" fmla="*/ 540 h 540"/>
              <a:gd name="p0x8" fmla="*/ 420 w 540"/>
              <a:gd name="p0y8" fmla="*/ 540 h 540"/>
              <a:gd name="p0x9" fmla="*/ 120 w 540"/>
              <a:gd name="p0y9" fmla="*/ 540 h 540"/>
              <a:gd name="p0x10" fmla="*/ 53 w 540"/>
              <a:gd name="p0y10" fmla="*/ 540 h 540"/>
              <a:gd name="p0x11" fmla="*/ 0 w 540"/>
              <a:gd name="p0y11" fmla="*/ 486 h 540"/>
              <a:gd name="p0x12" fmla="*/ 0 w 540"/>
              <a:gd name="p0y12" fmla="*/ 420 h 540"/>
              <a:gd name="p0x13" fmla="*/ 0 w 540"/>
              <a:gd name="p0y13" fmla="*/ 120 h 540"/>
              <a:gd name="p0x14" fmla="*/ 0 w 540"/>
              <a:gd name="p0y14" fmla="*/ 53 h 540"/>
              <a:gd name="p0x15" fmla="*/ 53 w 540"/>
              <a:gd name="p0y15" fmla="*/ 0 h 540"/>
              <a:gd name="p0x16" fmla="*/ 120 w 540"/>
              <a:gd name="p0y16" fmla="*/ 0 h 54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3" name="图片 22"/>
          <p:cNvPicPr>
            <a:picLocks noChangeAspect="1"/>
          </p:cNvPicPr>
          <p:nvPr>
            <p:custDataLst>
              <p:tags r:id="rId29"/>
            </p:custDataLst>
          </p:nvPr>
        </p:nvPicPr>
        <p:blipFill>
          <a:blip r:embed="rId30">
            <a:extLst>
              <a:ext uri="{96DAC541-7B7A-43D3-8B79-37D633B846F1}">
                <asvg:svgBlip xmlns:asvg="http://schemas.microsoft.com/office/drawing/2016/SVG/main" r:embed="rId31"/>
              </a:ext>
            </a:extLst>
          </a:blip>
          <a:srcRect l="-2381" t="-3651" r="-2381" b="-3651"/>
          <a:stretch>
            <a:fillRect/>
          </a:stretch>
        </p:blipFill>
        <p:spPr>
          <a:xfrm>
            <a:off x="6276975" y="3300095"/>
            <a:ext cx="209550" cy="214630"/>
          </a:xfrm>
          <a:prstGeom prst="rect">
            <a:avLst/>
          </a:prstGeom>
        </p:spPr>
      </p:pic>
      <p:sp>
        <p:nvSpPr>
          <p:cNvPr id="24" name="文本框 23"/>
          <p:cNvSpPr txBox="1"/>
          <p:nvPr>
            <p:custDataLst>
              <p:tags r:id="rId32"/>
            </p:custDataLst>
          </p:nvPr>
        </p:nvSpPr>
        <p:spPr>
          <a:xfrm>
            <a:off x="6667500" y="3224213"/>
            <a:ext cx="2133600" cy="633413"/>
          </a:xfrm>
          <a:prstGeom prst="rect">
            <a:avLst/>
          </a:prstGeom>
          <a:noFill/>
        </p:spPr>
        <p:txBody>
          <a:bodyPr wrap="square" lIns="0" tIns="0" rIns="0" bIns="0" rtlCol="0" anchor="t">
            <a:noAutofit/>
          </a:bodyPr>
          <a:p>
            <a:pPr algn="l">
              <a:lnSpc>
                <a:spcPct val="133000"/>
              </a:lnSpc>
            </a:pPr>
            <a:r>
              <a:rPr sz="1500">
                <a:solidFill>
                  <a:srgbClr val="EBF1FA">
                    <a:alpha val="72157"/>
                  </a:srgbClr>
                </a:solidFill>
                <a:latin typeface="微软雅黑" panose="020B0503020204020204" charset="-122"/>
                <a:ea typeface="微软雅黑" panose="020B0503020204020204" charset="-122"/>
              </a:rPr>
              <a:t>异步优先技术支持长时间、多轮次沟通</a:t>
            </a:r>
            <a:endParaRPr sz="1500">
              <a:solidFill>
                <a:srgbClr val="EBF1FA">
                  <a:alpha val="72157"/>
                </a:srgbClr>
              </a:solidFill>
              <a:latin typeface="微软雅黑" panose="020B0503020204020204" charset="-122"/>
              <a:ea typeface="微软雅黑" panose="020B0503020204020204" charset="-122"/>
            </a:endParaRPr>
          </a:p>
        </p:txBody>
      </p:sp>
      <p:sp>
        <p:nvSpPr>
          <p:cNvPr id="25" name="任意多边形 24"/>
          <p:cNvSpPr/>
          <p:nvPr>
            <p:custDataLst>
              <p:tags r:id="rId33"/>
            </p:custDataLst>
          </p:nvPr>
        </p:nvSpPr>
        <p:spPr>
          <a:xfrm>
            <a:off x="6210300" y="3924300"/>
            <a:ext cx="342900" cy="342900"/>
          </a:xfrm>
          <a:custGeom>
            <a:avLst/>
            <a:gdLst>
              <a:gd name="sw" fmla="*/ 1 w 540"/>
              <a:gd name="sh" fmla="*/ 1 h 540"/>
              <a:gd name="mins" fmla="min sw sh"/>
              <a:gd name="dsw" fmla="+- 0 sw mins"/>
              <a:gd name="dsh" fmla="+- 0 sh mins"/>
              <a:gd name="p0x0" fmla="*/ 120 w 540"/>
              <a:gd name="p0y0" fmla="*/ 0 h 540"/>
              <a:gd name="p0x1" fmla="*/ 420 w 540"/>
              <a:gd name="p0y1" fmla="*/ 0 h 540"/>
              <a:gd name="p0x2" fmla="*/ 486 w 540"/>
              <a:gd name="p0y2" fmla="*/ 0 h 540"/>
              <a:gd name="p0x3" fmla="*/ 540 w 540"/>
              <a:gd name="p0y3" fmla="*/ 53 h 540"/>
              <a:gd name="p0x4" fmla="*/ 540 w 540"/>
              <a:gd name="p0y4" fmla="*/ 120 h 540"/>
              <a:gd name="p0x5" fmla="*/ 540 w 540"/>
              <a:gd name="p0y5" fmla="*/ 420 h 540"/>
              <a:gd name="p0x6" fmla="*/ 540 w 540"/>
              <a:gd name="p0y6" fmla="*/ 486 h 540"/>
              <a:gd name="p0x7" fmla="*/ 486 w 540"/>
              <a:gd name="p0y7" fmla="*/ 540 h 540"/>
              <a:gd name="p0x8" fmla="*/ 420 w 540"/>
              <a:gd name="p0y8" fmla="*/ 540 h 540"/>
              <a:gd name="p0x9" fmla="*/ 120 w 540"/>
              <a:gd name="p0y9" fmla="*/ 540 h 540"/>
              <a:gd name="p0x10" fmla="*/ 53 w 540"/>
              <a:gd name="p0y10" fmla="*/ 540 h 540"/>
              <a:gd name="p0x11" fmla="*/ 0 w 540"/>
              <a:gd name="p0y11" fmla="*/ 486 h 540"/>
              <a:gd name="p0x12" fmla="*/ 0 w 540"/>
              <a:gd name="p0y12" fmla="*/ 420 h 540"/>
              <a:gd name="p0x13" fmla="*/ 0 w 540"/>
              <a:gd name="p0y13" fmla="*/ 120 h 540"/>
              <a:gd name="p0x14" fmla="*/ 0 w 540"/>
              <a:gd name="p0y14" fmla="*/ 53 h 540"/>
              <a:gd name="p0x15" fmla="*/ 53 w 540"/>
              <a:gd name="p0y15" fmla="*/ 0 h 540"/>
              <a:gd name="p0x16" fmla="*/ 120 w 540"/>
              <a:gd name="p0y16" fmla="*/ 0 h 54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6" name="图片 25"/>
          <p:cNvPicPr>
            <a:picLocks noChangeAspect="1"/>
          </p:cNvPicPr>
          <p:nvPr>
            <p:custDataLst>
              <p:tags r:id="rId34"/>
            </p:custDataLst>
          </p:nvPr>
        </p:nvPicPr>
        <p:blipFill>
          <a:blip r:embed="rId35">
            <a:extLst>
              <a:ext uri="{96DAC541-7B7A-43D3-8B79-37D633B846F1}">
                <asvg:svgBlip xmlns:asvg="http://schemas.microsoft.com/office/drawing/2016/SVG/main" r:embed="rId36"/>
              </a:ext>
            </a:extLst>
          </a:blip>
          <a:srcRect l="-7895" t="-3651" r="-7895" b="-3651"/>
          <a:stretch>
            <a:fillRect/>
          </a:stretch>
        </p:blipFill>
        <p:spPr>
          <a:xfrm>
            <a:off x="6276975" y="3985895"/>
            <a:ext cx="209550" cy="214630"/>
          </a:xfrm>
          <a:prstGeom prst="rect">
            <a:avLst/>
          </a:prstGeom>
        </p:spPr>
      </p:pic>
      <p:sp>
        <p:nvSpPr>
          <p:cNvPr id="27" name="文本框 26"/>
          <p:cNvSpPr txBox="1"/>
          <p:nvPr>
            <p:custDataLst>
              <p:tags r:id="rId37"/>
            </p:custDataLst>
          </p:nvPr>
        </p:nvSpPr>
        <p:spPr>
          <a:xfrm>
            <a:off x="6667500" y="3910013"/>
            <a:ext cx="2133600" cy="633413"/>
          </a:xfrm>
          <a:prstGeom prst="rect">
            <a:avLst/>
          </a:prstGeom>
          <a:noFill/>
        </p:spPr>
        <p:txBody>
          <a:bodyPr wrap="square" lIns="0" tIns="0" rIns="0" bIns="0" rtlCol="0" anchor="t">
            <a:noAutofit/>
          </a:bodyPr>
          <a:p>
            <a:pPr algn="l">
              <a:lnSpc>
                <a:spcPct val="133000"/>
              </a:lnSpc>
            </a:pPr>
            <a:r>
              <a:rPr lang="en-US"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TLS 1.2+ HTTPS</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通道、</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OAuth2</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身份认证</a:t>
            </a:r>
            <a:endPar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28" name="任意多边形 27"/>
          <p:cNvSpPr/>
          <p:nvPr>
            <p:custDataLst>
              <p:tags r:id="rId38"/>
            </p:custDataLst>
          </p:nvPr>
        </p:nvSpPr>
        <p:spPr>
          <a:xfrm>
            <a:off x="6210300" y="4610100"/>
            <a:ext cx="342900" cy="342900"/>
          </a:xfrm>
          <a:custGeom>
            <a:avLst/>
            <a:gdLst>
              <a:gd name="sw" fmla="*/ 1 w 540"/>
              <a:gd name="sh" fmla="*/ 1 h 540"/>
              <a:gd name="mins" fmla="min sw sh"/>
              <a:gd name="dsw" fmla="+- 0 sw mins"/>
              <a:gd name="dsh" fmla="+- 0 sh mins"/>
              <a:gd name="p0x0" fmla="*/ 120 w 540"/>
              <a:gd name="p0y0" fmla="*/ 0 h 540"/>
              <a:gd name="p0x1" fmla="*/ 420 w 540"/>
              <a:gd name="p0y1" fmla="*/ 0 h 540"/>
              <a:gd name="p0x2" fmla="*/ 486 w 540"/>
              <a:gd name="p0y2" fmla="*/ 0 h 540"/>
              <a:gd name="p0x3" fmla="*/ 540 w 540"/>
              <a:gd name="p0y3" fmla="*/ 53 h 540"/>
              <a:gd name="p0x4" fmla="*/ 540 w 540"/>
              <a:gd name="p0y4" fmla="*/ 120 h 540"/>
              <a:gd name="p0x5" fmla="*/ 540 w 540"/>
              <a:gd name="p0y5" fmla="*/ 420 h 540"/>
              <a:gd name="p0x6" fmla="*/ 540 w 540"/>
              <a:gd name="p0y6" fmla="*/ 486 h 540"/>
              <a:gd name="p0x7" fmla="*/ 486 w 540"/>
              <a:gd name="p0y7" fmla="*/ 540 h 540"/>
              <a:gd name="p0x8" fmla="*/ 420 w 540"/>
              <a:gd name="p0y8" fmla="*/ 540 h 540"/>
              <a:gd name="p0x9" fmla="*/ 120 w 540"/>
              <a:gd name="p0y9" fmla="*/ 540 h 540"/>
              <a:gd name="p0x10" fmla="*/ 53 w 540"/>
              <a:gd name="p0y10" fmla="*/ 540 h 540"/>
              <a:gd name="p0x11" fmla="*/ 0 w 540"/>
              <a:gd name="p0y11" fmla="*/ 486 h 540"/>
              <a:gd name="p0x12" fmla="*/ 0 w 540"/>
              <a:gd name="p0y12" fmla="*/ 420 h 540"/>
              <a:gd name="p0x13" fmla="*/ 0 w 540"/>
              <a:gd name="p0y13" fmla="*/ 120 h 540"/>
              <a:gd name="p0x14" fmla="*/ 0 w 540"/>
              <a:gd name="p0y14" fmla="*/ 53 h 540"/>
              <a:gd name="p0x15" fmla="*/ 53 w 540"/>
              <a:gd name="p0y15" fmla="*/ 0 h 540"/>
              <a:gd name="p0x16" fmla="*/ 120 w 540"/>
              <a:gd name="p0y16" fmla="*/ 0 h 54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9" name="图片 28"/>
          <p:cNvPicPr>
            <a:picLocks noChangeAspect="1"/>
          </p:cNvPicPr>
          <p:nvPr>
            <p:custDataLst>
              <p:tags r:id="rId39"/>
            </p:custDataLst>
          </p:nvPr>
        </p:nvPicPr>
        <p:blipFill>
          <a:blip r:embed="rId40">
            <a:extLst>
              <a:ext uri="{96DAC541-7B7A-43D3-8B79-37D633B846F1}">
                <asvg:svgBlip xmlns:asvg="http://schemas.microsoft.com/office/drawing/2016/SVG/main" r:embed="rId41"/>
              </a:ext>
            </a:extLst>
          </a:blip>
          <a:srcRect l="-2381" t="-3651" r="-2381" b="-3651"/>
          <a:stretch>
            <a:fillRect/>
          </a:stretch>
        </p:blipFill>
        <p:spPr>
          <a:xfrm>
            <a:off x="6276975" y="4671695"/>
            <a:ext cx="209550" cy="214630"/>
          </a:xfrm>
          <a:prstGeom prst="rect">
            <a:avLst/>
          </a:prstGeom>
        </p:spPr>
      </p:pic>
      <p:sp>
        <p:nvSpPr>
          <p:cNvPr id="30" name="文本框 29"/>
          <p:cNvSpPr txBox="1"/>
          <p:nvPr>
            <p:custDataLst>
              <p:tags r:id="rId42"/>
            </p:custDataLst>
          </p:nvPr>
        </p:nvSpPr>
        <p:spPr>
          <a:xfrm>
            <a:off x="6667500" y="4595813"/>
            <a:ext cx="2133600" cy="633413"/>
          </a:xfrm>
          <a:prstGeom prst="rect">
            <a:avLst/>
          </a:prstGeom>
          <a:noFill/>
        </p:spPr>
        <p:txBody>
          <a:bodyPr wrap="square" lIns="0" tIns="0" rIns="0" bIns="0" rtlCol="0" anchor="t">
            <a:noAutofit/>
          </a:bodyPr>
          <a:p>
            <a:pPr algn="l">
              <a:lnSpc>
                <a:spcPct val="133000"/>
              </a:lnSpc>
            </a:pPr>
            <a:r>
              <a:rPr sz="1500">
                <a:solidFill>
                  <a:srgbClr val="EBF1FA">
                    <a:alpha val="72157"/>
                  </a:srgbClr>
                </a:solidFill>
                <a:latin typeface="微软雅黑" panose="020B0503020204020204" charset="-122"/>
                <a:ea typeface="微软雅黑" panose="020B0503020204020204" charset="-122"/>
              </a:rPr>
              <a:t>分布式跟踪和全面日志记录</a:t>
            </a:r>
            <a:endParaRPr sz="1500">
              <a:solidFill>
                <a:srgbClr val="EBF1FA">
                  <a:alpha val="72157"/>
                </a:srgbClr>
              </a:solidFill>
              <a:latin typeface="微软雅黑" panose="020B0503020204020204" charset="-122"/>
              <a:ea typeface="微软雅黑" panose="020B0503020204020204" charset="-122"/>
            </a:endParaRPr>
          </a:p>
        </p:txBody>
      </p:sp>
      <p:sp>
        <p:nvSpPr>
          <p:cNvPr id="31" name="文本框 30"/>
          <p:cNvSpPr txBox="1"/>
          <p:nvPr>
            <p:custDataLst>
              <p:tags r:id="rId43"/>
            </p:custDataLst>
          </p:nvPr>
        </p:nvSpPr>
        <p:spPr>
          <a:xfrm>
            <a:off x="9029700" y="1082993"/>
            <a:ext cx="574919" cy="420053"/>
          </a:xfrm>
          <a:prstGeom prst="rect">
            <a:avLst/>
          </a:prstGeom>
          <a:noFill/>
        </p:spPr>
        <p:txBody>
          <a:bodyPr wrap="square" lIns="0" tIns="0" rIns="0" bIns="0" rtlCol="0" anchor="t">
            <a:noAutofit/>
          </a:bodyPr>
          <a:p>
            <a:pPr algn="l">
              <a:lnSpc>
                <a:spcPct val="104000"/>
              </a:lnSpc>
            </a:pPr>
            <a:r>
              <a:rPr sz="2400" b="1">
                <a:solidFill>
                  <a:srgbClr val="696CFF"/>
                </a:solidFill>
                <a:latin typeface="微软雅黑" panose="020B0503020204020204" charset="-122"/>
                <a:ea typeface="微软雅黑" panose="020B0503020204020204" charset="-122"/>
              </a:rPr>
              <a:t>4.</a:t>
            </a:r>
            <a:endParaRPr sz="2400" b="1">
              <a:solidFill>
                <a:srgbClr val="696CFF"/>
              </a:solidFill>
              <a:latin typeface="微软雅黑" panose="020B0503020204020204" charset="-122"/>
              <a:ea typeface="微软雅黑" panose="020B0503020204020204" charset="-122"/>
            </a:endParaRPr>
          </a:p>
        </p:txBody>
      </p:sp>
      <p:sp>
        <p:nvSpPr>
          <p:cNvPr id="32" name="文本框 31"/>
          <p:cNvSpPr txBox="1"/>
          <p:nvPr>
            <p:custDataLst>
              <p:tags r:id="rId44"/>
            </p:custDataLst>
          </p:nvPr>
        </p:nvSpPr>
        <p:spPr>
          <a:xfrm>
            <a:off x="9414119" y="1112520"/>
            <a:ext cx="2152574" cy="365760"/>
          </a:xfrm>
          <a:prstGeom prst="rect">
            <a:avLst/>
          </a:prstGeom>
          <a:noFill/>
        </p:spPr>
        <p:txBody>
          <a:bodyPr wrap="square" lIns="0" tIns="0" rIns="0" bIns="0" rtlCol="0" anchor="t">
            <a:noAutofit/>
          </a:bodyPr>
          <a:p>
            <a:pPr algn="l">
              <a:lnSpc>
                <a:spcPct val="104000"/>
              </a:lnSpc>
            </a:pPr>
            <a:r>
              <a:rPr lang="zh-CN" altLang="en-US" sz="2100" b="1">
                <a:solidFill>
                  <a:srgbClr val="EBF1FA"/>
                </a:solidFill>
                <a:latin typeface="微软雅黑" panose="020B0503020204020204" charset="-122"/>
                <a:ea typeface="微软雅黑" panose="020B0503020204020204" charset="-122"/>
                <a:cs typeface="微软雅黑" panose="020B0503020204020204" charset="-122"/>
              </a:rPr>
              <a:t>多语言</a:t>
            </a:r>
            <a:r>
              <a:rPr lang="en-US" altLang="zh-CN" sz="2100" b="1">
                <a:solidFill>
                  <a:srgbClr val="EBF1FA"/>
                </a:solidFill>
                <a:latin typeface="微软雅黑" panose="020B0503020204020204" charset="-122"/>
                <a:ea typeface="微软雅黑" panose="020B0503020204020204" charset="-122"/>
                <a:cs typeface="微软雅黑" panose="020B0503020204020204" charset="-122"/>
              </a:rPr>
              <a:t>SDK</a:t>
            </a:r>
            <a:r>
              <a:rPr lang="zh-CN" altLang="en-US" sz="2100" b="1">
                <a:solidFill>
                  <a:srgbClr val="EBF1FA"/>
                </a:solidFill>
                <a:latin typeface="微软雅黑" panose="020B0503020204020204" charset="-122"/>
                <a:ea typeface="微软雅黑" panose="020B0503020204020204" charset="-122"/>
                <a:cs typeface="微软雅黑" panose="020B0503020204020204" charset="-122"/>
              </a:rPr>
              <a:t>支持</a:t>
            </a:r>
            <a:endParaRPr lang="zh-CN" altLang="en-US" sz="2100" b="1">
              <a:solidFill>
                <a:srgbClr val="EBF1FA"/>
              </a:solidFill>
              <a:latin typeface="微软雅黑" panose="020B0503020204020204" charset="-122"/>
              <a:ea typeface="微软雅黑" panose="020B0503020204020204" charset="-122"/>
              <a:cs typeface="微软雅黑" panose="020B0503020204020204" charset="-122"/>
            </a:endParaRPr>
          </a:p>
        </p:txBody>
      </p:sp>
      <p:sp>
        <p:nvSpPr>
          <p:cNvPr id="33" name="任意多边形 32"/>
          <p:cNvSpPr/>
          <p:nvPr>
            <p:custDataLst>
              <p:tags r:id="rId45"/>
            </p:custDataLst>
          </p:nvPr>
        </p:nvSpPr>
        <p:spPr>
          <a:xfrm>
            <a:off x="9029700" y="3219450"/>
            <a:ext cx="342900" cy="342900"/>
          </a:xfrm>
          <a:custGeom>
            <a:avLst/>
            <a:gdLst>
              <a:gd name="sw" fmla="*/ 1 w 540"/>
              <a:gd name="sh" fmla="*/ 1 h 540"/>
              <a:gd name="mins" fmla="min sw sh"/>
              <a:gd name="dsw" fmla="+- 0 sw mins"/>
              <a:gd name="dsh" fmla="+- 0 sh mins"/>
              <a:gd name="p0x0" fmla="*/ 120 w 540"/>
              <a:gd name="p0y0" fmla="*/ 0 h 540"/>
              <a:gd name="p0x1" fmla="*/ 420 w 540"/>
              <a:gd name="p0y1" fmla="*/ 0 h 540"/>
              <a:gd name="p0x2" fmla="*/ 486 w 540"/>
              <a:gd name="p0y2" fmla="*/ 0 h 540"/>
              <a:gd name="p0x3" fmla="*/ 540 w 540"/>
              <a:gd name="p0y3" fmla="*/ 53 h 540"/>
              <a:gd name="p0x4" fmla="*/ 540 w 540"/>
              <a:gd name="p0y4" fmla="*/ 120 h 540"/>
              <a:gd name="p0x5" fmla="*/ 540 w 540"/>
              <a:gd name="p0y5" fmla="*/ 420 h 540"/>
              <a:gd name="p0x6" fmla="*/ 540 w 540"/>
              <a:gd name="p0y6" fmla="*/ 486 h 540"/>
              <a:gd name="p0x7" fmla="*/ 486 w 540"/>
              <a:gd name="p0y7" fmla="*/ 540 h 540"/>
              <a:gd name="p0x8" fmla="*/ 420 w 540"/>
              <a:gd name="p0y8" fmla="*/ 540 h 540"/>
              <a:gd name="p0x9" fmla="*/ 120 w 540"/>
              <a:gd name="p0y9" fmla="*/ 540 h 540"/>
              <a:gd name="p0x10" fmla="*/ 53 w 540"/>
              <a:gd name="p0y10" fmla="*/ 540 h 540"/>
              <a:gd name="p0x11" fmla="*/ 0 w 540"/>
              <a:gd name="p0y11" fmla="*/ 486 h 540"/>
              <a:gd name="p0x12" fmla="*/ 0 w 540"/>
              <a:gd name="p0y12" fmla="*/ 420 h 540"/>
              <a:gd name="p0x13" fmla="*/ 0 w 540"/>
              <a:gd name="p0y13" fmla="*/ 120 h 540"/>
              <a:gd name="p0x14" fmla="*/ 0 w 540"/>
              <a:gd name="p0y14" fmla="*/ 53 h 540"/>
              <a:gd name="p0x15" fmla="*/ 53 w 540"/>
              <a:gd name="p0y15" fmla="*/ 0 h 540"/>
              <a:gd name="p0x16" fmla="*/ 120 w 540"/>
              <a:gd name="p0y16" fmla="*/ 0 h 54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4" name="图片 33"/>
          <p:cNvPicPr>
            <a:picLocks noChangeAspect="1"/>
          </p:cNvPicPr>
          <p:nvPr>
            <p:custDataLst>
              <p:tags r:id="rId46"/>
            </p:custDataLst>
          </p:nvPr>
        </p:nvPicPr>
        <p:blipFill>
          <a:blip r:embed="rId47">
            <a:extLst>
              <a:ext uri="{96DAC541-7B7A-43D3-8B79-37D633B846F1}">
                <asvg:svgBlip xmlns:asvg="http://schemas.microsoft.com/office/drawing/2016/SVG/main" r:embed="rId48"/>
              </a:ext>
            </a:extLst>
          </a:blip>
          <a:srcRect l="-2083" t="-3651" r="-2083" b="-3651"/>
          <a:stretch>
            <a:fillRect/>
          </a:stretch>
        </p:blipFill>
        <p:spPr>
          <a:xfrm>
            <a:off x="9081770" y="3281045"/>
            <a:ext cx="238125" cy="214630"/>
          </a:xfrm>
          <a:prstGeom prst="rect">
            <a:avLst/>
          </a:prstGeom>
        </p:spPr>
      </p:pic>
      <p:sp>
        <p:nvSpPr>
          <p:cNvPr id="35" name="文本框 34"/>
          <p:cNvSpPr txBox="1"/>
          <p:nvPr>
            <p:custDataLst>
              <p:tags r:id="rId49"/>
            </p:custDataLst>
          </p:nvPr>
        </p:nvSpPr>
        <p:spPr>
          <a:xfrm>
            <a:off x="9486900" y="3205163"/>
            <a:ext cx="2133600" cy="938213"/>
          </a:xfrm>
          <a:prstGeom prst="rect">
            <a:avLst/>
          </a:prstGeom>
          <a:noFill/>
        </p:spPr>
        <p:txBody>
          <a:bodyPr wrap="square" lIns="0" tIns="0" rIns="0" bIns="0" rtlCol="0" anchor="t">
            <a:noAutofit/>
          </a:bodyPr>
          <a:p>
            <a:pPr algn="l">
              <a:lnSpc>
                <a:spcPct val="133000"/>
              </a:lnSpc>
            </a:pPr>
            <a:r>
              <a:rPr lang="en-US"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Python</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JavaScript</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Java</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C#/.NET</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Go</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等语言版本</a:t>
            </a:r>
            <a:endPar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36" name="任意多边形 35"/>
          <p:cNvSpPr/>
          <p:nvPr>
            <p:custDataLst>
              <p:tags r:id="rId50"/>
            </p:custDataLst>
          </p:nvPr>
        </p:nvSpPr>
        <p:spPr>
          <a:xfrm>
            <a:off x="9029700" y="4248150"/>
            <a:ext cx="342900" cy="342900"/>
          </a:xfrm>
          <a:custGeom>
            <a:avLst/>
            <a:gdLst>
              <a:gd name="sw" fmla="*/ 1 w 540"/>
              <a:gd name="sh" fmla="*/ 1 h 540"/>
              <a:gd name="mins" fmla="min sw sh"/>
              <a:gd name="dsw" fmla="+- 0 sw mins"/>
              <a:gd name="dsh" fmla="+- 0 sh mins"/>
              <a:gd name="p0x0" fmla="*/ 120 w 540"/>
              <a:gd name="p0y0" fmla="*/ 0 h 540"/>
              <a:gd name="p0x1" fmla="*/ 420 w 540"/>
              <a:gd name="p0y1" fmla="*/ 0 h 540"/>
              <a:gd name="p0x2" fmla="*/ 486 w 540"/>
              <a:gd name="p0y2" fmla="*/ 0 h 540"/>
              <a:gd name="p0x3" fmla="*/ 540 w 540"/>
              <a:gd name="p0y3" fmla="*/ 53 h 540"/>
              <a:gd name="p0x4" fmla="*/ 540 w 540"/>
              <a:gd name="p0y4" fmla="*/ 120 h 540"/>
              <a:gd name="p0x5" fmla="*/ 540 w 540"/>
              <a:gd name="p0y5" fmla="*/ 420 h 540"/>
              <a:gd name="p0x6" fmla="*/ 540 w 540"/>
              <a:gd name="p0y6" fmla="*/ 486 h 540"/>
              <a:gd name="p0x7" fmla="*/ 486 w 540"/>
              <a:gd name="p0y7" fmla="*/ 540 h 540"/>
              <a:gd name="p0x8" fmla="*/ 420 w 540"/>
              <a:gd name="p0y8" fmla="*/ 540 h 540"/>
              <a:gd name="p0x9" fmla="*/ 120 w 540"/>
              <a:gd name="p0y9" fmla="*/ 540 h 540"/>
              <a:gd name="p0x10" fmla="*/ 53 w 540"/>
              <a:gd name="p0y10" fmla="*/ 540 h 540"/>
              <a:gd name="p0x11" fmla="*/ 0 w 540"/>
              <a:gd name="p0y11" fmla="*/ 486 h 540"/>
              <a:gd name="p0x12" fmla="*/ 0 w 540"/>
              <a:gd name="p0y12" fmla="*/ 420 h 540"/>
              <a:gd name="p0x13" fmla="*/ 0 w 540"/>
              <a:gd name="p0y13" fmla="*/ 120 h 540"/>
              <a:gd name="p0x14" fmla="*/ 0 w 540"/>
              <a:gd name="p0y14" fmla="*/ 53 h 540"/>
              <a:gd name="p0x15" fmla="*/ 53 w 540"/>
              <a:gd name="p0y15" fmla="*/ 0 h 540"/>
              <a:gd name="p0x16" fmla="*/ 120 w 540"/>
              <a:gd name="p0y16" fmla="*/ 0 h 54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7" name="图片 36"/>
          <p:cNvPicPr>
            <a:picLocks noChangeAspect="1"/>
          </p:cNvPicPr>
          <p:nvPr>
            <p:custDataLst>
              <p:tags r:id="rId51"/>
            </p:custDataLst>
          </p:nvPr>
        </p:nvPicPr>
        <p:blipFill>
          <a:blip r:embed="rId52">
            <a:extLst>
              <a:ext uri="{96DAC541-7B7A-43D3-8B79-37D633B846F1}">
                <asvg:svgBlip xmlns:asvg="http://schemas.microsoft.com/office/drawing/2016/SVG/main" r:embed="rId53"/>
              </a:ext>
            </a:extLst>
          </a:blip>
          <a:srcRect l="-2381" t="-3651" r="-2381" b="-3651"/>
          <a:stretch>
            <a:fillRect/>
          </a:stretch>
        </p:blipFill>
        <p:spPr>
          <a:xfrm>
            <a:off x="9096375" y="4309745"/>
            <a:ext cx="209550" cy="214630"/>
          </a:xfrm>
          <a:prstGeom prst="rect">
            <a:avLst/>
          </a:prstGeom>
        </p:spPr>
      </p:pic>
      <p:sp>
        <p:nvSpPr>
          <p:cNvPr id="38" name="文本框 37"/>
          <p:cNvSpPr txBox="1"/>
          <p:nvPr>
            <p:custDataLst>
              <p:tags r:id="rId54"/>
            </p:custDataLst>
          </p:nvPr>
        </p:nvSpPr>
        <p:spPr>
          <a:xfrm>
            <a:off x="9486900" y="4233863"/>
            <a:ext cx="2133600" cy="633413"/>
          </a:xfrm>
          <a:prstGeom prst="rect">
            <a:avLst/>
          </a:prstGeom>
          <a:noFill/>
        </p:spPr>
        <p:txBody>
          <a:bodyPr wrap="square" lIns="0" tIns="0" rIns="0" bIns="0" rtlCol="0" anchor="t">
            <a:noAutofit/>
          </a:bodyPr>
          <a:p>
            <a:pPr algn="l">
              <a:lnSpc>
                <a:spcPct val="133000"/>
              </a:lnSpc>
            </a:pP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语言无关性实现</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Agent</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间相互调用</a:t>
            </a:r>
            <a:endPar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16385"/>
            <p:custDataLst>
              <p:tags r:id="rId1"/>
            </p:custDataLst>
          </p:nvPr>
        </p:nvSpPr>
        <p:spPr/>
        <p:txBody>
          <a:bodyPr>
            <a:normAutofit/>
          </a:bodyPr>
          <a:p>
            <a:r>
              <a:rPr lang="zh-CN" altLang="en-US"/>
              <a:t>发展历程与社区生态</a:t>
            </a:r>
            <a:endParaRPr lang="zh-CN" altLang="en-US"/>
          </a:p>
        </p:txBody>
      </p:sp>
      <p:sp>
        <p:nvSpPr>
          <p:cNvPr id="3" name="节编号 3"/>
          <p:cNvSpPr>
            <a:spLocks noGrp="1"/>
          </p:cNvSpPr>
          <p:nvPr>
            <p:ph type="body" sz="quarter" idx="16386"/>
            <p:custDataLst>
              <p:tags r:id="rId2"/>
            </p:custDataLst>
          </p:nvPr>
        </p:nvSpPr>
        <p:spPr/>
        <p:txBody>
          <a:bodyPr/>
          <a:p>
            <a:r>
              <a:rPr lang="en-US" altLang="en-US"/>
              <a:t>02</a:t>
            </a:r>
            <a:endParaRPr lang="en-US" altLang="en-US"/>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188"/>
            <a:ext cx="11125200" cy="500063"/>
          </a:xfrm>
          <a:prstGeom prst="rect">
            <a:avLst/>
          </a:prstGeom>
          <a:noFill/>
        </p:spPr>
        <p:txBody>
          <a:bodyPr wrap="square" lIns="0" tIns="0" rIns="0" bIns="0" rtlCol="0" anchor="t">
            <a:noAutofit/>
          </a:bodyPr>
          <a:p>
            <a:pPr algn="l">
              <a:lnSpc>
                <a:spcPct val="100000"/>
              </a:lnSpc>
            </a:pPr>
            <a:r>
              <a:rPr lang="en-US" sz="3000" b="1">
                <a:solidFill>
                  <a:srgbClr val="EBF1FA"/>
                </a:solidFill>
                <a:latin typeface="微软雅黑" panose="020B0503020204020204" charset="-122"/>
                <a:ea typeface="微软雅黑" panose="020B0503020204020204" charset="-122"/>
                <a:cs typeface="微软雅黑" panose="020B0503020204020204" charset="-122"/>
              </a:rPr>
              <a:t>A2A</a:t>
            </a:r>
            <a:r>
              <a:rPr lang="zh-CN" sz="3000" b="1">
                <a:solidFill>
                  <a:srgbClr val="EBF1FA"/>
                </a:solidFill>
                <a:latin typeface="微软雅黑" panose="020B0503020204020204" charset="-122"/>
                <a:ea typeface="微软雅黑" panose="020B0503020204020204" charset="-122"/>
                <a:cs typeface="微软雅黑" panose="020B0503020204020204" charset="-122"/>
              </a:rPr>
              <a:t>发展历程</a:t>
            </a:r>
            <a:endParaRPr lang="zh-CN" sz="3000" b="1">
              <a:solidFill>
                <a:srgbClr val="EBF1FA"/>
              </a:solidFill>
              <a:latin typeface="微软雅黑" panose="020B0503020204020204" charset="-122"/>
              <a:ea typeface="微软雅黑" panose="020B0503020204020204" charset="-122"/>
              <a:cs typeface="微软雅黑" panose="020B0503020204020204" charset="-122"/>
            </a:endParaRPr>
          </a:p>
        </p:txBody>
      </p:sp>
      <p:sp>
        <p:nvSpPr>
          <p:cNvPr id="4" name="任意多边形 3"/>
          <p:cNvSpPr/>
          <p:nvPr>
            <p:custDataLst>
              <p:tags r:id="rId2"/>
            </p:custDataLst>
          </p:nvPr>
        </p:nvSpPr>
        <p:spPr>
          <a:xfrm>
            <a:off x="575945" y="1109345"/>
            <a:ext cx="3546475" cy="5362575"/>
          </a:xfrm>
          <a:custGeom>
            <a:avLst/>
            <a:gdLst>
              <a:gd name="sw" fmla="*/ 1 w 5585"/>
              <a:gd name="sh" fmla="*/ 1 h 8445"/>
              <a:gd name="mins" fmla="min sw sh"/>
              <a:gd name="dsw" fmla="+- 0 sw mins"/>
              <a:gd name="dsh" fmla="+- 0 sh mins"/>
              <a:gd name="p0x0" fmla="*/ 120 w 5585"/>
              <a:gd name="p0y0" fmla="*/ 0 h 8445"/>
              <a:gd name="p0x1" fmla="*/ 5465 w 5585"/>
              <a:gd name="p0y1" fmla="*/ 0 h 8445"/>
              <a:gd name="p0x2" fmla="*/ 5531 w 5585"/>
              <a:gd name="p0y2" fmla="*/ 0 h 8445"/>
              <a:gd name="p0x3" fmla="*/ 5585 w 5585"/>
              <a:gd name="p0y3" fmla="*/ 53 h 8445"/>
              <a:gd name="p0x4" fmla="*/ 5585 w 5585"/>
              <a:gd name="p0y4" fmla="*/ 120 h 8445"/>
              <a:gd name="p0x5" fmla="*/ 5585 w 5585"/>
              <a:gd name="p0y5" fmla="*/ 8325 h 8445"/>
              <a:gd name="p0x6" fmla="*/ 5585 w 5585"/>
              <a:gd name="p0y6" fmla="*/ 8391 h 8445"/>
              <a:gd name="p0x7" fmla="*/ 5531 w 5585"/>
              <a:gd name="p0y7" fmla="*/ 8445 h 8445"/>
              <a:gd name="p0x8" fmla="*/ 5465 w 5585"/>
              <a:gd name="p0y8" fmla="*/ 8445 h 8445"/>
              <a:gd name="p0x9" fmla="*/ 120 w 5585"/>
              <a:gd name="p0y9" fmla="*/ 8445 h 8445"/>
              <a:gd name="p0x10" fmla="*/ 53 w 5585"/>
              <a:gd name="p0y10" fmla="*/ 8445 h 8445"/>
              <a:gd name="p0x11" fmla="*/ 0 w 5585"/>
              <a:gd name="p0y11" fmla="*/ 8391 h 8445"/>
              <a:gd name="p0x12" fmla="*/ 0 w 5585"/>
              <a:gd name="p0y12" fmla="*/ 8325 h 8445"/>
              <a:gd name="p0x13" fmla="*/ 0 w 5585"/>
              <a:gd name="p0y13" fmla="*/ 120 h 8445"/>
              <a:gd name="p0x14" fmla="*/ 0 w 5585"/>
              <a:gd name="p0y14" fmla="*/ 53 h 8445"/>
              <a:gd name="p0x15" fmla="*/ 53 w 5585"/>
              <a:gd name="p0y15" fmla="*/ 0 h 8445"/>
              <a:gd name="p0x16" fmla="*/ 120 w 5585"/>
              <a:gd name="p0y16" fmla="*/ 0 h 844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任意多边形 4"/>
          <p:cNvSpPr/>
          <p:nvPr>
            <p:custDataLst>
              <p:tags r:id="rId3"/>
            </p:custDataLst>
          </p:nvPr>
        </p:nvSpPr>
        <p:spPr>
          <a:xfrm>
            <a:off x="771525" y="1304925"/>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 name="图片 5"/>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rcRect l="-4167" t="-5278" r="-4167" b="-5278"/>
          <a:stretch>
            <a:fillRect/>
          </a:stretch>
        </p:blipFill>
        <p:spPr>
          <a:xfrm>
            <a:off x="857250" y="1385570"/>
            <a:ext cx="247650" cy="252730"/>
          </a:xfrm>
          <a:prstGeom prst="rect">
            <a:avLst/>
          </a:prstGeom>
        </p:spPr>
      </p:pic>
      <p:sp>
        <p:nvSpPr>
          <p:cNvPr id="7" name="文本框 6"/>
          <p:cNvSpPr txBox="1"/>
          <p:nvPr>
            <p:custDataLst>
              <p:tags r:id="rId7"/>
            </p:custDataLst>
          </p:nvPr>
        </p:nvSpPr>
        <p:spPr>
          <a:xfrm>
            <a:off x="1304925" y="1331595"/>
            <a:ext cx="1048198" cy="365760"/>
          </a:xfrm>
          <a:prstGeom prst="rect">
            <a:avLst/>
          </a:prstGeom>
          <a:noFill/>
        </p:spPr>
        <p:txBody>
          <a:bodyPr wrap="square" lIns="0" tIns="0" rIns="0" bIns="0" rtlCol="0" anchor="t">
            <a:noAutofit/>
          </a:bodyPr>
          <a:p>
            <a:pPr algn="l">
              <a:lnSpc>
                <a:spcPct val="104000"/>
              </a:lnSpc>
            </a:pPr>
            <a:r>
              <a:rPr sz="2100" b="1">
                <a:solidFill>
                  <a:srgbClr val="EBF1FA"/>
                </a:solidFill>
                <a:latin typeface="微软雅黑" panose="020B0503020204020204" charset="-122"/>
                <a:ea typeface="微软雅黑" panose="020B0503020204020204" charset="-122"/>
              </a:rPr>
              <a:t>v0.1.0</a:t>
            </a:r>
            <a:endParaRPr sz="2100" b="1">
              <a:solidFill>
                <a:srgbClr val="EBF1FA"/>
              </a:solidFill>
              <a:latin typeface="微软雅黑" panose="020B0503020204020204" charset="-122"/>
              <a:ea typeface="微软雅黑" panose="020B0503020204020204" charset="-122"/>
            </a:endParaRPr>
          </a:p>
        </p:txBody>
      </p:sp>
      <p:sp>
        <p:nvSpPr>
          <p:cNvPr id="8" name="文本框 7"/>
          <p:cNvSpPr txBox="1"/>
          <p:nvPr>
            <p:custDataLst>
              <p:tags r:id="rId8"/>
            </p:custDataLst>
          </p:nvPr>
        </p:nvSpPr>
        <p:spPr>
          <a:xfrm>
            <a:off x="771525" y="1861185"/>
            <a:ext cx="3155975" cy="311467"/>
          </a:xfrm>
          <a:prstGeom prst="rect">
            <a:avLst/>
          </a:prstGeom>
          <a:noFill/>
        </p:spPr>
        <p:txBody>
          <a:bodyPr wrap="square" lIns="0" tIns="0" rIns="0" bIns="0" rtlCol="0" anchor="t">
            <a:noAutofit/>
          </a:bodyPr>
          <a:p>
            <a:pPr algn="l">
              <a:lnSpc>
                <a:spcPct val="104000"/>
              </a:lnSpc>
            </a:pPr>
            <a:r>
              <a:rPr b="1">
                <a:solidFill>
                  <a:srgbClr val="EBF1FA"/>
                </a:solidFill>
                <a:latin typeface="微软雅黑" panose="020B0503020204020204" charset="-122"/>
                <a:ea typeface="微软雅黑" panose="020B0503020204020204" charset="-122"/>
              </a:rPr>
              <a:t>初始版本</a:t>
            </a:r>
            <a:endParaRPr b="1">
              <a:solidFill>
                <a:srgbClr val="EBF1FA"/>
              </a:solidFill>
              <a:latin typeface="微软雅黑" panose="020B0503020204020204" charset="-122"/>
              <a:ea typeface="微软雅黑" panose="020B0503020204020204" charset="-122"/>
            </a:endParaRPr>
          </a:p>
        </p:txBody>
      </p:sp>
      <p:sp>
        <p:nvSpPr>
          <p:cNvPr id="9" name="文本框 8"/>
          <p:cNvSpPr txBox="1"/>
          <p:nvPr>
            <p:custDataLst>
              <p:tags r:id="rId9"/>
            </p:custDataLst>
          </p:nvPr>
        </p:nvSpPr>
        <p:spPr>
          <a:xfrm>
            <a:off x="771525" y="3470462"/>
            <a:ext cx="3155975" cy="297180"/>
          </a:xfrm>
          <a:prstGeom prst="rect">
            <a:avLst/>
          </a:prstGeom>
          <a:noFill/>
        </p:spPr>
        <p:txBody>
          <a:bodyPr wrap="square" lIns="0" tIns="0" rIns="0" bIns="0" rtlCol="0" anchor="t">
            <a:noAutofit/>
          </a:bodyPr>
          <a:p>
            <a:pPr algn="l">
              <a:lnSpc>
                <a:spcPct val="133000"/>
              </a:lnSpc>
            </a:pPr>
            <a:r>
              <a:rPr sz="1350">
                <a:solidFill>
                  <a:srgbClr val="EBF1FA"/>
                </a:solidFill>
                <a:latin typeface="微软雅黑" panose="020B0503020204020204" charset="-122"/>
                <a:ea typeface="微软雅黑" panose="020B0503020204020204" charset="-122"/>
              </a:rPr>
              <a:t>发布时间</a:t>
            </a:r>
            <a:endParaRPr sz="1350">
              <a:solidFill>
                <a:srgbClr val="EBF1FA"/>
              </a:solidFill>
              <a:latin typeface="微软雅黑" panose="020B0503020204020204" charset="-122"/>
              <a:ea typeface="微软雅黑" panose="020B0503020204020204" charset="-122"/>
            </a:endParaRPr>
          </a:p>
        </p:txBody>
      </p:sp>
      <p:sp>
        <p:nvSpPr>
          <p:cNvPr id="10" name="文本框 9"/>
          <p:cNvSpPr txBox="1"/>
          <p:nvPr>
            <p:custDataLst>
              <p:tags r:id="rId10"/>
            </p:custDataLst>
          </p:nvPr>
        </p:nvSpPr>
        <p:spPr>
          <a:xfrm>
            <a:off x="771525" y="3776186"/>
            <a:ext cx="3155975" cy="420053"/>
          </a:xfrm>
          <a:prstGeom prst="rect">
            <a:avLst/>
          </a:prstGeom>
          <a:noFill/>
        </p:spPr>
        <p:txBody>
          <a:bodyPr wrap="square" lIns="0" tIns="0" rIns="0" bIns="0" rtlCol="0" anchor="t">
            <a:noAutofit/>
          </a:bodyPr>
          <a:p>
            <a:pPr algn="l">
              <a:lnSpc>
                <a:spcPct val="104000"/>
              </a:lnSpc>
            </a:pPr>
            <a:r>
              <a:rPr lang="en-US" altLang="en-US" sz="2400" b="1">
                <a:solidFill>
                  <a:srgbClr val="EBF1FA"/>
                </a:solidFill>
                <a:latin typeface="微软雅黑" panose="020B0503020204020204" charset="-122"/>
                <a:ea typeface="微软雅黑" panose="020B0503020204020204" charset="-122"/>
                <a:cs typeface="微软雅黑" panose="020B0503020204020204" charset="-122"/>
              </a:rPr>
              <a:t>2025</a:t>
            </a:r>
            <a:r>
              <a:rPr lang="zh-CN" altLang="en-US" sz="2400" b="1">
                <a:solidFill>
                  <a:srgbClr val="EBF1FA"/>
                </a:solidFill>
                <a:latin typeface="微软雅黑" panose="020B0503020204020204" charset="-122"/>
                <a:ea typeface="微软雅黑" panose="020B0503020204020204" charset="-122"/>
                <a:cs typeface="微软雅黑" panose="020B0503020204020204" charset="-122"/>
              </a:rPr>
              <a:t>年</a:t>
            </a:r>
            <a:r>
              <a:rPr lang="en-US" altLang="zh-CN" sz="2400" b="1">
                <a:solidFill>
                  <a:srgbClr val="EBF1FA"/>
                </a:solidFill>
                <a:latin typeface="微软雅黑" panose="020B0503020204020204" charset="-122"/>
                <a:ea typeface="微软雅黑" panose="020B0503020204020204" charset="-122"/>
                <a:cs typeface="微软雅黑" panose="020B0503020204020204" charset="-122"/>
              </a:rPr>
              <a:t>6</a:t>
            </a:r>
            <a:r>
              <a:rPr lang="zh-CN" altLang="en-US" sz="2400" b="1">
                <a:solidFill>
                  <a:srgbClr val="EBF1FA"/>
                </a:solidFill>
                <a:latin typeface="微软雅黑" panose="020B0503020204020204" charset="-122"/>
                <a:ea typeface="微软雅黑" panose="020B0503020204020204" charset="-122"/>
                <a:cs typeface="微软雅黑" panose="020B0503020204020204" charset="-122"/>
              </a:rPr>
              <a:t>月</a:t>
            </a:r>
            <a:r>
              <a:rPr lang="en-US" altLang="zh-CN" sz="2400" b="1">
                <a:solidFill>
                  <a:srgbClr val="EBF1FA"/>
                </a:solidFill>
                <a:latin typeface="微软雅黑" panose="020B0503020204020204" charset="-122"/>
                <a:ea typeface="微软雅黑" panose="020B0503020204020204" charset="-122"/>
                <a:cs typeface="微软雅黑" panose="020B0503020204020204" charset="-122"/>
              </a:rPr>
              <a:t>10</a:t>
            </a:r>
            <a:r>
              <a:rPr lang="zh-CN" altLang="en-US" sz="2400" b="1">
                <a:solidFill>
                  <a:srgbClr val="EBF1FA"/>
                </a:solidFill>
                <a:latin typeface="微软雅黑" panose="020B0503020204020204" charset="-122"/>
                <a:ea typeface="微软雅黑" panose="020B0503020204020204" charset="-122"/>
                <a:cs typeface="微软雅黑" panose="020B0503020204020204" charset="-122"/>
              </a:rPr>
              <a:t>日</a:t>
            </a:r>
            <a:endParaRPr lang="zh-CN" altLang="en-US" sz="2400" b="1">
              <a:solidFill>
                <a:srgbClr val="EBF1FA"/>
              </a:solidFill>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custDataLst>
              <p:tags r:id="rId11"/>
            </p:custDataLst>
          </p:nvPr>
        </p:nvSpPr>
        <p:spPr>
          <a:xfrm>
            <a:off x="771525" y="4278154"/>
            <a:ext cx="3155975" cy="297180"/>
          </a:xfrm>
          <a:prstGeom prst="rect">
            <a:avLst/>
          </a:prstGeom>
          <a:noFill/>
        </p:spPr>
        <p:txBody>
          <a:bodyPr wrap="square" lIns="0" tIns="0" rIns="0" bIns="0" rtlCol="0" anchor="t">
            <a:noAutofit/>
          </a:bodyPr>
          <a:p>
            <a:pPr algn="l">
              <a:lnSpc>
                <a:spcPct val="133000"/>
              </a:lnSpc>
            </a:pPr>
            <a:r>
              <a:rPr sz="1350">
                <a:solidFill>
                  <a:srgbClr val="EBF1FA"/>
                </a:solidFill>
                <a:latin typeface="微软雅黑" panose="020B0503020204020204" charset="-122"/>
                <a:ea typeface="微软雅黑" panose="020B0503020204020204" charset="-122"/>
              </a:rPr>
              <a:t>代码提交</a:t>
            </a:r>
            <a:endParaRPr sz="1350">
              <a:solidFill>
                <a:srgbClr val="EBF1FA"/>
              </a:solidFill>
              <a:latin typeface="微软雅黑" panose="020B0503020204020204" charset="-122"/>
              <a:ea typeface="微软雅黑" panose="020B0503020204020204" charset="-122"/>
            </a:endParaRPr>
          </a:p>
        </p:txBody>
      </p:sp>
      <p:sp>
        <p:nvSpPr>
          <p:cNvPr id="12" name="文本框 11"/>
          <p:cNvSpPr txBox="1"/>
          <p:nvPr>
            <p:custDataLst>
              <p:tags r:id="rId12"/>
            </p:custDataLst>
          </p:nvPr>
        </p:nvSpPr>
        <p:spPr>
          <a:xfrm>
            <a:off x="771525" y="4581496"/>
            <a:ext cx="1365571" cy="548640"/>
          </a:xfrm>
          <a:prstGeom prst="rect">
            <a:avLst/>
          </a:prstGeom>
          <a:noFill/>
        </p:spPr>
        <p:txBody>
          <a:bodyPr wrap="square" lIns="0" tIns="0" rIns="0" bIns="0" rtlCol="0" anchor="t">
            <a:noAutofit/>
          </a:bodyPr>
          <a:p>
            <a:pPr algn="l">
              <a:lnSpc>
                <a:spcPct val="104000"/>
              </a:lnSpc>
            </a:pPr>
            <a:r>
              <a:rPr sz="3150" b="1" spc="-31">
                <a:solidFill>
                  <a:srgbClr val="EBF1FA"/>
                </a:solidFill>
                <a:latin typeface="微软雅黑" panose="020B0503020204020204" charset="-122"/>
                <a:ea typeface="微软雅黑" panose="020B0503020204020204" charset="-122"/>
              </a:rPr>
              <a:t>254</a:t>
            </a:r>
            <a:r>
              <a:rPr sz="300"/>
              <a:t> </a:t>
            </a:r>
            <a:r>
              <a:rPr sz="1500">
                <a:solidFill>
                  <a:srgbClr val="EBF1FA">
                    <a:alpha val="72157"/>
                  </a:srgbClr>
                </a:solidFill>
                <a:latin typeface="微软雅黑" panose="020B0503020204020204" charset="-122"/>
                <a:ea typeface="微软雅黑" panose="020B0503020204020204" charset="-122"/>
              </a:rPr>
              <a:t>次</a:t>
            </a:r>
            <a:endParaRPr sz="1500">
              <a:solidFill>
                <a:srgbClr val="EBF1FA">
                  <a:alpha val="72157"/>
                </a:srgbClr>
              </a:solidFill>
              <a:latin typeface="微软雅黑" panose="020B0503020204020204" charset="-122"/>
              <a:ea typeface="微软雅黑" panose="020B0503020204020204" charset="-122"/>
            </a:endParaRPr>
          </a:p>
        </p:txBody>
      </p:sp>
      <p:sp>
        <p:nvSpPr>
          <p:cNvPr id="13" name="任意多边形 12"/>
          <p:cNvSpPr/>
          <p:nvPr>
            <p:custDataLst>
              <p:tags r:id="rId13"/>
            </p:custDataLst>
          </p:nvPr>
        </p:nvSpPr>
        <p:spPr>
          <a:xfrm>
            <a:off x="4322445" y="1109345"/>
            <a:ext cx="3546475" cy="5362575"/>
          </a:xfrm>
          <a:custGeom>
            <a:avLst/>
            <a:gdLst>
              <a:gd name="sw" fmla="*/ 1 w 5585"/>
              <a:gd name="sh" fmla="*/ 1 h 8445"/>
              <a:gd name="mins" fmla="min sw sh"/>
              <a:gd name="dsw" fmla="+- 0 sw mins"/>
              <a:gd name="dsh" fmla="+- 0 sh mins"/>
              <a:gd name="p0x0" fmla="*/ 120 w 5585"/>
              <a:gd name="p0y0" fmla="*/ 0 h 8445"/>
              <a:gd name="p0x1" fmla="*/ 5465 w 5585"/>
              <a:gd name="p0y1" fmla="*/ 0 h 8445"/>
              <a:gd name="p0x2" fmla="*/ 5531 w 5585"/>
              <a:gd name="p0y2" fmla="*/ 0 h 8445"/>
              <a:gd name="p0x3" fmla="*/ 5585 w 5585"/>
              <a:gd name="p0y3" fmla="*/ 53 h 8445"/>
              <a:gd name="p0x4" fmla="*/ 5585 w 5585"/>
              <a:gd name="p0y4" fmla="*/ 120 h 8445"/>
              <a:gd name="p0x5" fmla="*/ 5585 w 5585"/>
              <a:gd name="p0y5" fmla="*/ 8325 h 8445"/>
              <a:gd name="p0x6" fmla="*/ 5585 w 5585"/>
              <a:gd name="p0y6" fmla="*/ 8391 h 8445"/>
              <a:gd name="p0x7" fmla="*/ 5531 w 5585"/>
              <a:gd name="p0y7" fmla="*/ 8445 h 8445"/>
              <a:gd name="p0x8" fmla="*/ 5465 w 5585"/>
              <a:gd name="p0y8" fmla="*/ 8445 h 8445"/>
              <a:gd name="p0x9" fmla="*/ 120 w 5585"/>
              <a:gd name="p0y9" fmla="*/ 8445 h 8445"/>
              <a:gd name="p0x10" fmla="*/ 53 w 5585"/>
              <a:gd name="p0y10" fmla="*/ 8445 h 8445"/>
              <a:gd name="p0x11" fmla="*/ 0 w 5585"/>
              <a:gd name="p0y11" fmla="*/ 8391 h 8445"/>
              <a:gd name="p0x12" fmla="*/ 0 w 5585"/>
              <a:gd name="p0y12" fmla="*/ 8325 h 8445"/>
              <a:gd name="p0x13" fmla="*/ 0 w 5585"/>
              <a:gd name="p0y13" fmla="*/ 120 h 8445"/>
              <a:gd name="p0x14" fmla="*/ 0 w 5585"/>
              <a:gd name="p0y14" fmla="*/ 53 h 8445"/>
              <a:gd name="p0x15" fmla="*/ 53 w 5585"/>
              <a:gd name="p0y15" fmla="*/ 0 h 8445"/>
              <a:gd name="p0x16" fmla="*/ 120 w 5585"/>
              <a:gd name="p0y16" fmla="*/ 0 h 844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任意多边形 13"/>
          <p:cNvSpPr/>
          <p:nvPr>
            <p:custDataLst>
              <p:tags r:id="rId14"/>
            </p:custDataLst>
          </p:nvPr>
        </p:nvSpPr>
        <p:spPr>
          <a:xfrm>
            <a:off x="4518025" y="1304925"/>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5" name="图片 14"/>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rcRect l="-2000" t="-3067" r="-2000" b="-3067"/>
          <a:stretch>
            <a:fillRect/>
          </a:stretch>
        </p:blipFill>
        <p:spPr>
          <a:xfrm>
            <a:off x="4603750" y="1385570"/>
            <a:ext cx="247650" cy="252730"/>
          </a:xfrm>
          <a:prstGeom prst="rect">
            <a:avLst/>
          </a:prstGeom>
        </p:spPr>
      </p:pic>
      <p:sp>
        <p:nvSpPr>
          <p:cNvPr id="16" name="文本框 15"/>
          <p:cNvSpPr txBox="1"/>
          <p:nvPr>
            <p:custDataLst>
              <p:tags r:id="rId18"/>
            </p:custDataLst>
          </p:nvPr>
        </p:nvSpPr>
        <p:spPr>
          <a:xfrm>
            <a:off x="5051451" y="1331595"/>
            <a:ext cx="1018803" cy="365760"/>
          </a:xfrm>
          <a:prstGeom prst="rect">
            <a:avLst/>
          </a:prstGeom>
          <a:noFill/>
        </p:spPr>
        <p:txBody>
          <a:bodyPr wrap="square" lIns="0" tIns="0" rIns="0" bIns="0" rtlCol="0" anchor="t">
            <a:noAutofit/>
          </a:bodyPr>
          <a:p>
            <a:pPr algn="l">
              <a:lnSpc>
                <a:spcPct val="104000"/>
              </a:lnSpc>
            </a:pPr>
            <a:r>
              <a:rPr sz="2100" b="1">
                <a:solidFill>
                  <a:srgbClr val="EBF1FA"/>
                </a:solidFill>
                <a:latin typeface="微软雅黑" panose="020B0503020204020204" charset="-122"/>
                <a:ea typeface="微软雅黑" panose="020B0503020204020204" charset="-122"/>
              </a:rPr>
              <a:t>v0.2.x</a:t>
            </a:r>
            <a:endParaRPr sz="2100" b="1">
              <a:solidFill>
                <a:srgbClr val="EBF1FA"/>
              </a:solidFill>
              <a:latin typeface="微软雅黑" panose="020B0503020204020204" charset="-122"/>
              <a:ea typeface="微软雅黑" panose="020B0503020204020204" charset="-122"/>
            </a:endParaRPr>
          </a:p>
        </p:txBody>
      </p:sp>
      <p:sp>
        <p:nvSpPr>
          <p:cNvPr id="17" name="文本框 16"/>
          <p:cNvSpPr txBox="1"/>
          <p:nvPr>
            <p:custDataLst>
              <p:tags r:id="rId19"/>
            </p:custDataLst>
          </p:nvPr>
        </p:nvSpPr>
        <p:spPr>
          <a:xfrm>
            <a:off x="4518051" y="1861185"/>
            <a:ext cx="3155975" cy="311467"/>
          </a:xfrm>
          <a:prstGeom prst="rect">
            <a:avLst/>
          </a:prstGeom>
          <a:noFill/>
        </p:spPr>
        <p:txBody>
          <a:bodyPr wrap="square" lIns="0" tIns="0" rIns="0" bIns="0" rtlCol="0" anchor="t">
            <a:noAutofit/>
          </a:bodyPr>
          <a:p>
            <a:pPr algn="l">
              <a:lnSpc>
                <a:spcPct val="104000"/>
              </a:lnSpc>
            </a:pPr>
            <a:r>
              <a:rPr b="1">
                <a:solidFill>
                  <a:srgbClr val="EBF1FA"/>
                </a:solidFill>
                <a:latin typeface="微软雅黑" panose="020B0503020204020204" charset="-122"/>
                <a:ea typeface="微软雅黑" panose="020B0503020204020204" charset="-122"/>
              </a:rPr>
              <a:t>迭代版本</a:t>
            </a:r>
            <a:endParaRPr b="1">
              <a:solidFill>
                <a:srgbClr val="EBF1FA"/>
              </a:solidFill>
              <a:latin typeface="微软雅黑" panose="020B0503020204020204" charset="-122"/>
              <a:ea typeface="微软雅黑" panose="020B0503020204020204" charset="-122"/>
            </a:endParaRPr>
          </a:p>
        </p:txBody>
      </p:sp>
      <p:sp>
        <p:nvSpPr>
          <p:cNvPr id="18" name="任意多边形 17"/>
          <p:cNvSpPr/>
          <p:nvPr>
            <p:custDataLst>
              <p:tags r:id="rId20"/>
            </p:custDataLst>
          </p:nvPr>
        </p:nvSpPr>
        <p:spPr>
          <a:xfrm>
            <a:off x="4518025" y="3533775"/>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9" name="图片 18"/>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rcRect l="-3125" r="-3125"/>
          <a:stretch>
            <a:fillRect/>
          </a:stretch>
        </p:blipFill>
        <p:spPr>
          <a:xfrm>
            <a:off x="4584700" y="3590925"/>
            <a:ext cx="133350" cy="152400"/>
          </a:xfrm>
          <a:prstGeom prst="rect">
            <a:avLst/>
          </a:prstGeom>
        </p:spPr>
      </p:pic>
      <p:sp>
        <p:nvSpPr>
          <p:cNvPr id="20" name="文本框 19"/>
          <p:cNvSpPr txBox="1"/>
          <p:nvPr>
            <p:custDataLst>
              <p:tags r:id="rId24"/>
            </p:custDataLst>
          </p:nvPr>
        </p:nvSpPr>
        <p:spPr>
          <a:xfrm>
            <a:off x="4860951" y="3500438"/>
            <a:ext cx="2884960" cy="328613"/>
          </a:xfrm>
          <a:prstGeom prst="rect">
            <a:avLst/>
          </a:prstGeom>
          <a:noFill/>
        </p:spPr>
        <p:txBody>
          <a:bodyPr wrap="square" lIns="0" tIns="0" rIns="0" bIns="0" rtlCol="0" anchor="t">
            <a:noAutofit/>
          </a:bodyPr>
          <a:p>
            <a:pPr algn="l">
              <a:lnSpc>
                <a:spcPct val="133000"/>
              </a:lnSpc>
            </a:pP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解决</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JSON-RPC 2.0</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兼容性问题</a:t>
            </a:r>
            <a:endPar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21" name="任意多边形 20"/>
          <p:cNvSpPr/>
          <p:nvPr>
            <p:custDataLst>
              <p:tags r:id="rId25"/>
            </p:custDataLst>
          </p:nvPr>
        </p:nvSpPr>
        <p:spPr>
          <a:xfrm>
            <a:off x="4518025" y="3952875"/>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2" name="图片 21"/>
          <p:cNvPicPr>
            <a:picLocks noChangeAspect="1"/>
          </p:cNvPicPr>
          <p:nvPr>
            <p:custDataLst>
              <p:tags r:id="rId26"/>
            </p:custDataLst>
          </p:nvPr>
        </p:nvPicPr>
        <p:blipFill>
          <a:blip r:embed="rId27">
            <a:extLst>
              <a:ext uri="{96DAC541-7B7A-43D3-8B79-37D633B846F1}">
                <asvg:svgBlip xmlns:asvg="http://schemas.microsoft.com/office/drawing/2016/SVG/main" r:embed="rId28"/>
              </a:ext>
            </a:extLst>
          </a:blip>
          <a:srcRect t="-7143" b="-7143"/>
          <a:stretch>
            <a:fillRect/>
          </a:stretch>
        </p:blipFill>
        <p:spPr>
          <a:xfrm>
            <a:off x="4565650" y="4010025"/>
            <a:ext cx="171450" cy="152400"/>
          </a:xfrm>
          <a:prstGeom prst="rect">
            <a:avLst/>
          </a:prstGeom>
        </p:spPr>
      </p:pic>
      <p:sp>
        <p:nvSpPr>
          <p:cNvPr id="23" name="文本框 22"/>
          <p:cNvSpPr txBox="1"/>
          <p:nvPr>
            <p:custDataLst>
              <p:tags r:id="rId29"/>
            </p:custDataLst>
          </p:nvPr>
        </p:nvSpPr>
        <p:spPr>
          <a:xfrm>
            <a:off x="4860951" y="3919538"/>
            <a:ext cx="2523601" cy="328613"/>
          </a:xfrm>
          <a:prstGeom prst="rect">
            <a:avLst/>
          </a:prstGeom>
          <a:noFill/>
        </p:spPr>
        <p:txBody>
          <a:bodyPr wrap="square" lIns="0" tIns="0" rIns="0" bIns="0" rtlCol="0" anchor="t">
            <a:noAutofit/>
          </a:bodyPr>
          <a:p>
            <a:pPr algn="l">
              <a:lnSpc>
                <a:spcPct val="133000"/>
              </a:lnSpc>
            </a:pP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正式添加</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gRPC</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和</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REST</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定义</a:t>
            </a:r>
            <a:endPar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24" name="任意多边形 23"/>
          <p:cNvSpPr/>
          <p:nvPr>
            <p:custDataLst>
              <p:tags r:id="rId30"/>
            </p:custDataLst>
          </p:nvPr>
        </p:nvSpPr>
        <p:spPr>
          <a:xfrm>
            <a:off x="4518025" y="4371975"/>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5" name="图片 24"/>
          <p:cNvPicPr>
            <a:picLocks noChangeAspect="1"/>
          </p:cNvPicPr>
          <p:nvPr>
            <p:custDataLst>
              <p:tags r:id="rId31"/>
            </p:custDataLst>
          </p:nvPr>
        </p:nvPicPr>
        <p:blipFill>
          <a:blip r:embed="rId32">
            <a:extLst>
              <a:ext uri="{96DAC541-7B7A-43D3-8B79-37D633B846F1}">
                <asvg:svgBlip xmlns:asvg="http://schemas.microsoft.com/office/drawing/2016/SVG/main" r:embed="rId33"/>
              </a:ext>
            </a:extLst>
          </a:blip>
          <a:srcRect t="-7143" b="-7143"/>
          <a:stretch>
            <a:fillRect/>
          </a:stretch>
        </p:blipFill>
        <p:spPr>
          <a:xfrm>
            <a:off x="4565650" y="4429125"/>
            <a:ext cx="171450" cy="152400"/>
          </a:xfrm>
          <a:prstGeom prst="rect">
            <a:avLst/>
          </a:prstGeom>
        </p:spPr>
      </p:pic>
      <p:sp>
        <p:nvSpPr>
          <p:cNvPr id="26" name="文本框 25"/>
          <p:cNvSpPr txBox="1"/>
          <p:nvPr>
            <p:custDataLst>
              <p:tags r:id="rId34"/>
            </p:custDataLst>
          </p:nvPr>
        </p:nvSpPr>
        <p:spPr>
          <a:xfrm>
            <a:off x="4860951" y="4338638"/>
            <a:ext cx="2998146" cy="328613"/>
          </a:xfrm>
          <a:prstGeom prst="rect">
            <a:avLst/>
          </a:prstGeom>
          <a:noFill/>
        </p:spPr>
        <p:txBody>
          <a:bodyPr wrap="square" lIns="0" tIns="0" rIns="0" bIns="0" rtlCol="0" anchor="t">
            <a:noAutofit/>
          </a:bodyPr>
          <a:p>
            <a:pPr algn="l">
              <a:lnSpc>
                <a:spcPct val="133000"/>
              </a:lnSpc>
            </a:pP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为</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Agent Card</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添加</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iconUrl</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字段</a:t>
            </a:r>
            <a:endPar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27" name="任意多边形 26"/>
          <p:cNvSpPr/>
          <p:nvPr>
            <p:custDataLst>
              <p:tags r:id="rId35"/>
            </p:custDataLst>
          </p:nvPr>
        </p:nvSpPr>
        <p:spPr>
          <a:xfrm>
            <a:off x="4518025" y="4791075"/>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8" name="图片 27"/>
          <p:cNvPicPr>
            <a:picLocks noChangeAspect="1"/>
          </p:cNvPicPr>
          <p:nvPr>
            <p:custDataLst>
              <p:tags r:id="rId36"/>
            </p:custDataLst>
          </p:nvPr>
        </p:nvPicPr>
        <p:blipFill>
          <a:blip r:embed="rId37">
            <a:extLst>
              <a:ext uri="{96DAC541-7B7A-43D3-8B79-37D633B846F1}">
                <asvg:svgBlip xmlns:asvg="http://schemas.microsoft.com/office/drawing/2016/SVG/main" r:embed="rId38"/>
              </a:ext>
            </a:extLst>
          </a:blip>
          <a:srcRect/>
          <a:stretch>
            <a:fillRect/>
          </a:stretch>
        </p:blipFill>
        <p:spPr>
          <a:xfrm>
            <a:off x="4584700" y="4848225"/>
            <a:ext cx="133350" cy="152400"/>
          </a:xfrm>
          <a:prstGeom prst="rect">
            <a:avLst/>
          </a:prstGeom>
        </p:spPr>
      </p:pic>
      <p:sp>
        <p:nvSpPr>
          <p:cNvPr id="29" name="文本框 28"/>
          <p:cNvSpPr txBox="1"/>
          <p:nvPr>
            <p:custDataLst>
              <p:tags r:id="rId39"/>
            </p:custDataLst>
          </p:nvPr>
        </p:nvSpPr>
        <p:spPr>
          <a:xfrm>
            <a:off x="4860951" y="4757738"/>
            <a:ext cx="2857500" cy="328613"/>
          </a:xfrm>
          <a:prstGeom prst="rect">
            <a:avLst/>
          </a:prstGeom>
          <a:noFill/>
        </p:spPr>
        <p:txBody>
          <a:bodyPr wrap="square" lIns="0" tIns="0" rIns="0" bIns="0" rtlCol="0" anchor="t">
            <a:noAutofit/>
          </a:bodyPr>
          <a:p>
            <a:pPr algn="l">
              <a:lnSpc>
                <a:spcPct val="133000"/>
              </a:lnSpc>
            </a:pPr>
            <a:r>
              <a:rPr sz="1500">
                <a:solidFill>
                  <a:srgbClr val="EBF1FA">
                    <a:alpha val="72157"/>
                  </a:srgbClr>
                </a:solidFill>
                <a:latin typeface="微软雅黑" panose="020B0503020204020204" charset="-122"/>
                <a:ea typeface="微软雅黑" panose="020B0503020204020204" charset="-122"/>
              </a:rPr>
              <a:t>支持每个任务配置多个推送通知</a:t>
            </a:r>
            <a:endParaRPr sz="1500">
              <a:solidFill>
                <a:srgbClr val="EBF1FA">
                  <a:alpha val="72157"/>
                </a:srgbClr>
              </a:solidFill>
              <a:latin typeface="微软雅黑" panose="020B0503020204020204" charset="-122"/>
              <a:ea typeface="微软雅黑" panose="020B0503020204020204" charset="-122"/>
            </a:endParaRPr>
          </a:p>
        </p:txBody>
      </p:sp>
      <p:sp>
        <p:nvSpPr>
          <p:cNvPr id="30" name="任意多边形 29"/>
          <p:cNvSpPr/>
          <p:nvPr>
            <p:custDataLst>
              <p:tags r:id="rId40"/>
            </p:custDataLst>
          </p:nvPr>
        </p:nvSpPr>
        <p:spPr>
          <a:xfrm>
            <a:off x="8068945" y="1109345"/>
            <a:ext cx="3546475" cy="5362575"/>
          </a:xfrm>
          <a:custGeom>
            <a:avLst/>
            <a:gdLst>
              <a:gd name="sw" fmla="*/ 1 w 5585"/>
              <a:gd name="sh" fmla="*/ 1 h 8445"/>
              <a:gd name="mins" fmla="min sw sh"/>
              <a:gd name="dsw" fmla="+- 0 sw mins"/>
              <a:gd name="dsh" fmla="+- 0 sh mins"/>
              <a:gd name="p0x0" fmla="*/ 120 w 5585"/>
              <a:gd name="p0y0" fmla="*/ 0 h 8445"/>
              <a:gd name="p0x1" fmla="*/ 5465 w 5585"/>
              <a:gd name="p0y1" fmla="*/ 0 h 8445"/>
              <a:gd name="p0x2" fmla="*/ 5531 w 5585"/>
              <a:gd name="p0y2" fmla="*/ 0 h 8445"/>
              <a:gd name="p0x3" fmla="*/ 5585 w 5585"/>
              <a:gd name="p0y3" fmla="*/ 53 h 8445"/>
              <a:gd name="p0x4" fmla="*/ 5585 w 5585"/>
              <a:gd name="p0y4" fmla="*/ 120 h 8445"/>
              <a:gd name="p0x5" fmla="*/ 5585 w 5585"/>
              <a:gd name="p0y5" fmla="*/ 8325 h 8445"/>
              <a:gd name="p0x6" fmla="*/ 5585 w 5585"/>
              <a:gd name="p0y6" fmla="*/ 8391 h 8445"/>
              <a:gd name="p0x7" fmla="*/ 5531 w 5585"/>
              <a:gd name="p0y7" fmla="*/ 8445 h 8445"/>
              <a:gd name="p0x8" fmla="*/ 5465 w 5585"/>
              <a:gd name="p0y8" fmla="*/ 8445 h 8445"/>
              <a:gd name="p0x9" fmla="*/ 120 w 5585"/>
              <a:gd name="p0y9" fmla="*/ 8445 h 8445"/>
              <a:gd name="p0x10" fmla="*/ 53 w 5585"/>
              <a:gd name="p0y10" fmla="*/ 8445 h 8445"/>
              <a:gd name="p0x11" fmla="*/ 0 w 5585"/>
              <a:gd name="p0y11" fmla="*/ 8391 h 8445"/>
              <a:gd name="p0x12" fmla="*/ 0 w 5585"/>
              <a:gd name="p0y12" fmla="*/ 8325 h 8445"/>
              <a:gd name="p0x13" fmla="*/ 0 w 5585"/>
              <a:gd name="p0y13" fmla="*/ 120 h 8445"/>
              <a:gd name="p0x14" fmla="*/ 0 w 5585"/>
              <a:gd name="p0y14" fmla="*/ 53 h 8445"/>
              <a:gd name="p0x15" fmla="*/ 53 w 5585"/>
              <a:gd name="p0y15" fmla="*/ 0 h 8445"/>
              <a:gd name="p0x16" fmla="*/ 120 w 5585"/>
              <a:gd name="p0y16" fmla="*/ 0 h 844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任意多边形 30"/>
          <p:cNvSpPr/>
          <p:nvPr>
            <p:custDataLst>
              <p:tags r:id="rId41"/>
            </p:custDataLst>
          </p:nvPr>
        </p:nvSpPr>
        <p:spPr>
          <a:xfrm>
            <a:off x="8264525" y="1304925"/>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2" name="图片 31"/>
          <p:cNvPicPr>
            <a:picLocks noChangeAspect="1"/>
          </p:cNvPicPr>
          <p:nvPr>
            <p:custDataLst>
              <p:tags r:id="rId42"/>
            </p:custDataLst>
          </p:nvPr>
        </p:nvPicPr>
        <p:blipFill>
          <a:blip r:embed="rId43">
            <a:extLst>
              <a:ext uri="{96DAC541-7B7A-43D3-8B79-37D633B846F1}">
                <asvg:svgBlip xmlns:asvg="http://schemas.microsoft.com/office/drawing/2016/SVG/main" r:embed="rId44"/>
              </a:ext>
            </a:extLst>
          </a:blip>
          <a:srcRect l="-4691" t="-1026" r="-4691" b="-1026"/>
          <a:stretch>
            <a:fillRect/>
          </a:stretch>
        </p:blipFill>
        <p:spPr>
          <a:xfrm>
            <a:off x="8333105" y="1385570"/>
            <a:ext cx="281305" cy="252730"/>
          </a:xfrm>
          <a:prstGeom prst="rect">
            <a:avLst/>
          </a:prstGeom>
        </p:spPr>
      </p:pic>
      <p:sp>
        <p:nvSpPr>
          <p:cNvPr id="33" name="文本框 32"/>
          <p:cNvSpPr txBox="1"/>
          <p:nvPr>
            <p:custDataLst>
              <p:tags r:id="rId45"/>
            </p:custDataLst>
          </p:nvPr>
        </p:nvSpPr>
        <p:spPr>
          <a:xfrm>
            <a:off x="8797976" y="1331595"/>
            <a:ext cx="1048197" cy="365760"/>
          </a:xfrm>
          <a:prstGeom prst="rect">
            <a:avLst/>
          </a:prstGeom>
          <a:noFill/>
        </p:spPr>
        <p:txBody>
          <a:bodyPr wrap="square" lIns="0" tIns="0" rIns="0" bIns="0" rtlCol="0" anchor="t">
            <a:noAutofit/>
          </a:bodyPr>
          <a:p>
            <a:pPr algn="l">
              <a:lnSpc>
                <a:spcPct val="104000"/>
              </a:lnSpc>
            </a:pPr>
            <a:r>
              <a:rPr sz="2100" b="1">
                <a:solidFill>
                  <a:srgbClr val="EBF1FA"/>
                </a:solidFill>
                <a:latin typeface="微软雅黑" panose="020B0503020204020204" charset="-122"/>
                <a:ea typeface="微软雅黑" panose="020B0503020204020204" charset="-122"/>
              </a:rPr>
              <a:t>v0.3.0</a:t>
            </a:r>
            <a:endParaRPr sz="2100" b="1">
              <a:solidFill>
                <a:srgbClr val="EBF1FA"/>
              </a:solidFill>
              <a:latin typeface="微软雅黑" panose="020B0503020204020204" charset="-122"/>
              <a:ea typeface="微软雅黑" panose="020B0503020204020204" charset="-122"/>
            </a:endParaRPr>
          </a:p>
        </p:txBody>
      </p:sp>
      <p:sp>
        <p:nvSpPr>
          <p:cNvPr id="34" name="文本框 33"/>
          <p:cNvSpPr txBox="1"/>
          <p:nvPr>
            <p:custDataLst>
              <p:tags r:id="rId46"/>
            </p:custDataLst>
          </p:nvPr>
        </p:nvSpPr>
        <p:spPr>
          <a:xfrm>
            <a:off x="8264576" y="1861185"/>
            <a:ext cx="3155975" cy="311467"/>
          </a:xfrm>
          <a:prstGeom prst="rect">
            <a:avLst/>
          </a:prstGeom>
          <a:noFill/>
        </p:spPr>
        <p:txBody>
          <a:bodyPr wrap="square" lIns="0" tIns="0" rIns="0" bIns="0" rtlCol="0" anchor="t">
            <a:noAutofit/>
          </a:bodyPr>
          <a:p>
            <a:pPr algn="l">
              <a:lnSpc>
                <a:spcPct val="104000"/>
              </a:lnSpc>
            </a:pPr>
            <a:r>
              <a:rPr b="1">
                <a:solidFill>
                  <a:srgbClr val="EBF1FA"/>
                </a:solidFill>
                <a:latin typeface="微软雅黑" panose="020B0503020204020204" charset="-122"/>
                <a:ea typeface="微软雅黑" panose="020B0503020204020204" charset="-122"/>
              </a:rPr>
              <a:t>最新版本</a:t>
            </a:r>
            <a:endParaRPr b="1">
              <a:solidFill>
                <a:srgbClr val="EBF1FA"/>
              </a:solidFill>
              <a:latin typeface="微软雅黑" panose="020B0503020204020204" charset="-122"/>
              <a:ea typeface="微软雅黑" panose="020B0503020204020204" charset="-122"/>
            </a:endParaRPr>
          </a:p>
        </p:txBody>
      </p:sp>
      <p:sp>
        <p:nvSpPr>
          <p:cNvPr id="35" name="文本框 34"/>
          <p:cNvSpPr txBox="1"/>
          <p:nvPr>
            <p:custDataLst>
              <p:tags r:id="rId47"/>
            </p:custDataLst>
          </p:nvPr>
        </p:nvSpPr>
        <p:spPr>
          <a:xfrm>
            <a:off x="8264576" y="3190894"/>
            <a:ext cx="3155975" cy="297180"/>
          </a:xfrm>
          <a:prstGeom prst="rect">
            <a:avLst/>
          </a:prstGeom>
          <a:noFill/>
        </p:spPr>
        <p:txBody>
          <a:bodyPr wrap="square" lIns="0" tIns="0" rIns="0" bIns="0" rtlCol="0" anchor="t">
            <a:noAutofit/>
          </a:bodyPr>
          <a:p>
            <a:pPr algn="l">
              <a:lnSpc>
                <a:spcPct val="133000"/>
              </a:lnSpc>
            </a:pPr>
            <a:r>
              <a:rPr sz="1350">
                <a:solidFill>
                  <a:srgbClr val="EBF1FA"/>
                </a:solidFill>
                <a:latin typeface="微软雅黑" panose="020B0503020204020204" charset="-122"/>
                <a:ea typeface="微软雅黑" panose="020B0503020204020204" charset="-122"/>
              </a:rPr>
              <a:t>发布时间</a:t>
            </a:r>
            <a:endParaRPr sz="1350">
              <a:solidFill>
                <a:srgbClr val="EBF1FA"/>
              </a:solidFill>
              <a:latin typeface="微软雅黑" panose="020B0503020204020204" charset="-122"/>
              <a:ea typeface="微软雅黑" panose="020B0503020204020204" charset="-122"/>
            </a:endParaRPr>
          </a:p>
        </p:txBody>
      </p:sp>
      <p:sp>
        <p:nvSpPr>
          <p:cNvPr id="36" name="文本框 35"/>
          <p:cNvSpPr txBox="1"/>
          <p:nvPr>
            <p:custDataLst>
              <p:tags r:id="rId48"/>
            </p:custDataLst>
          </p:nvPr>
        </p:nvSpPr>
        <p:spPr>
          <a:xfrm>
            <a:off x="8264576" y="3496618"/>
            <a:ext cx="3155975" cy="420053"/>
          </a:xfrm>
          <a:prstGeom prst="rect">
            <a:avLst/>
          </a:prstGeom>
          <a:noFill/>
        </p:spPr>
        <p:txBody>
          <a:bodyPr wrap="square" lIns="0" tIns="0" rIns="0" bIns="0" rtlCol="0" anchor="t">
            <a:noAutofit/>
          </a:bodyPr>
          <a:p>
            <a:pPr algn="l">
              <a:lnSpc>
                <a:spcPct val="104000"/>
              </a:lnSpc>
            </a:pPr>
            <a:r>
              <a:rPr lang="en-US" altLang="en-US" sz="2400" b="1">
                <a:solidFill>
                  <a:srgbClr val="EBF1FA"/>
                </a:solidFill>
                <a:latin typeface="微软雅黑" panose="020B0503020204020204" charset="-122"/>
                <a:ea typeface="微软雅黑" panose="020B0503020204020204" charset="-122"/>
                <a:cs typeface="微软雅黑" panose="020B0503020204020204" charset="-122"/>
              </a:rPr>
              <a:t>2025</a:t>
            </a:r>
            <a:r>
              <a:rPr lang="zh-CN" altLang="en-US" sz="2400" b="1">
                <a:solidFill>
                  <a:srgbClr val="EBF1FA"/>
                </a:solidFill>
                <a:latin typeface="微软雅黑" panose="020B0503020204020204" charset="-122"/>
                <a:ea typeface="微软雅黑" panose="020B0503020204020204" charset="-122"/>
                <a:cs typeface="微软雅黑" panose="020B0503020204020204" charset="-122"/>
              </a:rPr>
              <a:t>年</a:t>
            </a:r>
            <a:r>
              <a:rPr lang="en-US" altLang="zh-CN" sz="2400" b="1">
                <a:solidFill>
                  <a:srgbClr val="EBF1FA"/>
                </a:solidFill>
                <a:latin typeface="微软雅黑" panose="020B0503020204020204" charset="-122"/>
                <a:ea typeface="微软雅黑" panose="020B0503020204020204" charset="-122"/>
                <a:cs typeface="微软雅黑" panose="020B0503020204020204" charset="-122"/>
              </a:rPr>
              <a:t>7</a:t>
            </a:r>
            <a:r>
              <a:rPr lang="zh-CN" altLang="en-US" sz="2400" b="1">
                <a:solidFill>
                  <a:srgbClr val="EBF1FA"/>
                </a:solidFill>
                <a:latin typeface="微软雅黑" panose="020B0503020204020204" charset="-122"/>
                <a:ea typeface="微软雅黑" panose="020B0503020204020204" charset="-122"/>
                <a:cs typeface="微软雅黑" panose="020B0503020204020204" charset="-122"/>
              </a:rPr>
              <a:t>月</a:t>
            </a:r>
            <a:r>
              <a:rPr lang="en-US" altLang="zh-CN" sz="2400" b="1">
                <a:solidFill>
                  <a:srgbClr val="EBF1FA"/>
                </a:solidFill>
                <a:latin typeface="微软雅黑" panose="020B0503020204020204" charset="-122"/>
                <a:ea typeface="微软雅黑" panose="020B0503020204020204" charset="-122"/>
                <a:cs typeface="微软雅黑" panose="020B0503020204020204" charset="-122"/>
              </a:rPr>
              <a:t>30</a:t>
            </a:r>
            <a:r>
              <a:rPr lang="zh-CN" altLang="en-US" sz="2400" b="1">
                <a:solidFill>
                  <a:srgbClr val="EBF1FA"/>
                </a:solidFill>
                <a:latin typeface="微软雅黑" panose="020B0503020204020204" charset="-122"/>
                <a:ea typeface="微软雅黑" panose="020B0503020204020204" charset="-122"/>
                <a:cs typeface="微软雅黑" panose="020B0503020204020204" charset="-122"/>
              </a:rPr>
              <a:t>日</a:t>
            </a:r>
            <a:endParaRPr lang="zh-CN" altLang="en-US" sz="2400" b="1">
              <a:solidFill>
                <a:srgbClr val="EBF1FA"/>
              </a:solidFill>
              <a:latin typeface="微软雅黑" panose="020B0503020204020204" charset="-122"/>
              <a:ea typeface="微软雅黑" panose="020B0503020204020204" charset="-122"/>
              <a:cs typeface="微软雅黑" panose="020B0503020204020204" charset="-122"/>
            </a:endParaRPr>
          </a:p>
        </p:txBody>
      </p:sp>
      <p:sp>
        <p:nvSpPr>
          <p:cNvPr id="37" name="任意多边形 36"/>
          <p:cNvSpPr/>
          <p:nvPr>
            <p:custDataLst>
              <p:tags r:id="rId49"/>
            </p:custDataLst>
          </p:nvPr>
        </p:nvSpPr>
        <p:spPr>
          <a:xfrm>
            <a:off x="8264525" y="4032250"/>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8" name="图片 37"/>
          <p:cNvPicPr>
            <a:picLocks noChangeAspect="1"/>
          </p:cNvPicPr>
          <p:nvPr>
            <p:custDataLst>
              <p:tags r:id="rId50"/>
            </p:custDataLst>
          </p:nvPr>
        </p:nvPicPr>
        <p:blipFill>
          <a:blip r:embed="rId51">
            <a:extLst>
              <a:ext uri="{96DAC541-7B7A-43D3-8B79-37D633B846F1}">
                <asvg:svgBlip xmlns:asvg="http://schemas.microsoft.com/office/drawing/2016/SVG/main" r:embed="rId52"/>
              </a:ext>
            </a:extLst>
          </a:blip>
          <a:srcRect l="-3333" t="-3333" r="-3333" b="-3333"/>
          <a:stretch>
            <a:fillRect/>
          </a:stretch>
        </p:blipFill>
        <p:spPr>
          <a:xfrm>
            <a:off x="8321675" y="4089400"/>
            <a:ext cx="152400" cy="152400"/>
          </a:xfrm>
          <a:prstGeom prst="rect">
            <a:avLst/>
          </a:prstGeom>
        </p:spPr>
      </p:pic>
      <p:sp>
        <p:nvSpPr>
          <p:cNvPr id="39" name="文本框 38"/>
          <p:cNvSpPr txBox="1"/>
          <p:nvPr>
            <p:custDataLst>
              <p:tags r:id="rId53"/>
            </p:custDataLst>
          </p:nvPr>
        </p:nvSpPr>
        <p:spPr>
          <a:xfrm>
            <a:off x="8607476" y="3999528"/>
            <a:ext cx="2582246" cy="328613"/>
          </a:xfrm>
          <a:prstGeom prst="rect">
            <a:avLst/>
          </a:prstGeom>
          <a:noFill/>
        </p:spPr>
        <p:txBody>
          <a:bodyPr wrap="square" lIns="0" tIns="0" rIns="0" bIns="0" rtlCol="0" anchor="t">
            <a:noAutofit/>
          </a:bodyPr>
          <a:p>
            <a:pPr algn="l">
              <a:lnSpc>
                <a:spcPct val="133000"/>
              </a:lnSpc>
            </a:pP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添加</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mTLS</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（双向</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TLS</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）支持</a:t>
            </a:r>
            <a:endPar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40" name="任意多边形 39"/>
          <p:cNvSpPr/>
          <p:nvPr>
            <p:custDataLst>
              <p:tags r:id="rId54"/>
            </p:custDataLst>
          </p:nvPr>
        </p:nvSpPr>
        <p:spPr>
          <a:xfrm>
            <a:off x="8264525" y="4413250"/>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1" name="图片 40"/>
          <p:cNvPicPr>
            <a:picLocks noChangeAspect="1"/>
          </p:cNvPicPr>
          <p:nvPr>
            <p:custDataLst>
              <p:tags r:id="rId55"/>
            </p:custDataLst>
          </p:nvPr>
        </p:nvPicPr>
        <p:blipFill>
          <a:blip r:embed="rId56">
            <a:extLst>
              <a:ext uri="{96DAC541-7B7A-43D3-8B79-37D633B846F1}">
                <asvg:svgBlip xmlns:asvg="http://schemas.microsoft.com/office/drawing/2016/SVG/main" r:embed="rId57"/>
              </a:ext>
            </a:extLst>
          </a:blip>
          <a:srcRect/>
          <a:stretch>
            <a:fillRect/>
          </a:stretch>
        </p:blipFill>
        <p:spPr>
          <a:xfrm>
            <a:off x="8321675" y="4470400"/>
            <a:ext cx="152400" cy="152400"/>
          </a:xfrm>
          <a:prstGeom prst="rect">
            <a:avLst/>
          </a:prstGeom>
        </p:spPr>
      </p:pic>
      <p:sp>
        <p:nvSpPr>
          <p:cNvPr id="42" name="文本框 41"/>
          <p:cNvSpPr txBox="1"/>
          <p:nvPr>
            <p:custDataLst>
              <p:tags r:id="rId58"/>
            </p:custDataLst>
          </p:nvPr>
        </p:nvSpPr>
        <p:spPr>
          <a:xfrm>
            <a:off x="8607476" y="4380528"/>
            <a:ext cx="2591771" cy="328613"/>
          </a:xfrm>
          <a:prstGeom prst="rect">
            <a:avLst/>
          </a:prstGeom>
          <a:noFill/>
        </p:spPr>
        <p:txBody>
          <a:bodyPr wrap="square" lIns="0" tIns="0" rIns="0" bIns="0" rtlCol="0" anchor="t">
            <a:noAutofit/>
          </a:bodyPr>
          <a:p>
            <a:pPr algn="l">
              <a:lnSpc>
                <a:spcPct val="133000"/>
              </a:lnSpc>
            </a:pPr>
            <a:r>
              <a:rPr lang="en-US"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OAuth2</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添加元数据</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URL</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字段</a:t>
            </a:r>
            <a:endPar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43" name="任意多边形 42"/>
          <p:cNvSpPr/>
          <p:nvPr>
            <p:custDataLst>
              <p:tags r:id="rId59"/>
            </p:custDataLst>
          </p:nvPr>
        </p:nvSpPr>
        <p:spPr>
          <a:xfrm>
            <a:off x="8264525" y="4794250"/>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4" name="图片 43"/>
          <p:cNvPicPr>
            <a:picLocks noChangeAspect="1"/>
          </p:cNvPicPr>
          <p:nvPr>
            <p:custDataLst>
              <p:tags r:id="rId60"/>
            </p:custDataLst>
          </p:nvPr>
        </p:nvPicPr>
        <p:blipFill>
          <a:blip r:embed="rId61">
            <a:extLst>
              <a:ext uri="{96DAC541-7B7A-43D3-8B79-37D633B846F1}">
                <asvg:svgBlip xmlns:asvg="http://schemas.microsoft.com/office/drawing/2016/SVG/main" r:embed="rId62"/>
              </a:ext>
            </a:extLst>
          </a:blip>
          <a:srcRect/>
          <a:stretch>
            <a:fillRect/>
          </a:stretch>
        </p:blipFill>
        <p:spPr>
          <a:xfrm>
            <a:off x="8340725" y="4851400"/>
            <a:ext cx="114300" cy="152400"/>
          </a:xfrm>
          <a:prstGeom prst="rect">
            <a:avLst/>
          </a:prstGeom>
        </p:spPr>
      </p:pic>
      <p:sp>
        <p:nvSpPr>
          <p:cNvPr id="45" name="文本框 44"/>
          <p:cNvSpPr txBox="1"/>
          <p:nvPr>
            <p:custDataLst>
              <p:tags r:id="rId63"/>
            </p:custDataLst>
          </p:nvPr>
        </p:nvSpPr>
        <p:spPr>
          <a:xfrm>
            <a:off x="8607476" y="4761528"/>
            <a:ext cx="2813075" cy="633413"/>
          </a:xfrm>
          <a:prstGeom prst="rect">
            <a:avLst/>
          </a:prstGeom>
          <a:noFill/>
        </p:spPr>
        <p:txBody>
          <a:bodyPr wrap="square" lIns="0" tIns="0" rIns="0" bIns="0" rtlCol="0" anchor="t">
            <a:noAutofit/>
          </a:bodyPr>
          <a:p>
            <a:pPr algn="l">
              <a:lnSpc>
                <a:spcPct val="133000"/>
              </a:lnSpc>
            </a:pPr>
            <a:r>
              <a:rPr lang="en-US"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Agent Card</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文件名从</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agent.json</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更改为</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agent-card.json</a:t>
            </a:r>
            <a:endPar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188"/>
            <a:ext cx="11125200" cy="500063"/>
          </a:xfrm>
          <a:prstGeom prst="rect">
            <a:avLst/>
          </a:prstGeom>
          <a:noFill/>
        </p:spPr>
        <p:txBody>
          <a:bodyPr wrap="square" lIns="0" tIns="0" rIns="0" bIns="0" rtlCol="0" anchor="t">
            <a:noAutofit/>
          </a:bodyPr>
          <a:p>
            <a:pPr algn="l">
              <a:lnSpc>
                <a:spcPct val="100000"/>
              </a:lnSpc>
            </a:pPr>
            <a:r>
              <a:rPr sz="3000" b="1">
                <a:solidFill>
                  <a:srgbClr val="EBF1FA"/>
                </a:solidFill>
                <a:latin typeface="微软雅黑" panose="020B0503020204020204" charset="-122"/>
                <a:ea typeface="微软雅黑" panose="020B0503020204020204" charset="-122"/>
              </a:rPr>
              <a:t>社区生态建设</a:t>
            </a:r>
            <a:endParaRPr sz="3000" b="1">
              <a:solidFill>
                <a:srgbClr val="EBF1FA"/>
              </a:solidFill>
              <a:latin typeface="微软雅黑" panose="020B0503020204020204" charset="-122"/>
              <a:ea typeface="微软雅黑" panose="020B0503020204020204" charset="-122"/>
            </a:endParaRPr>
          </a:p>
        </p:txBody>
      </p:sp>
      <p:sp>
        <p:nvSpPr>
          <p:cNvPr id="4" name="文本框 3"/>
          <p:cNvSpPr txBox="1"/>
          <p:nvPr>
            <p:custDataLst>
              <p:tags r:id="rId2"/>
            </p:custDataLst>
          </p:nvPr>
        </p:nvSpPr>
        <p:spPr>
          <a:xfrm>
            <a:off x="1703261" y="2835592"/>
            <a:ext cx="1524000" cy="420053"/>
          </a:xfrm>
          <a:prstGeom prst="rect">
            <a:avLst/>
          </a:prstGeom>
          <a:noFill/>
        </p:spPr>
        <p:txBody>
          <a:bodyPr wrap="square" lIns="0" tIns="0" rIns="0" bIns="0" rtlCol="0" anchor="t">
            <a:noAutofit/>
          </a:bodyPr>
          <a:p>
            <a:pPr algn="l">
              <a:lnSpc>
                <a:spcPct val="104000"/>
              </a:lnSpc>
            </a:pPr>
            <a:r>
              <a:rPr sz="2400" b="1">
                <a:solidFill>
                  <a:srgbClr val="EBF1FA"/>
                </a:solidFill>
                <a:latin typeface="微软雅黑" panose="020B0503020204020204" charset="-122"/>
                <a:ea typeface="微软雅黑" panose="020B0503020204020204" charset="-122"/>
              </a:rPr>
              <a:t>开源理念</a:t>
            </a:r>
            <a:endParaRPr sz="2400" b="1">
              <a:solidFill>
                <a:srgbClr val="EBF1FA"/>
              </a:solidFill>
              <a:latin typeface="微软雅黑" panose="020B0503020204020204" charset="-122"/>
              <a:ea typeface="微软雅黑" panose="020B0503020204020204" charset="-122"/>
            </a:endParaRPr>
          </a:p>
        </p:txBody>
      </p:sp>
      <p:sp>
        <p:nvSpPr>
          <p:cNvPr id="5" name="任意多边形 4"/>
          <p:cNvSpPr/>
          <p:nvPr>
            <p:custDataLst>
              <p:tags r:id="rId3"/>
            </p:custDataLst>
          </p:nvPr>
        </p:nvSpPr>
        <p:spPr>
          <a:xfrm>
            <a:off x="571500" y="3486150"/>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 name="图片 5"/>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rcRect l="-2273" t="-3067" r="-2273" b="-3067"/>
          <a:stretch>
            <a:fillRect/>
          </a:stretch>
        </p:blipFill>
        <p:spPr>
          <a:xfrm>
            <a:off x="671195" y="3566795"/>
            <a:ext cx="219075" cy="252730"/>
          </a:xfrm>
          <a:prstGeom prst="rect">
            <a:avLst/>
          </a:prstGeom>
        </p:spPr>
      </p:pic>
      <p:sp>
        <p:nvSpPr>
          <p:cNvPr id="7" name="文本框 6"/>
          <p:cNvSpPr txBox="1"/>
          <p:nvPr>
            <p:custDataLst>
              <p:tags r:id="rId7"/>
            </p:custDataLst>
          </p:nvPr>
        </p:nvSpPr>
        <p:spPr>
          <a:xfrm>
            <a:off x="1104900" y="3376613"/>
            <a:ext cx="2949330" cy="633413"/>
          </a:xfrm>
          <a:prstGeom prst="rect">
            <a:avLst/>
          </a:prstGeom>
          <a:noFill/>
        </p:spPr>
        <p:txBody>
          <a:bodyPr wrap="square" lIns="0" tIns="0" rIns="0" bIns="0" rtlCol="0" anchor="t">
            <a:noAutofit/>
          </a:bodyPr>
          <a:p>
            <a:pPr algn="l">
              <a:lnSpc>
                <a:spcPct val="133000"/>
              </a:lnSpc>
            </a:pP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核心规范、参考实现代码、</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SDK</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均托管在公开代码仓库</a:t>
            </a:r>
            <a:endPar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8" name="任意多边形 7"/>
          <p:cNvSpPr/>
          <p:nvPr>
            <p:custDataLst>
              <p:tags r:id="rId8"/>
            </p:custDataLst>
          </p:nvPr>
        </p:nvSpPr>
        <p:spPr>
          <a:xfrm>
            <a:off x="571500" y="4210050"/>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9" name="图片 8"/>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rcRect l="-2366" t="-10303" r="-2366" b="-10303"/>
          <a:stretch>
            <a:fillRect/>
          </a:stretch>
        </p:blipFill>
        <p:spPr>
          <a:xfrm>
            <a:off x="626110" y="4290695"/>
            <a:ext cx="309245" cy="252730"/>
          </a:xfrm>
          <a:prstGeom prst="rect">
            <a:avLst/>
          </a:prstGeom>
        </p:spPr>
      </p:pic>
      <p:sp>
        <p:nvSpPr>
          <p:cNvPr id="10" name="文本框 9"/>
          <p:cNvSpPr txBox="1"/>
          <p:nvPr>
            <p:custDataLst>
              <p:tags r:id="rId12"/>
            </p:custDataLst>
          </p:nvPr>
        </p:nvSpPr>
        <p:spPr>
          <a:xfrm>
            <a:off x="1104900" y="4100513"/>
            <a:ext cx="2949330" cy="633413"/>
          </a:xfrm>
          <a:prstGeom prst="rect">
            <a:avLst/>
          </a:prstGeom>
          <a:noFill/>
        </p:spPr>
        <p:txBody>
          <a:bodyPr wrap="square" lIns="0" tIns="0" rIns="0" bIns="0" rtlCol="0" anchor="t">
            <a:noAutofit/>
          </a:bodyPr>
          <a:p>
            <a:pPr algn="l">
              <a:lnSpc>
                <a:spcPct val="133000"/>
              </a:lnSpc>
            </a:pPr>
            <a:r>
              <a:rPr sz="1500">
                <a:solidFill>
                  <a:srgbClr val="EBF1FA">
                    <a:alpha val="72157"/>
                  </a:srgbClr>
                </a:solidFill>
                <a:latin typeface="微软雅黑" panose="020B0503020204020204" charset="-122"/>
                <a:ea typeface="微软雅黑" panose="020B0503020204020204" charset="-122"/>
              </a:rPr>
              <a:t>鼓励全球开发者参与协议完善与应用实践</a:t>
            </a:r>
            <a:endParaRPr sz="1500">
              <a:solidFill>
                <a:srgbClr val="EBF1FA">
                  <a:alpha val="72157"/>
                </a:srgbClr>
              </a:solidFill>
              <a:latin typeface="微软雅黑" panose="020B0503020204020204" charset="-122"/>
              <a:ea typeface="微软雅黑" panose="020B0503020204020204" charset="-122"/>
            </a:endParaRPr>
          </a:p>
        </p:txBody>
      </p:sp>
      <p:sp>
        <p:nvSpPr>
          <p:cNvPr id="11" name="文本框 10"/>
          <p:cNvSpPr txBox="1"/>
          <p:nvPr>
            <p:custDataLst>
              <p:tags r:id="rId13"/>
            </p:custDataLst>
          </p:nvPr>
        </p:nvSpPr>
        <p:spPr>
          <a:xfrm>
            <a:off x="5018341" y="2835592"/>
            <a:ext cx="2460050" cy="420053"/>
          </a:xfrm>
          <a:prstGeom prst="rect">
            <a:avLst/>
          </a:prstGeom>
          <a:noFill/>
        </p:spPr>
        <p:txBody>
          <a:bodyPr wrap="square" lIns="0" tIns="0" rIns="0" bIns="0" rtlCol="0" anchor="t">
            <a:noAutofit/>
          </a:bodyPr>
          <a:p>
            <a:pPr algn="l">
              <a:lnSpc>
                <a:spcPct val="104000"/>
              </a:lnSpc>
            </a:pPr>
            <a:r>
              <a:rPr lang="zh-CN" altLang="en-US" sz="2400" b="1">
                <a:solidFill>
                  <a:srgbClr val="EBF1FA"/>
                </a:solidFill>
                <a:latin typeface="微软雅黑" panose="020B0503020204020204" charset="-122"/>
                <a:ea typeface="微软雅黑" panose="020B0503020204020204" charset="-122"/>
                <a:cs typeface="微软雅黑" panose="020B0503020204020204" charset="-122"/>
              </a:rPr>
              <a:t>多语言</a:t>
            </a:r>
            <a:r>
              <a:rPr lang="en-US" altLang="zh-CN" sz="2400" b="1">
                <a:solidFill>
                  <a:srgbClr val="EBF1FA"/>
                </a:solidFill>
                <a:latin typeface="微软雅黑" panose="020B0503020204020204" charset="-122"/>
                <a:ea typeface="微软雅黑" panose="020B0503020204020204" charset="-122"/>
                <a:cs typeface="微软雅黑" panose="020B0503020204020204" charset="-122"/>
              </a:rPr>
              <a:t>SDK</a:t>
            </a:r>
            <a:r>
              <a:rPr lang="zh-CN" altLang="en-US" sz="2400" b="1">
                <a:solidFill>
                  <a:srgbClr val="EBF1FA"/>
                </a:solidFill>
                <a:latin typeface="微软雅黑" panose="020B0503020204020204" charset="-122"/>
                <a:ea typeface="微软雅黑" panose="020B0503020204020204" charset="-122"/>
                <a:cs typeface="微软雅黑" panose="020B0503020204020204" charset="-122"/>
              </a:rPr>
              <a:t>支持</a:t>
            </a:r>
            <a:endParaRPr lang="zh-CN" altLang="en-US" sz="2400" b="1">
              <a:solidFill>
                <a:srgbClr val="EBF1FA"/>
              </a:solidFill>
              <a:latin typeface="微软雅黑" panose="020B0503020204020204" charset="-122"/>
              <a:ea typeface="微软雅黑" panose="020B0503020204020204" charset="-122"/>
              <a:cs typeface="微软雅黑" panose="020B0503020204020204" charset="-122"/>
            </a:endParaRPr>
          </a:p>
        </p:txBody>
      </p:sp>
      <p:sp>
        <p:nvSpPr>
          <p:cNvPr id="12" name="任意多边形 11"/>
          <p:cNvSpPr/>
          <p:nvPr>
            <p:custDataLst>
              <p:tags r:id="rId14"/>
            </p:custDataLst>
          </p:nvPr>
        </p:nvSpPr>
        <p:spPr>
          <a:xfrm>
            <a:off x="4301490" y="3486150"/>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3" name="图片 12"/>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rcRect l="-2473" t="-10303" r="-2473" b="-10303"/>
          <a:stretch>
            <a:fillRect/>
          </a:stretch>
        </p:blipFill>
        <p:spPr>
          <a:xfrm>
            <a:off x="4356100" y="3566795"/>
            <a:ext cx="309880" cy="252730"/>
          </a:xfrm>
          <a:prstGeom prst="rect">
            <a:avLst/>
          </a:prstGeom>
        </p:spPr>
      </p:pic>
      <p:sp>
        <p:nvSpPr>
          <p:cNvPr id="14" name="文本框 13"/>
          <p:cNvSpPr txBox="1"/>
          <p:nvPr>
            <p:custDataLst>
              <p:tags r:id="rId18"/>
            </p:custDataLst>
          </p:nvPr>
        </p:nvSpPr>
        <p:spPr>
          <a:xfrm>
            <a:off x="4835280" y="3376613"/>
            <a:ext cx="3054849" cy="633413"/>
          </a:xfrm>
          <a:prstGeom prst="rect">
            <a:avLst/>
          </a:prstGeom>
          <a:noFill/>
        </p:spPr>
        <p:txBody>
          <a:bodyPr wrap="square" lIns="0" tIns="0" rIns="0" bIns="0" rtlCol="0" anchor="t">
            <a:noAutofit/>
          </a:bodyPr>
          <a:p>
            <a:pPr algn="l">
              <a:lnSpc>
                <a:spcPct val="133000"/>
              </a:lnSpc>
            </a:pPr>
            <a:r>
              <a:rPr lang="en-US"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Python</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JavaScript</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Java</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C#/.NET</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Go</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等完整支持</a:t>
            </a:r>
            <a:endPar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15" name="任意多边形 14"/>
          <p:cNvSpPr/>
          <p:nvPr>
            <p:custDataLst>
              <p:tags r:id="rId19"/>
            </p:custDataLst>
          </p:nvPr>
        </p:nvSpPr>
        <p:spPr>
          <a:xfrm>
            <a:off x="4301490" y="4210050"/>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6" name="图片 15"/>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rcRect l="-2000" t="-3067" r="-2000" b="-3067"/>
          <a:stretch>
            <a:fillRect/>
          </a:stretch>
        </p:blipFill>
        <p:spPr>
          <a:xfrm>
            <a:off x="4387215" y="4290695"/>
            <a:ext cx="247650" cy="252730"/>
          </a:xfrm>
          <a:prstGeom prst="rect">
            <a:avLst/>
          </a:prstGeom>
        </p:spPr>
      </p:pic>
      <p:sp>
        <p:nvSpPr>
          <p:cNvPr id="17" name="文本框 16"/>
          <p:cNvSpPr txBox="1"/>
          <p:nvPr>
            <p:custDataLst>
              <p:tags r:id="rId23"/>
            </p:custDataLst>
          </p:nvPr>
        </p:nvSpPr>
        <p:spPr>
          <a:xfrm>
            <a:off x="4835280" y="4100513"/>
            <a:ext cx="3054849" cy="633413"/>
          </a:xfrm>
          <a:prstGeom prst="rect">
            <a:avLst/>
          </a:prstGeom>
          <a:noFill/>
        </p:spPr>
        <p:txBody>
          <a:bodyPr wrap="square" lIns="0" tIns="0" rIns="0" bIns="0" rtlCol="0" anchor="t">
            <a:noAutofit/>
          </a:bodyPr>
          <a:p>
            <a:pPr algn="l">
              <a:lnSpc>
                <a:spcPct val="133000"/>
              </a:lnSpc>
            </a:pPr>
            <a:r>
              <a:rPr lang="en-US"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CrewAI</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LlamaIndex</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等框架可便捷集成</a:t>
            </a:r>
            <a:endPar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18" name="文本框 17"/>
          <p:cNvSpPr txBox="1"/>
          <p:nvPr>
            <p:custDataLst>
              <p:tags r:id="rId24"/>
            </p:custDataLst>
          </p:nvPr>
        </p:nvSpPr>
        <p:spPr>
          <a:xfrm>
            <a:off x="8964730" y="2466127"/>
            <a:ext cx="2133600" cy="420053"/>
          </a:xfrm>
          <a:prstGeom prst="rect">
            <a:avLst/>
          </a:prstGeom>
          <a:noFill/>
        </p:spPr>
        <p:txBody>
          <a:bodyPr wrap="square" lIns="0" tIns="0" rIns="0" bIns="0" rtlCol="0" anchor="t">
            <a:noAutofit/>
          </a:bodyPr>
          <a:p>
            <a:pPr algn="l">
              <a:lnSpc>
                <a:spcPct val="104000"/>
              </a:lnSpc>
            </a:pPr>
            <a:r>
              <a:rPr sz="2400" b="1">
                <a:solidFill>
                  <a:srgbClr val="EBF1FA"/>
                </a:solidFill>
                <a:latin typeface="微软雅黑" panose="020B0503020204020204" charset="-122"/>
                <a:ea typeface="微软雅黑" panose="020B0503020204020204" charset="-122"/>
              </a:rPr>
              <a:t>主流框架实现</a:t>
            </a:r>
            <a:endParaRPr sz="2400" b="1">
              <a:solidFill>
                <a:srgbClr val="EBF1FA"/>
              </a:solidFill>
              <a:latin typeface="微软雅黑" panose="020B0503020204020204" charset="-122"/>
              <a:ea typeface="微软雅黑" panose="020B0503020204020204" charset="-122"/>
            </a:endParaRPr>
          </a:p>
        </p:txBody>
      </p:sp>
      <p:sp>
        <p:nvSpPr>
          <p:cNvPr id="19" name="任意多边形 18"/>
          <p:cNvSpPr/>
          <p:nvPr>
            <p:custDataLst>
              <p:tags r:id="rId25"/>
            </p:custDataLst>
          </p:nvPr>
        </p:nvSpPr>
        <p:spPr>
          <a:xfrm>
            <a:off x="8137525" y="3124200"/>
            <a:ext cx="342900" cy="342900"/>
          </a:xfrm>
          <a:custGeom>
            <a:avLst/>
            <a:gdLst>
              <a:gd name="sw" fmla="*/ 1 w 540"/>
              <a:gd name="sh" fmla="*/ 1 h 540"/>
              <a:gd name="mins" fmla="min sw sh"/>
              <a:gd name="dsw" fmla="+- 0 sw mins"/>
              <a:gd name="dsh" fmla="+- 0 sh mins"/>
              <a:gd name="p0x0" fmla="*/ 120 w 540"/>
              <a:gd name="p0y0" fmla="*/ 0 h 540"/>
              <a:gd name="p0x1" fmla="*/ 420 w 540"/>
              <a:gd name="p0y1" fmla="*/ 0 h 540"/>
              <a:gd name="p0x2" fmla="*/ 486 w 540"/>
              <a:gd name="p0y2" fmla="*/ 0 h 540"/>
              <a:gd name="p0x3" fmla="*/ 540 w 540"/>
              <a:gd name="p0y3" fmla="*/ 53 h 540"/>
              <a:gd name="p0x4" fmla="*/ 540 w 540"/>
              <a:gd name="p0y4" fmla="*/ 120 h 540"/>
              <a:gd name="p0x5" fmla="*/ 540 w 540"/>
              <a:gd name="p0y5" fmla="*/ 420 h 540"/>
              <a:gd name="p0x6" fmla="*/ 540 w 540"/>
              <a:gd name="p0y6" fmla="*/ 486 h 540"/>
              <a:gd name="p0x7" fmla="*/ 486 w 540"/>
              <a:gd name="p0y7" fmla="*/ 540 h 540"/>
              <a:gd name="p0x8" fmla="*/ 420 w 540"/>
              <a:gd name="p0y8" fmla="*/ 540 h 540"/>
              <a:gd name="p0x9" fmla="*/ 120 w 540"/>
              <a:gd name="p0y9" fmla="*/ 540 h 540"/>
              <a:gd name="p0x10" fmla="*/ 53 w 540"/>
              <a:gd name="p0y10" fmla="*/ 540 h 540"/>
              <a:gd name="p0x11" fmla="*/ 0 w 540"/>
              <a:gd name="p0y11" fmla="*/ 486 h 540"/>
              <a:gd name="p0x12" fmla="*/ 0 w 540"/>
              <a:gd name="p0y12" fmla="*/ 420 h 540"/>
              <a:gd name="p0x13" fmla="*/ 0 w 540"/>
              <a:gd name="p0y13" fmla="*/ 120 h 540"/>
              <a:gd name="p0x14" fmla="*/ 0 w 540"/>
              <a:gd name="p0y14" fmla="*/ 53 h 540"/>
              <a:gd name="p0x15" fmla="*/ 53 w 540"/>
              <a:gd name="p0y15" fmla="*/ 0 h 540"/>
              <a:gd name="p0x16" fmla="*/ 120 w 540"/>
              <a:gd name="p0y16" fmla="*/ 0 h 54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0" name="图片 19"/>
          <p:cNvPicPr>
            <a:picLocks noChangeAspect="1"/>
          </p:cNvPicPr>
          <p:nvPr>
            <p:custDataLst>
              <p:tags r:id="rId26"/>
            </p:custDataLst>
          </p:nvPr>
        </p:nvPicPr>
        <p:blipFill>
          <a:blip r:embed="rId27">
            <a:extLst>
              <a:ext uri="{96DAC541-7B7A-43D3-8B79-37D633B846F1}">
                <asvg:svgBlip xmlns:asvg="http://schemas.microsoft.com/office/drawing/2016/SVG/main" r:embed="rId28"/>
              </a:ext>
            </a:extLst>
          </a:blip>
          <a:srcRect l="-5000" t="-6333" r="-5000" b="-6333"/>
          <a:stretch>
            <a:fillRect/>
          </a:stretch>
        </p:blipFill>
        <p:spPr>
          <a:xfrm>
            <a:off x="8204200" y="3185795"/>
            <a:ext cx="209550" cy="214630"/>
          </a:xfrm>
          <a:prstGeom prst="rect">
            <a:avLst/>
          </a:prstGeom>
        </p:spPr>
      </p:pic>
      <p:sp>
        <p:nvSpPr>
          <p:cNvPr id="21" name="文本框 20"/>
          <p:cNvSpPr txBox="1"/>
          <p:nvPr>
            <p:custDataLst>
              <p:tags r:id="rId29"/>
            </p:custDataLst>
          </p:nvPr>
        </p:nvSpPr>
        <p:spPr>
          <a:xfrm>
            <a:off x="8594969" y="3006195"/>
            <a:ext cx="3025531" cy="571471"/>
          </a:xfrm>
          <a:prstGeom prst="rect">
            <a:avLst/>
          </a:prstGeom>
          <a:noFill/>
        </p:spPr>
        <p:txBody>
          <a:bodyPr wrap="square" lIns="0" tIns="0" rIns="0" bIns="0" rtlCol="0" anchor="t">
            <a:noAutofit/>
          </a:bodyPr>
          <a:p>
            <a:pPr algn="l">
              <a:lnSpc>
                <a:spcPct val="133000"/>
              </a:lnSpc>
            </a:pPr>
            <a:r>
              <a:rPr sz="1350" b="1">
                <a:solidFill>
                  <a:srgbClr val="EBF1FA">
                    <a:alpha val="72157"/>
                  </a:srgbClr>
                </a:solidFill>
                <a:latin typeface="微软雅黑" panose="020B0503020204020204" charset="-122"/>
                <a:ea typeface="微软雅黑" panose="020B0503020204020204" charset="-122"/>
              </a:rPr>
              <a:t>Google ADK</a:t>
            </a:r>
            <a:r>
              <a:rPr lang="zh-CN" sz="1350">
                <a:solidFill>
                  <a:srgbClr val="EBF1FA">
                    <a:alpha val="72157"/>
                  </a:srgbClr>
                </a:solidFill>
                <a:latin typeface="微软雅黑" panose="020B0503020204020204" charset="-122"/>
                <a:ea typeface="微软雅黑" panose="020B0503020204020204" charset="-122"/>
                <a:cs typeface="微软雅黑" panose="020B0503020204020204" charset="-122"/>
              </a:rPr>
              <a:t>：</a:t>
            </a:r>
            <a:r>
              <a:rPr lang="en-US" altLang="zh-CN" sz="1350">
                <a:solidFill>
                  <a:srgbClr val="EBF1FA">
                    <a:alpha val="72157"/>
                  </a:srgbClr>
                </a:solidFill>
                <a:latin typeface="微软雅黑" panose="020B0503020204020204" charset="-122"/>
                <a:ea typeface="微软雅黑" panose="020B0503020204020204" charset="-122"/>
                <a:cs typeface="微软雅黑" panose="020B0503020204020204" charset="-122"/>
              </a:rPr>
              <a:t>Agent2Agent</a:t>
            </a:r>
            <a:r>
              <a:rPr lang="zh-CN" altLang="en-US" sz="1350">
                <a:solidFill>
                  <a:srgbClr val="EBF1FA">
                    <a:alpha val="72157"/>
                  </a:srgbClr>
                </a:solidFill>
                <a:latin typeface="微软雅黑" panose="020B0503020204020204" charset="-122"/>
                <a:ea typeface="微软雅黑" panose="020B0503020204020204" charset="-122"/>
                <a:cs typeface="微软雅黑" panose="020B0503020204020204" charset="-122"/>
              </a:rPr>
              <a:t>理念重要推动者</a:t>
            </a:r>
            <a:endParaRPr lang="zh-CN" altLang="en-US" sz="135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22" name="任意多边形 21"/>
          <p:cNvSpPr/>
          <p:nvPr>
            <p:custDataLst>
              <p:tags r:id="rId30"/>
            </p:custDataLst>
          </p:nvPr>
        </p:nvSpPr>
        <p:spPr>
          <a:xfrm>
            <a:off x="8137525" y="3749040"/>
            <a:ext cx="342900" cy="342900"/>
          </a:xfrm>
          <a:custGeom>
            <a:avLst/>
            <a:gdLst>
              <a:gd name="sw" fmla="*/ 1 w 540"/>
              <a:gd name="sh" fmla="*/ 1 h 540"/>
              <a:gd name="mins" fmla="min sw sh"/>
              <a:gd name="dsw" fmla="+- 0 sw mins"/>
              <a:gd name="dsh" fmla="+- 0 sh mins"/>
              <a:gd name="p0x0" fmla="*/ 120 w 540"/>
              <a:gd name="p0y0" fmla="*/ 0 h 540"/>
              <a:gd name="p0x1" fmla="*/ 420 w 540"/>
              <a:gd name="p0y1" fmla="*/ 0 h 540"/>
              <a:gd name="p0x2" fmla="*/ 486 w 540"/>
              <a:gd name="p0y2" fmla="*/ 0 h 540"/>
              <a:gd name="p0x3" fmla="*/ 540 w 540"/>
              <a:gd name="p0y3" fmla="*/ 53 h 540"/>
              <a:gd name="p0x4" fmla="*/ 540 w 540"/>
              <a:gd name="p0y4" fmla="*/ 120 h 540"/>
              <a:gd name="p0x5" fmla="*/ 540 w 540"/>
              <a:gd name="p0y5" fmla="*/ 420 h 540"/>
              <a:gd name="p0x6" fmla="*/ 540 w 540"/>
              <a:gd name="p0y6" fmla="*/ 486 h 540"/>
              <a:gd name="p0x7" fmla="*/ 486 w 540"/>
              <a:gd name="p0y7" fmla="*/ 540 h 540"/>
              <a:gd name="p0x8" fmla="*/ 420 w 540"/>
              <a:gd name="p0y8" fmla="*/ 540 h 540"/>
              <a:gd name="p0x9" fmla="*/ 120 w 540"/>
              <a:gd name="p0y9" fmla="*/ 540 h 540"/>
              <a:gd name="p0x10" fmla="*/ 53 w 540"/>
              <a:gd name="p0y10" fmla="*/ 540 h 540"/>
              <a:gd name="p0x11" fmla="*/ 0 w 540"/>
              <a:gd name="p0y11" fmla="*/ 486 h 540"/>
              <a:gd name="p0x12" fmla="*/ 0 w 540"/>
              <a:gd name="p0y12" fmla="*/ 420 h 540"/>
              <a:gd name="p0x13" fmla="*/ 0 w 540"/>
              <a:gd name="p0y13" fmla="*/ 120 h 540"/>
              <a:gd name="p0x14" fmla="*/ 0 w 540"/>
              <a:gd name="p0y14" fmla="*/ 53 h 540"/>
              <a:gd name="p0x15" fmla="*/ 53 w 540"/>
              <a:gd name="p0y15" fmla="*/ 0 h 540"/>
              <a:gd name="p0x16" fmla="*/ 120 w 540"/>
              <a:gd name="p0y16" fmla="*/ 0 h 54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3" name="图片 22"/>
          <p:cNvPicPr>
            <a:picLocks noChangeAspect="1"/>
          </p:cNvPicPr>
          <p:nvPr>
            <p:custDataLst>
              <p:tags r:id="rId31"/>
            </p:custDataLst>
          </p:nvPr>
        </p:nvPicPr>
        <p:blipFill>
          <a:blip r:embed="rId32">
            <a:extLst>
              <a:ext uri="{96DAC541-7B7A-43D3-8B79-37D633B846F1}">
                <asvg:svgBlip xmlns:asvg="http://schemas.microsoft.com/office/drawing/2016/SVG/main" r:embed="rId33"/>
              </a:ext>
            </a:extLst>
          </a:blip>
          <a:srcRect l="-2381" t="-3651" r="-2381" b="-3651"/>
          <a:stretch>
            <a:fillRect/>
          </a:stretch>
        </p:blipFill>
        <p:spPr>
          <a:xfrm>
            <a:off x="8204200" y="3810635"/>
            <a:ext cx="209550" cy="214630"/>
          </a:xfrm>
          <a:prstGeom prst="rect">
            <a:avLst/>
          </a:prstGeom>
        </p:spPr>
      </p:pic>
      <p:sp>
        <p:nvSpPr>
          <p:cNvPr id="24" name="文本框 23"/>
          <p:cNvSpPr txBox="1"/>
          <p:nvPr>
            <p:custDataLst>
              <p:tags r:id="rId34"/>
            </p:custDataLst>
          </p:nvPr>
        </p:nvSpPr>
        <p:spPr>
          <a:xfrm>
            <a:off x="8594969" y="3630978"/>
            <a:ext cx="3025531" cy="571471"/>
          </a:xfrm>
          <a:prstGeom prst="rect">
            <a:avLst/>
          </a:prstGeom>
          <a:noFill/>
        </p:spPr>
        <p:txBody>
          <a:bodyPr wrap="square" lIns="0" tIns="0" rIns="0" bIns="0" rtlCol="0" anchor="t">
            <a:noAutofit/>
          </a:bodyPr>
          <a:p>
            <a:pPr algn="l">
              <a:lnSpc>
                <a:spcPct val="133000"/>
              </a:lnSpc>
            </a:pPr>
            <a:r>
              <a:rPr sz="1350" b="1">
                <a:solidFill>
                  <a:srgbClr val="EBF1FA">
                    <a:alpha val="72157"/>
                  </a:srgbClr>
                </a:solidFill>
                <a:latin typeface="微软雅黑" panose="020B0503020204020204" charset="-122"/>
                <a:ea typeface="微软雅黑" panose="020B0503020204020204" charset="-122"/>
              </a:rPr>
              <a:t>LangGraph</a:t>
            </a:r>
            <a:r>
              <a:rPr lang="zh-CN" sz="1350">
                <a:solidFill>
                  <a:srgbClr val="EBF1FA">
                    <a:alpha val="72157"/>
                  </a:srgbClr>
                </a:solidFill>
                <a:latin typeface="微软雅黑" panose="020B0503020204020204" charset="-122"/>
                <a:ea typeface="微软雅黑" panose="020B0503020204020204" charset="-122"/>
                <a:cs typeface="微软雅黑" panose="020B0503020204020204" charset="-122"/>
              </a:rPr>
              <a:t>：图形化方式展现</a:t>
            </a:r>
            <a:r>
              <a:rPr lang="en-US" altLang="zh-CN" sz="1350">
                <a:solidFill>
                  <a:srgbClr val="EBF1FA">
                    <a:alpha val="72157"/>
                  </a:srgbClr>
                </a:solidFill>
                <a:latin typeface="微软雅黑" panose="020B0503020204020204" charset="-122"/>
                <a:ea typeface="微软雅黑" panose="020B0503020204020204" charset="-122"/>
                <a:cs typeface="微软雅黑" panose="020B0503020204020204" charset="-122"/>
              </a:rPr>
              <a:t>A2A</a:t>
            </a:r>
            <a:r>
              <a:rPr lang="zh-CN" altLang="en-US" sz="1350">
                <a:solidFill>
                  <a:srgbClr val="EBF1FA">
                    <a:alpha val="72157"/>
                  </a:srgbClr>
                </a:solidFill>
                <a:latin typeface="微软雅黑" panose="020B0503020204020204" charset="-122"/>
                <a:ea typeface="微软雅黑" panose="020B0503020204020204" charset="-122"/>
                <a:cs typeface="微软雅黑" panose="020B0503020204020204" charset="-122"/>
              </a:rPr>
              <a:t>运行流程</a:t>
            </a:r>
            <a:endParaRPr lang="zh-CN" altLang="en-US" sz="135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25" name="任意多边形 24"/>
          <p:cNvSpPr/>
          <p:nvPr>
            <p:custDataLst>
              <p:tags r:id="rId35"/>
            </p:custDataLst>
          </p:nvPr>
        </p:nvSpPr>
        <p:spPr>
          <a:xfrm>
            <a:off x="8137525" y="4510405"/>
            <a:ext cx="342900" cy="342900"/>
          </a:xfrm>
          <a:custGeom>
            <a:avLst/>
            <a:gdLst>
              <a:gd name="sw" fmla="*/ 1 w 540"/>
              <a:gd name="sh" fmla="*/ 1 h 540"/>
              <a:gd name="mins" fmla="min sw sh"/>
              <a:gd name="dsw" fmla="+- 0 sw mins"/>
              <a:gd name="dsh" fmla="+- 0 sh mins"/>
              <a:gd name="p0x0" fmla="*/ 120 w 540"/>
              <a:gd name="p0y0" fmla="*/ 0 h 540"/>
              <a:gd name="p0x1" fmla="*/ 420 w 540"/>
              <a:gd name="p0y1" fmla="*/ 0 h 540"/>
              <a:gd name="p0x2" fmla="*/ 486 w 540"/>
              <a:gd name="p0y2" fmla="*/ 0 h 540"/>
              <a:gd name="p0x3" fmla="*/ 540 w 540"/>
              <a:gd name="p0y3" fmla="*/ 53 h 540"/>
              <a:gd name="p0x4" fmla="*/ 540 w 540"/>
              <a:gd name="p0y4" fmla="*/ 120 h 540"/>
              <a:gd name="p0x5" fmla="*/ 540 w 540"/>
              <a:gd name="p0y5" fmla="*/ 420 h 540"/>
              <a:gd name="p0x6" fmla="*/ 540 w 540"/>
              <a:gd name="p0y6" fmla="*/ 486 h 540"/>
              <a:gd name="p0x7" fmla="*/ 486 w 540"/>
              <a:gd name="p0y7" fmla="*/ 540 h 540"/>
              <a:gd name="p0x8" fmla="*/ 420 w 540"/>
              <a:gd name="p0y8" fmla="*/ 540 h 540"/>
              <a:gd name="p0x9" fmla="*/ 120 w 540"/>
              <a:gd name="p0y9" fmla="*/ 540 h 540"/>
              <a:gd name="p0x10" fmla="*/ 53 w 540"/>
              <a:gd name="p0y10" fmla="*/ 540 h 540"/>
              <a:gd name="p0x11" fmla="*/ 0 w 540"/>
              <a:gd name="p0y11" fmla="*/ 486 h 540"/>
              <a:gd name="p0x12" fmla="*/ 0 w 540"/>
              <a:gd name="p0y12" fmla="*/ 420 h 540"/>
              <a:gd name="p0x13" fmla="*/ 0 w 540"/>
              <a:gd name="p0y13" fmla="*/ 120 h 540"/>
              <a:gd name="p0x14" fmla="*/ 0 w 540"/>
              <a:gd name="p0y14" fmla="*/ 53 h 540"/>
              <a:gd name="p0x15" fmla="*/ 53 w 540"/>
              <a:gd name="p0y15" fmla="*/ 0 h 540"/>
              <a:gd name="p0x16" fmla="*/ 120 w 540"/>
              <a:gd name="p0y16" fmla="*/ 0 h 54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6" name="图片 25"/>
          <p:cNvPicPr>
            <a:picLocks noChangeAspect="1"/>
          </p:cNvPicPr>
          <p:nvPr>
            <p:custDataLst>
              <p:tags r:id="rId36"/>
            </p:custDataLst>
          </p:nvPr>
        </p:nvPicPr>
        <p:blipFill>
          <a:blip r:embed="rId37">
            <a:extLst>
              <a:ext uri="{96DAC541-7B7A-43D3-8B79-37D633B846F1}">
                <asvg:svgBlip xmlns:asvg="http://schemas.microsoft.com/office/drawing/2016/SVG/main" r:embed="rId38"/>
              </a:ext>
            </a:extLst>
          </a:blip>
          <a:srcRect l="-2381" t="-3492" r="-2381" b="-3492"/>
          <a:stretch>
            <a:fillRect/>
          </a:stretch>
        </p:blipFill>
        <p:spPr>
          <a:xfrm>
            <a:off x="8204200" y="4572635"/>
            <a:ext cx="209550" cy="213995"/>
          </a:xfrm>
          <a:prstGeom prst="rect">
            <a:avLst/>
          </a:prstGeom>
        </p:spPr>
      </p:pic>
      <p:sp>
        <p:nvSpPr>
          <p:cNvPr id="27" name="文本框 26"/>
          <p:cNvSpPr txBox="1"/>
          <p:nvPr>
            <p:custDataLst>
              <p:tags r:id="rId39"/>
            </p:custDataLst>
          </p:nvPr>
        </p:nvSpPr>
        <p:spPr>
          <a:xfrm>
            <a:off x="8594969" y="4255760"/>
            <a:ext cx="3025531" cy="845763"/>
          </a:xfrm>
          <a:prstGeom prst="rect">
            <a:avLst/>
          </a:prstGeom>
          <a:noFill/>
        </p:spPr>
        <p:txBody>
          <a:bodyPr wrap="square" lIns="0" tIns="0" rIns="0" bIns="0" rtlCol="0" anchor="t">
            <a:noAutofit/>
          </a:bodyPr>
          <a:p>
            <a:pPr algn="l">
              <a:lnSpc>
                <a:spcPct val="133000"/>
              </a:lnSpc>
            </a:pPr>
            <a:r>
              <a:rPr sz="1350" b="1">
                <a:solidFill>
                  <a:srgbClr val="EBF1FA">
                    <a:alpha val="72157"/>
                  </a:srgbClr>
                </a:solidFill>
                <a:latin typeface="微软雅黑" panose="020B0503020204020204" charset="-122"/>
                <a:ea typeface="微软雅黑" panose="020B0503020204020204" charset="-122"/>
              </a:rPr>
              <a:t>BeeAI Framework</a:t>
            </a:r>
            <a:r>
              <a:rPr sz="1350">
                <a:solidFill>
                  <a:srgbClr val="EBF1FA">
                    <a:alpha val="72157"/>
                  </a:srgbClr>
                </a:solidFill>
                <a:latin typeface="微软雅黑" panose="020B0503020204020204" charset="-122"/>
                <a:ea typeface="微软雅黑" panose="020B0503020204020204" charset="-122"/>
              </a:rPr>
              <a:t>、</a:t>
            </a:r>
            <a:r>
              <a:rPr sz="1350" b="1">
                <a:solidFill>
                  <a:srgbClr val="EBF1FA">
                    <a:alpha val="72157"/>
                  </a:srgbClr>
                </a:solidFill>
                <a:latin typeface="微软雅黑" panose="020B0503020204020204" charset="-122"/>
                <a:ea typeface="微软雅黑" panose="020B0503020204020204" charset="-122"/>
              </a:rPr>
              <a:t>Pydantic AI</a:t>
            </a:r>
            <a:r>
              <a:rPr sz="1350">
                <a:solidFill>
                  <a:srgbClr val="EBF1FA">
                    <a:alpha val="72157"/>
                  </a:srgbClr>
                </a:solidFill>
                <a:latin typeface="微软雅黑" panose="020B0503020204020204" charset="-122"/>
                <a:ea typeface="微软雅黑" panose="020B0503020204020204" charset="-122"/>
              </a:rPr>
              <a:t>、</a:t>
            </a:r>
            <a:endParaRPr sz="1350">
              <a:solidFill>
                <a:srgbClr val="EBF1FA">
                  <a:alpha val="72157"/>
                </a:srgbClr>
              </a:solidFill>
              <a:latin typeface="微软雅黑" panose="020B0503020204020204" charset="-122"/>
              <a:ea typeface="微软雅黑" panose="020B0503020204020204" charset="-122"/>
            </a:endParaRPr>
          </a:p>
          <a:p>
            <a:pPr algn="l">
              <a:lnSpc>
                <a:spcPct val="133000"/>
              </a:lnSpc>
            </a:pPr>
            <a:r>
              <a:rPr sz="1350" b="1">
                <a:solidFill>
                  <a:srgbClr val="EBF1FA">
                    <a:alpha val="72157"/>
                  </a:srgbClr>
                </a:solidFill>
                <a:latin typeface="微软雅黑" panose="020B0503020204020204" charset="-122"/>
                <a:ea typeface="微软雅黑" panose="020B0503020204020204" charset="-122"/>
              </a:rPr>
              <a:t>Semantic Kernel</a:t>
            </a:r>
            <a:r>
              <a:rPr lang="zh-CN" sz="1350">
                <a:solidFill>
                  <a:srgbClr val="EBF1FA">
                    <a:alpha val="72157"/>
                  </a:srgbClr>
                </a:solidFill>
                <a:latin typeface="微软雅黑" panose="020B0503020204020204" charset="-122"/>
                <a:ea typeface="微软雅黑" panose="020B0503020204020204" charset="-122"/>
                <a:cs typeface="微软雅黑" panose="020B0503020204020204" charset="-122"/>
              </a:rPr>
              <a:t>：极简方法实现</a:t>
            </a:r>
            <a:r>
              <a:rPr lang="en-US" altLang="zh-CN" sz="1350">
                <a:solidFill>
                  <a:srgbClr val="EBF1FA">
                    <a:alpha val="72157"/>
                  </a:srgbClr>
                </a:solidFill>
                <a:latin typeface="微软雅黑" panose="020B0503020204020204" charset="-122"/>
                <a:ea typeface="微软雅黑" panose="020B0503020204020204" charset="-122"/>
                <a:cs typeface="微软雅黑" panose="020B0503020204020204" charset="-122"/>
              </a:rPr>
              <a:t>A2A</a:t>
            </a:r>
            <a:r>
              <a:rPr lang="zh-CN" altLang="en-US" sz="1350">
                <a:solidFill>
                  <a:srgbClr val="EBF1FA">
                    <a:alpha val="72157"/>
                  </a:srgbClr>
                </a:solidFill>
                <a:latin typeface="微软雅黑" panose="020B0503020204020204" charset="-122"/>
                <a:ea typeface="微软雅黑" panose="020B0503020204020204" charset="-122"/>
                <a:cs typeface="微软雅黑" panose="020B0503020204020204" charset="-122"/>
              </a:rPr>
              <a:t>集成</a:t>
            </a:r>
            <a:endParaRPr lang="zh-CN" altLang="en-US" sz="135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16385"/>
            <p:custDataLst>
              <p:tags r:id="rId1"/>
            </p:custDataLst>
          </p:nvPr>
        </p:nvSpPr>
        <p:spPr/>
        <p:txBody>
          <a:bodyPr>
            <a:normAutofit/>
          </a:bodyPr>
          <a:p>
            <a:r>
              <a:rPr lang="zh-CN" altLang="en-US"/>
              <a:t>协议核心概念与通信机制</a:t>
            </a:r>
            <a:endParaRPr lang="zh-CN" altLang="en-US"/>
          </a:p>
        </p:txBody>
      </p:sp>
      <p:sp>
        <p:nvSpPr>
          <p:cNvPr id="3" name="节编号 3"/>
          <p:cNvSpPr>
            <a:spLocks noGrp="1"/>
          </p:cNvSpPr>
          <p:nvPr>
            <p:ph type="body" sz="quarter" idx="16386"/>
            <p:custDataLst>
              <p:tags r:id="rId2"/>
            </p:custDataLst>
          </p:nvPr>
        </p:nvSpPr>
        <p:spPr/>
        <p:txBody>
          <a:bodyPr/>
          <a:p>
            <a:r>
              <a:rPr lang="en-US" altLang="en-US"/>
              <a:t>03</a:t>
            </a:r>
            <a:endParaRPr lang="en-US" altLang="en-US"/>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188"/>
            <a:ext cx="11125200" cy="500063"/>
          </a:xfrm>
          <a:prstGeom prst="rect">
            <a:avLst/>
          </a:prstGeom>
          <a:noFill/>
        </p:spPr>
        <p:txBody>
          <a:bodyPr wrap="square" lIns="0" tIns="0" rIns="0" bIns="0" rtlCol="0" anchor="t">
            <a:noAutofit/>
          </a:bodyPr>
          <a:p>
            <a:pPr algn="l">
              <a:lnSpc>
                <a:spcPct val="100000"/>
              </a:lnSpc>
            </a:pPr>
            <a:r>
              <a:rPr lang="en-US" sz="3000" b="1">
                <a:solidFill>
                  <a:srgbClr val="EBF1FA"/>
                </a:solidFill>
                <a:latin typeface="微软雅黑" panose="020B0503020204020204" charset="-122"/>
                <a:ea typeface="微软雅黑" panose="020B0503020204020204" charset="-122"/>
                <a:cs typeface="微软雅黑" panose="020B0503020204020204" charset="-122"/>
              </a:rPr>
              <a:t>A2A</a:t>
            </a:r>
            <a:r>
              <a:rPr lang="zh-CN" sz="3000" b="1">
                <a:solidFill>
                  <a:srgbClr val="EBF1FA"/>
                </a:solidFill>
                <a:latin typeface="微软雅黑" panose="020B0503020204020204" charset="-122"/>
                <a:ea typeface="微软雅黑" panose="020B0503020204020204" charset="-122"/>
                <a:cs typeface="微软雅黑" panose="020B0503020204020204" charset="-122"/>
              </a:rPr>
              <a:t>核心概念</a:t>
            </a:r>
            <a:endParaRPr lang="zh-CN" sz="3000" b="1">
              <a:solidFill>
                <a:srgbClr val="EBF1FA"/>
              </a:solidFill>
              <a:latin typeface="微软雅黑" panose="020B0503020204020204" charset="-122"/>
              <a:ea typeface="微软雅黑" panose="020B0503020204020204" charset="-122"/>
              <a:cs typeface="微软雅黑" panose="020B0503020204020204" charset="-122"/>
            </a:endParaRPr>
          </a:p>
        </p:txBody>
      </p:sp>
      <p:pic>
        <p:nvPicPr>
          <p:cNvPr id="2" name="图片 6" descr="图1-1"/>
          <p:cNvPicPr>
            <a:picLocks noChangeAspect="1"/>
          </p:cNvPicPr>
          <p:nvPr/>
        </p:nvPicPr>
        <p:blipFill>
          <a:blip r:embed="rId2"/>
          <a:stretch>
            <a:fillRect/>
          </a:stretch>
        </p:blipFill>
        <p:spPr>
          <a:xfrm>
            <a:off x="1696720" y="1573530"/>
            <a:ext cx="9239250" cy="4603750"/>
          </a:xfrm>
          <a:prstGeom prst="rect">
            <a:avLst/>
          </a:prstGeom>
          <a:ln w="6350">
            <a:solidFill>
              <a:schemeClr val="accent1"/>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188"/>
            <a:ext cx="11125200" cy="500063"/>
          </a:xfrm>
          <a:prstGeom prst="rect">
            <a:avLst/>
          </a:prstGeom>
          <a:noFill/>
        </p:spPr>
        <p:txBody>
          <a:bodyPr wrap="square" lIns="0" tIns="0" rIns="0" bIns="0" rtlCol="0" anchor="t">
            <a:noAutofit/>
          </a:bodyPr>
          <a:p>
            <a:pPr algn="l">
              <a:lnSpc>
                <a:spcPct val="100000"/>
              </a:lnSpc>
            </a:pPr>
            <a:r>
              <a:rPr lang="en-US" sz="3000" b="1">
                <a:solidFill>
                  <a:srgbClr val="EBF1FA"/>
                </a:solidFill>
                <a:latin typeface="微软雅黑" panose="020B0503020204020204" charset="-122"/>
                <a:ea typeface="微软雅黑" panose="020B0503020204020204" charset="-122"/>
                <a:cs typeface="微软雅黑" panose="020B0503020204020204" charset="-122"/>
              </a:rPr>
              <a:t>A2A</a:t>
            </a:r>
            <a:r>
              <a:rPr lang="zh-CN" sz="3000" b="1">
                <a:solidFill>
                  <a:srgbClr val="EBF1FA"/>
                </a:solidFill>
                <a:latin typeface="微软雅黑" panose="020B0503020204020204" charset="-122"/>
                <a:ea typeface="微软雅黑" panose="020B0503020204020204" charset="-122"/>
                <a:cs typeface="微软雅黑" panose="020B0503020204020204" charset="-122"/>
              </a:rPr>
              <a:t>核心概念</a:t>
            </a:r>
            <a:endParaRPr lang="zh-CN" sz="3000" b="1">
              <a:solidFill>
                <a:srgbClr val="EBF1FA"/>
              </a:solidFill>
              <a:latin typeface="微软雅黑" panose="020B0503020204020204" charset="-122"/>
              <a:ea typeface="微软雅黑" panose="020B0503020204020204" charset="-122"/>
              <a:cs typeface="微软雅黑" panose="020B0503020204020204" charset="-122"/>
            </a:endParaRPr>
          </a:p>
        </p:txBody>
      </p:sp>
      <p:sp>
        <p:nvSpPr>
          <p:cNvPr id="4" name="任意多边形 3"/>
          <p:cNvSpPr/>
          <p:nvPr>
            <p:custDataLst>
              <p:tags r:id="rId2"/>
            </p:custDataLst>
          </p:nvPr>
        </p:nvSpPr>
        <p:spPr>
          <a:xfrm>
            <a:off x="575945" y="1109345"/>
            <a:ext cx="3156585" cy="1654175"/>
          </a:xfrm>
          <a:custGeom>
            <a:avLst/>
            <a:gdLst>
              <a:gd name="sw" fmla="*/ 1 w 4970"/>
              <a:gd name="sh" fmla="*/ 1 h 2604"/>
              <a:gd name="mins" fmla="min sw sh"/>
              <a:gd name="dsw" fmla="+- 0 sw mins"/>
              <a:gd name="dsh" fmla="+- 0 sh mins"/>
              <a:gd name="p0x0" fmla="*/ 120 w 4970"/>
              <a:gd name="p0y0" fmla="*/ 0 h 2604"/>
              <a:gd name="p0x1" fmla="*/ 4850 w 4970"/>
              <a:gd name="p0y1" fmla="*/ 0 h 2604"/>
              <a:gd name="p0x2" fmla="*/ 4917 w 4970"/>
              <a:gd name="p0y2" fmla="*/ 0 h 2604"/>
              <a:gd name="p0x3" fmla="*/ 4970 w 4970"/>
              <a:gd name="p0y3" fmla="*/ 53 h 2604"/>
              <a:gd name="p0x4" fmla="*/ 4970 w 4970"/>
              <a:gd name="p0y4" fmla="*/ 120 h 2604"/>
              <a:gd name="p0x5" fmla="*/ 4970 w 4970"/>
              <a:gd name="p0y5" fmla="*/ 2484 h 2604"/>
              <a:gd name="p0x6" fmla="*/ 4970 w 4970"/>
              <a:gd name="p0y6" fmla="*/ 2551 h 2604"/>
              <a:gd name="p0x7" fmla="*/ 4917 w 4970"/>
              <a:gd name="p0y7" fmla="*/ 2604 h 2604"/>
              <a:gd name="p0x8" fmla="*/ 4850 w 4970"/>
              <a:gd name="p0y8" fmla="*/ 2604 h 2604"/>
              <a:gd name="p0x9" fmla="*/ 120 w 4970"/>
              <a:gd name="p0y9" fmla="*/ 2604 h 2604"/>
              <a:gd name="p0x10" fmla="*/ 53 w 4970"/>
              <a:gd name="p0y10" fmla="*/ 2604 h 2604"/>
              <a:gd name="p0x11" fmla="*/ 0 w 4970"/>
              <a:gd name="p0y11" fmla="*/ 2551 h 2604"/>
              <a:gd name="p0x12" fmla="*/ 0 w 4970"/>
              <a:gd name="p0y12" fmla="*/ 2484 h 2604"/>
              <a:gd name="p0x13" fmla="*/ 0 w 4970"/>
              <a:gd name="p0y13" fmla="*/ 120 h 2604"/>
              <a:gd name="p0x14" fmla="*/ 0 w 4970"/>
              <a:gd name="p0y14" fmla="*/ 53 h 2604"/>
              <a:gd name="p0x15" fmla="*/ 53 w 4970"/>
              <a:gd name="p0y15" fmla="*/ 0 h 2604"/>
              <a:gd name="p0x16" fmla="*/ 120 w 4970"/>
              <a:gd name="p0y16" fmla="*/ 0 h 2604"/>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custDataLst>
              <p:tags r:id="rId3"/>
            </p:custDataLst>
          </p:nvPr>
        </p:nvSpPr>
        <p:spPr>
          <a:xfrm>
            <a:off x="771525" y="1753819"/>
            <a:ext cx="2766041" cy="365760"/>
          </a:xfrm>
          <a:prstGeom prst="rect">
            <a:avLst/>
          </a:prstGeom>
          <a:noFill/>
        </p:spPr>
        <p:txBody>
          <a:bodyPr wrap="square" lIns="0" tIns="0" rIns="0" bIns="0" rtlCol="0" anchor="t">
            <a:noAutofit/>
          </a:bodyPr>
          <a:p>
            <a:pPr algn="l">
              <a:lnSpc>
                <a:spcPct val="104000"/>
              </a:lnSpc>
            </a:pPr>
            <a:r>
              <a:rPr sz="2100" b="1">
                <a:solidFill>
                  <a:srgbClr val="FFFFFF"/>
                </a:solidFill>
                <a:latin typeface="微软雅黑" panose="020B0503020204020204" charset="-122"/>
                <a:ea typeface="微软雅黑" panose="020B0503020204020204" charset="-122"/>
              </a:rPr>
              <a:t>最终用户</a:t>
            </a:r>
            <a:endParaRPr sz="2100" b="1">
              <a:solidFill>
                <a:srgbClr val="FFFFFF"/>
              </a:solidFill>
              <a:latin typeface="微软雅黑" panose="020B0503020204020204" charset="-122"/>
              <a:ea typeface="微软雅黑" panose="020B0503020204020204" charset="-122"/>
            </a:endParaRPr>
          </a:p>
        </p:txBody>
      </p:sp>
      <p:sp>
        <p:nvSpPr>
          <p:cNvPr id="6" name="任意多边形 5"/>
          <p:cNvSpPr/>
          <p:nvPr>
            <p:custDataLst>
              <p:tags r:id="rId4"/>
            </p:custDataLst>
          </p:nvPr>
        </p:nvSpPr>
        <p:spPr>
          <a:xfrm>
            <a:off x="575945" y="2963545"/>
            <a:ext cx="3156585" cy="1654175"/>
          </a:xfrm>
          <a:custGeom>
            <a:avLst/>
            <a:gdLst>
              <a:gd name="sw" fmla="*/ 1 w 4970"/>
              <a:gd name="sh" fmla="*/ 1 h 2604"/>
              <a:gd name="mins" fmla="min sw sh"/>
              <a:gd name="dsw" fmla="+- 0 sw mins"/>
              <a:gd name="dsh" fmla="+- 0 sh mins"/>
              <a:gd name="p0x0" fmla="*/ 120 w 4970"/>
              <a:gd name="p0y0" fmla="*/ 0 h 2604"/>
              <a:gd name="p0x1" fmla="*/ 4850 w 4970"/>
              <a:gd name="p0y1" fmla="*/ 0 h 2604"/>
              <a:gd name="p0x2" fmla="*/ 4917 w 4970"/>
              <a:gd name="p0y2" fmla="*/ 0 h 2604"/>
              <a:gd name="p0x3" fmla="*/ 4970 w 4970"/>
              <a:gd name="p0y3" fmla="*/ 53 h 2604"/>
              <a:gd name="p0x4" fmla="*/ 4970 w 4970"/>
              <a:gd name="p0y4" fmla="*/ 120 h 2604"/>
              <a:gd name="p0x5" fmla="*/ 4970 w 4970"/>
              <a:gd name="p0y5" fmla="*/ 2484 h 2604"/>
              <a:gd name="p0x6" fmla="*/ 4970 w 4970"/>
              <a:gd name="p0y6" fmla="*/ 2551 h 2604"/>
              <a:gd name="p0x7" fmla="*/ 4917 w 4970"/>
              <a:gd name="p0y7" fmla="*/ 2604 h 2604"/>
              <a:gd name="p0x8" fmla="*/ 4850 w 4970"/>
              <a:gd name="p0y8" fmla="*/ 2604 h 2604"/>
              <a:gd name="p0x9" fmla="*/ 120 w 4970"/>
              <a:gd name="p0y9" fmla="*/ 2604 h 2604"/>
              <a:gd name="p0x10" fmla="*/ 53 w 4970"/>
              <a:gd name="p0y10" fmla="*/ 2604 h 2604"/>
              <a:gd name="p0x11" fmla="*/ 0 w 4970"/>
              <a:gd name="p0y11" fmla="*/ 2551 h 2604"/>
              <a:gd name="p0x12" fmla="*/ 0 w 4970"/>
              <a:gd name="p0y12" fmla="*/ 2484 h 2604"/>
              <a:gd name="p0x13" fmla="*/ 0 w 4970"/>
              <a:gd name="p0y13" fmla="*/ 120 h 2604"/>
              <a:gd name="p0x14" fmla="*/ 0 w 4970"/>
              <a:gd name="p0y14" fmla="*/ 53 h 2604"/>
              <a:gd name="p0x15" fmla="*/ 53 w 4970"/>
              <a:gd name="p0y15" fmla="*/ 0 h 2604"/>
              <a:gd name="p0x16" fmla="*/ 120 w 4970"/>
              <a:gd name="p0y16" fmla="*/ 0 h 2604"/>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任意多边形 6"/>
          <p:cNvSpPr/>
          <p:nvPr>
            <p:custDataLst>
              <p:tags r:id="rId5"/>
            </p:custDataLst>
          </p:nvPr>
        </p:nvSpPr>
        <p:spPr>
          <a:xfrm>
            <a:off x="771525" y="3580765"/>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8" name="图片 7"/>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rcRect l="-7500" t="-5139" r="-7500" b="-5139"/>
          <a:stretch>
            <a:fillRect/>
          </a:stretch>
        </p:blipFill>
        <p:spPr>
          <a:xfrm>
            <a:off x="871220" y="3662045"/>
            <a:ext cx="219075" cy="252095"/>
          </a:xfrm>
          <a:prstGeom prst="rect">
            <a:avLst/>
          </a:prstGeom>
        </p:spPr>
      </p:pic>
      <p:sp>
        <p:nvSpPr>
          <p:cNvPr id="9" name="文本框 8"/>
          <p:cNvSpPr txBox="1"/>
          <p:nvPr>
            <p:custDataLst>
              <p:tags r:id="rId9"/>
            </p:custDataLst>
          </p:nvPr>
        </p:nvSpPr>
        <p:spPr>
          <a:xfrm>
            <a:off x="1304925" y="3624186"/>
            <a:ext cx="2286000" cy="328613"/>
          </a:xfrm>
          <a:prstGeom prst="rect">
            <a:avLst/>
          </a:prstGeom>
          <a:noFill/>
        </p:spPr>
        <p:txBody>
          <a:bodyPr wrap="square" lIns="0" tIns="0" rIns="0" bIns="0" rtlCol="0" anchor="t">
            <a:noAutofit/>
          </a:bodyPr>
          <a:p>
            <a:pPr algn="l">
              <a:lnSpc>
                <a:spcPct val="133000"/>
              </a:lnSpc>
            </a:pPr>
            <a:r>
              <a:rPr sz="1500">
                <a:solidFill>
                  <a:srgbClr val="EBF1FA"/>
                </a:solidFill>
                <a:latin typeface="微软雅黑" panose="020B0503020204020204" charset="-122"/>
                <a:ea typeface="微软雅黑" panose="020B0503020204020204" charset="-122"/>
              </a:rPr>
              <a:t>人工操作员或自动化服务</a:t>
            </a:r>
            <a:endParaRPr sz="1500">
              <a:solidFill>
                <a:srgbClr val="EBF1FA"/>
              </a:solidFill>
              <a:latin typeface="微软雅黑" panose="020B0503020204020204" charset="-122"/>
              <a:ea typeface="微软雅黑" panose="020B0503020204020204" charset="-122"/>
            </a:endParaRPr>
          </a:p>
        </p:txBody>
      </p:sp>
      <p:sp>
        <p:nvSpPr>
          <p:cNvPr id="10" name="任意多边形 9"/>
          <p:cNvSpPr/>
          <p:nvPr>
            <p:custDataLst>
              <p:tags r:id="rId10"/>
            </p:custDataLst>
          </p:nvPr>
        </p:nvSpPr>
        <p:spPr>
          <a:xfrm>
            <a:off x="575945" y="4817745"/>
            <a:ext cx="3156585" cy="1654175"/>
          </a:xfrm>
          <a:custGeom>
            <a:avLst/>
            <a:gdLst>
              <a:gd name="sw" fmla="*/ 1 w 4970"/>
              <a:gd name="sh" fmla="*/ 1 h 2604"/>
              <a:gd name="mins" fmla="min sw sh"/>
              <a:gd name="dsw" fmla="+- 0 sw mins"/>
              <a:gd name="dsh" fmla="+- 0 sh mins"/>
              <a:gd name="p0x0" fmla="*/ 120 w 4970"/>
              <a:gd name="p0y0" fmla="*/ 0 h 2604"/>
              <a:gd name="p0x1" fmla="*/ 4850 w 4970"/>
              <a:gd name="p0y1" fmla="*/ 0 h 2604"/>
              <a:gd name="p0x2" fmla="*/ 4917 w 4970"/>
              <a:gd name="p0y2" fmla="*/ 0 h 2604"/>
              <a:gd name="p0x3" fmla="*/ 4970 w 4970"/>
              <a:gd name="p0y3" fmla="*/ 53 h 2604"/>
              <a:gd name="p0x4" fmla="*/ 4970 w 4970"/>
              <a:gd name="p0y4" fmla="*/ 120 h 2604"/>
              <a:gd name="p0x5" fmla="*/ 4970 w 4970"/>
              <a:gd name="p0y5" fmla="*/ 2484 h 2604"/>
              <a:gd name="p0x6" fmla="*/ 4970 w 4970"/>
              <a:gd name="p0y6" fmla="*/ 2551 h 2604"/>
              <a:gd name="p0x7" fmla="*/ 4917 w 4970"/>
              <a:gd name="p0y7" fmla="*/ 2604 h 2604"/>
              <a:gd name="p0x8" fmla="*/ 4850 w 4970"/>
              <a:gd name="p0y8" fmla="*/ 2604 h 2604"/>
              <a:gd name="p0x9" fmla="*/ 120 w 4970"/>
              <a:gd name="p0y9" fmla="*/ 2604 h 2604"/>
              <a:gd name="p0x10" fmla="*/ 53 w 4970"/>
              <a:gd name="p0y10" fmla="*/ 2604 h 2604"/>
              <a:gd name="p0x11" fmla="*/ 0 w 4970"/>
              <a:gd name="p0y11" fmla="*/ 2551 h 2604"/>
              <a:gd name="p0x12" fmla="*/ 0 w 4970"/>
              <a:gd name="p0y12" fmla="*/ 2484 h 2604"/>
              <a:gd name="p0x13" fmla="*/ 0 w 4970"/>
              <a:gd name="p0y13" fmla="*/ 120 h 2604"/>
              <a:gd name="p0x14" fmla="*/ 0 w 4970"/>
              <a:gd name="p0y14" fmla="*/ 53 h 2604"/>
              <a:gd name="p0x15" fmla="*/ 53 w 4970"/>
              <a:gd name="p0y15" fmla="*/ 0 h 2604"/>
              <a:gd name="p0x16" fmla="*/ 120 w 4970"/>
              <a:gd name="p0y16" fmla="*/ 0 h 2604"/>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任意多边形 10"/>
          <p:cNvSpPr/>
          <p:nvPr>
            <p:custDataLst>
              <p:tags r:id="rId11"/>
            </p:custDataLst>
          </p:nvPr>
        </p:nvSpPr>
        <p:spPr>
          <a:xfrm>
            <a:off x="771525" y="5434965"/>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2" name="图片 11"/>
          <p:cNvPicPr>
            <a:picLocks noChangeAspect="1"/>
          </p:cNvPicPr>
          <p:nvPr>
            <p:custDataLst>
              <p:tags r:id="rId12"/>
            </p:custDataLst>
          </p:nvPr>
        </p:nvPicPr>
        <p:blipFill>
          <a:blip r:embed="rId13">
            <a:extLst>
              <a:ext uri="{96DAC541-7B7A-43D3-8B79-37D633B846F1}">
                <asvg:svgBlip xmlns:asvg="http://schemas.microsoft.com/office/drawing/2016/SVG/main" r:embed="rId14"/>
              </a:ext>
            </a:extLst>
          </a:blip>
          <a:srcRect l="-2366" t="-2933" r="-2366" b="-2933"/>
          <a:stretch>
            <a:fillRect/>
          </a:stretch>
        </p:blipFill>
        <p:spPr>
          <a:xfrm>
            <a:off x="826135" y="5516245"/>
            <a:ext cx="309245" cy="252095"/>
          </a:xfrm>
          <a:prstGeom prst="rect">
            <a:avLst/>
          </a:prstGeom>
        </p:spPr>
      </p:pic>
      <p:sp>
        <p:nvSpPr>
          <p:cNvPr id="13" name="文本框 12"/>
          <p:cNvSpPr txBox="1"/>
          <p:nvPr>
            <p:custDataLst>
              <p:tags r:id="rId15"/>
            </p:custDataLst>
          </p:nvPr>
        </p:nvSpPr>
        <p:spPr>
          <a:xfrm>
            <a:off x="1304925" y="5325961"/>
            <a:ext cx="2232641" cy="633413"/>
          </a:xfrm>
          <a:prstGeom prst="rect">
            <a:avLst/>
          </a:prstGeom>
          <a:noFill/>
        </p:spPr>
        <p:txBody>
          <a:bodyPr wrap="square" lIns="0" tIns="0" rIns="0" bIns="0" rtlCol="0" anchor="t">
            <a:noAutofit/>
          </a:bodyPr>
          <a:p>
            <a:pPr algn="l">
              <a:lnSpc>
                <a:spcPct val="133000"/>
              </a:lnSpc>
            </a:pPr>
            <a:r>
              <a:rPr sz="1500">
                <a:solidFill>
                  <a:srgbClr val="EBF1FA"/>
                </a:solidFill>
                <a:latin typeface="微软雅黑" panose="020B0503020204020204" charset="-122"/>
                <a:ea typeface="微软雅黑" panose="020B0503020204020204" charset="-122"/>
              </a:rPr>
              <a:t>操作客户端或发起服务调用的自动化程序</a:t>
            </a:r>
            <a:endParaRPr sz="1500">
              <a:solidFill>
                <a:srgbClr val="EBF1FA"/>
              </a:solidFill>
              <a:latin typeface="微软雅黑" panose="020B0503020204020204" charset="-122"/>
              <a:ea typeface="微软雅黑" panose="020B0503020204020204" charset="-122"/>
            </a:endParaRPr>
          </a:p>
        </p:txBody>
      </p:sp>
      <p:sp>
        <p:nvSpPr>
          <p:cNvPr id="14" name="任意多边形 13"/>
          <p:cNvSpPr/>
          <p:nvPr>
            <p:custDataLst>
              <p:tags r:id="rId16"/>
            </p:custDataLst>
          </p:nvPr>
        </p:nvSpPr>
        <p:spPr>
          <a:xfrm>
            <a:off x="3989705" y="1109345"/>
            <a:ext cx="4211955" cy="1190625"/>
          </a:xfrm>
          <a:custGeom>
            <a:avLst/>
            <a:gdLst>
              <a:gd name="sw" fmla="*/ 1 w 6633"/>
              <a:gd name="sh" fmla="*/ 1 h 1875"/>
              <a:gd name="mins" fmla="min sw sh"/>
              <a:gd name="dsw" fmla="+- 0 sw mins"/>
              <a:gd name="dsh" fmla="+- 0 sh mins"/>
              <a:gd name="p0a3dx" fmla="*/ dsw 6403 1"/>
              <a:gd name="p0a3dy" fmla="*/ dsh 1867 1"/>
              <a:gd name="p0x0" fmla="*/ 120 w 6633"/>
              <a:gd name="p0y0" fmla="*/ 0 h 1875"/>
              <a:gd name="p0x1" fmla="*/ 6513 w 6633"/>
              <a:gd name="p0y1" fmla="*/ 0 h 1875"/>
              <a:gd name="p0x2" fmla="*/ 6579 w 6633"/>
              <a:gd name="p0y2" fmla="*/ 0 h 1875"/>
              <a:gd name="p0x3" fmla="*/ 6633 w 6633"/>
              <a:gd name="p0y3" fmla="*/ 53 h 1875"/>
              <a:gd name="p0x4" fmla="*/ 6633 w 6633"/>
              <a:gd name="p0y4" fmla="*/ 120 h 1875"/>
              <a:gd name="p0x5" fmla="*/ 6633 w 6633"/>
              <a:gd name="p0y5" fmla="*/ 1755 h 1875"/>
              <a:gd name="p0x6" fmla="*/ 6633 w 6633"/>
              <a:gd name="p0y6" fmla="*/ 1821 h 1875"/>
              <a:gd name="p0x7" fmla="*/ 6579 w 6633"/>
              <a:gd name="p0y7" fmla="*/ 1875 h 1875"/>
              <a:gd name="p0x8" fmla="*/ 6513 w 6633"/>
              <a:gd name="p0y8" fmla="*/ 1875 h 1875"/>
              <a:gd name="p0x9" fmla="*/ 120 w 6633"/>
              <a:gd name="p0y9" fmla="*/ 1875 h 1875"/>
              <a:gd name="p0x10" fmla="*/ 53 w 6633"/>
              <a:gd name="p0y10" fmla="*/ 1875 h 1875"/>
              <a:gd name="p0x11" fmla="*/ 0 w 6633"/>
              <a:gd name="p0y11" fmla="*/ 1821 h 1875"/>
              <a:gd name="p0x12" fmla="*/ 0 w 6633"/>
              <a:gd name="p0y12" fmla="*/ 1755 h 1875"/>
              <a:gd name="p0x13" fmla="*/ 0 w 6633"/>
              <a:gd name="p0y13" fmla="*/ 120 h 1875"/>
              <a:gd name="p0x14" fmla="*/ 0 w 6633"/>
              <a:gd name="p0y14" fmla="*/ 53 h 1875"/>
              <a:gd name="p0x15" fmla="*/ 53 w 6633"/>
              <a:gd name="p0y15" fmla="*/ 0 h 1875"/>
              <a:gd name="p0x16" fmla="*/ 120 w 6633"/>
              <a:gd name="p0y16" fmla="*/ 0 h 187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custDataLst>
              <p:tags r:id="rId17"/>
            </p:custDataLst>
          </p:nvPr>
        </p:nvSpPr>
        <p:spPr>
          <a:xfrm>
            <a:off x="4185266" y="1522095"/>
            <a:ext cx="3821459" cy="365760"/>
          </a:xfrm>
          <a:prstGeom prst="rect">
            <a:avLst/>
          </a:prstGeom>
          <a:noFill/>
        </p:spPr>
        <p:txBody>
          <a:bodyPr wrap="square" lIns="0" tIns="0" rIns="0" bIns="0" rtlCol="0" anchor="t">
            <a:noAutofit/>
          </a:bodyPr>
          <a:p>
            <a:pPr algn="l">
              <a:lnSpc>
                <a:spcPct val="104000"/>
              </a:lnSpc>
            </a:pPr>
            <a:r>
              <a:rPr sz="2100" b="1">
                <a:solidFill>
                  <a:srgbClr val="FFFFFF"/>
                </a:solidFill>
                <a:latin typeface="微软雅黑" panose="020B0503020204020204" charset="-122"/>
                <a:ea typeface="微软雅黑" panose="020B0503020204020204" charset="-122"/>
              </a:rPr>
              <a:t>客户端</a:t>
            </a:r>
            <a:endParaRPr sz="2100" b="1">
              <a:solidFill>
                <a:srgbClr val="FFFFFF"/>
              </a:solidFill>
              <a:latin typeface="微软雅黑" panose="020B0503020204020204" charset="-122"/>
              <a:ea typeface="微软雅黑" panose="020B0503020204020204" charset="-122"/>
            </a:endParaRPr>
          </a:p>
        </p:txBody>
      </p:sp>
      <p:sp>
        <p:nvSpPr>
          <p:cNvPr id="16" name="任意多边形 15"/>
          <p:cNvSpPr/>
          <p:nvPr>
            <p:custDataLst>
              <p:tags r:id="rId18"/>
            </p:custDataLst>
          </p:nvPr>
        </p:nvSpPr>
        <p:spPr>
          <a:xfrm>
            <a:off x="3989705" y="2499995"/>
            <a:ext cx="4211955" cy="1190625"/>
          </a:xfrm>
          <a:custGeom>
            <a:avLst/>
            <a:gdLst>
              <a:gd name="sw" fmla="*/ 1 w 6633"/>
              <a:gd name="sh" fmla="*/ 1 h 1875"/>
              <a:gd name="mins" fmla="min sw sh"/>
              <a:gd name="dsw" fmla="+- 0 sw mins"/>
              <a:gd name="dsh" fmla="+- 0 sh mins"/>
              <a:gd name="p0x0" fmla="*/ 120 w 6633"/>
              <a:gd name="p0y0" fmla="*/ 0 h 1875"/>
              <a:gd name="p0x1" fmla="*/ 6513 w 6633"/>
              <a:gd name="p0y1" fmla="*/ 0 h 1875"/>
              <a:gd name="p0x2" fmla="*/ 6579 w 6633"/>
              <a:gd name="p0y2" fmla="*/ 0 h 1875"/>
              <a:gd name="p0x3" fmla="*/ 6633 w 6633"/>
              <a:gd name="p0y3" fmla="*/ 53 h 1875"/>
              <a:gd name="p0x4" fmla="*/ 6633 w 6633"/>
              <a:gd name="p0y4" fmla="*/ 120 h 1875"/>
              <a:gd name="p0x5" fmla="*/ 6633 w 6633"/>
              <a:gd name="p0y5" fmla="*/ 1755 h 1875"/>
              <a:gd name="p0x6" fmla="*/ 6633 w 6633"/>
              <a:gd name="p0y6" fmla="*/ 1821 h 1875"/>
              <a:gd name="p0x7" fmla="*/ 6579 w 6633"/>
              <a:gd name="p0y7" fmla="*/ 1875 h 1875"/>
              <a:gd name="p0x8" fmla="*/ 6513 w 6633"/>
              <a:gd name="p0y8" fmla="*/ 1875 h 1875"/>
              <a:gd name="p0x9" fmla="*/ 120 w 6633"/>
              <a:gd name="p0y9" fmla="*/ 1875 h 1875"/>
              <a:gd name="p0x10" fmla="*/ 53 w 6633"/>
              <a:gd name="p0y10" fmla="*/ 1875 h 1875"/>
              <a:gd name="p0x11" fmla="*/ 0 w 6633"/>
              <a:gd name="p0y11" fmla="*/ 1821 h 1875"/>
              <a:gd name="p0x12" fmla="*/ 0 w 6633"/>
              <a:gd name="p0y12" fmla="*/ 1755 h 1875"/>
              <a:gd name="p0x13" fmla="*/ 0 w 6633"/>
              <a:gd name="p0y13" fmla="*/ 120 h 1875"/>
              <a:gd name="p0x14" fmla="*/ 0 w 6633"/>
              <a:gd name="p0y14" fmla="*/ 53 h 1875"/>
              <a:gd name="p0x15" fmla="*/ 53 w 6633"/>
              <a:gd name="p0y15" fmla="*/ 0 h 1875"/>
              <a:gd name="p0x16" fmla="*/ 120 w 6633"/>
              <a:gd name="p0y16" fmla="*/ 0 h 187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任意多边形 16"/>
          <p:cNvSpPr/>
          <p:nvPr>
            <p:custDataLst>
              <p:tags r:id="rId19"/>
            </p:custDataLst>
          </p:nvPr>
        </p:nvSpPr>
        <p:spPr>
          <a:xfrm>
            <a:off x="4184650" y="2886075"/>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8" name="图片 17"/>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rcRect l="-2366" t="-10303" r="-2366" b="-10303"/>
          <a:stretch>
            <a:fillRect/>
          </a:stretch>
        </p:blipFill>
        <p:spPr>
          <a:xfrm>
            <a:off x="4239895" y="2966720"/>
            <a:ext cx="309245" cy="252730"/>
          </a:xfrm>
          <a:prstGeom prst="rect">
            <a:avLst/>
          </a:prstGeom>
        </p:spPr>
      </p:pic>
      <p:sp>
        <p:nvSpPr>
          <p:cNvPr id="19" name="文本框 18"/>
          <p:cNvSpPr txBox="1"/>
          <p:nvPr>
            <p:custDataLst>
              <p:tags r:id="rId23"/>
            </p:custDataLst>
          </p:nvPr>
        </p:nvSpPr>
        <p:spPr>
          <a:xfrm>
            <a:off x="4718666" y="2928938"/>
            <a:ext cx="3245196" cy="328613"/>
          </a:xfrm>
          <a:prstGeom prst="rect">
            <a:avLst/>
          </a:prstGeom>
          <a:noFill/>
        </p:spPr>
        <p:txBody>
          <a:bodyPr wrap="square" lIns="0" tIns="0" rIns="0" bIns="0" rtlCol="0" anchor="t">
            <a:noAutofit/>
          </a:bodyPr>
          <a:p>
            <a:pPr algn="l">
              <a:lnSpc>
                <a:spcPct val="133000"/>
              </a:lnSpc>
            </a:pPr>
            <a:r>
              <a:rPr lang="zh-CN" altLang="en-US" sz="1500" b="1">
                <a:solidFill>
                  <a:srgbClr val="EBF1FA"/>
                </a:solidFill>
                <a:latin typeface="微软雅黑" panose="020B0503020204020204" charset="-122"/>
                <a:ea typeface="微软雅黑" panose="020B0503020204020204" charset="-122"/>
                <a:cs typeface="微软雅黑" panose="020B0503020204020204" charset="-122"/>
              </a:rPr>
              <a:t>客户端</a:t>
            </a:r>
            <a:r>
              <a:rPr lang="en-US" altLang="zh-CN" sz="1500" b="1">
                <a:solidFill>
                  <a:srgbClr val="EBF1FA"/>
                </a:solidFill>
                <a:latin typeface="微软雅黑" panose="020B0503020204020204" charset="-122"/>
                <a:ea typeface="微软雅黑" panose="020B0503020204020204" charset="-122"/>
                <a:cs typeface="微软雅黑" panose="020B0503020204020204" charset="-122"/>
              </a:rPr>
              <a:t>Host</a:t>
            </a:r>
            <a:r>
              <a:rPr lang="zh-CN" altLang="en-US" sz="1500" b="1">
                <a:solidFill>
                  <a:srgbClr val="EBF1FA"/>
                </a:solidFill>
                <a:latin typeface="微软雅黑" panose="020B0503020204020204" charset="-122"/>
                <a:ea typeface="微软雅黑" panose="020B0503020204020204" charset="-122"/>
                <a:cs typeface="微软雅黑" panose="020B0503020204020204" charset="-122"/>
              </a:rPr>
              <a:t>：</a:t>
            </a:r>
            <a:r>
              <a:rPr lang="zh-CN" altLang="en-US" sz="1500">
                <a:solidFill>
                  <a:srgbClr val="EBF1FA"/>
                </a:solidFill>
                <a:latin typeface="微软雅黑" panose="020B0503020204020204" charset="-122"/>
                <a:ea typeface="微软雅黑" panose="020B0503020204020204" charset="-122"/>
                <a:cs typeface="微软雅黑" panose="020B0503020204020204" charset="-122"/>
              </a:rPr>
              <a:t>内嵌</a:t>
            </a:r>
            <a:r>
              <a:rPr lang="en-US" altLang="zh-CN" sz="1500">
                <a:solidFill>
                  <a:srgbClr val="EBF1FA"/>
                </a:solidFill>
                <a:latin typeface="微软雅黑" panose="020B0503020204020204" charset="-122"/>
                <a:ea typeface="微软雅黑" panose="020B0503020204020204" charset="-122"/>
                <a:cs typeface="微软雅黑" panose="020B0503020204020204" charset="-122"/>
              </a:rPr>
              <a:t>Agent</a:t>
            </a:r>
            <a:r>
              <a:rPr lang="zh-CN" altLang="en-US" sz="1500">
                <a:solidFill>
                  <a:srgbClr val="EBF1FA"/>
                </a:solidFill>
                <a:latin typeface="微软雅黑" panose="020B0503020204020204" charset="-122"/>
                <a:ea typeface="微软雅黑" panose="020B0503020204020204" charset="-122"/>
                <a:cs typeface="微软雅黑" panose="020B0503020204020204" charset="-122"/>
              </a:rPr>
              <a:t>的应用程序</a:t>
            </a:r>
            <a:endParaRPr lang="zh-CN" altLang="en-US" sz="1500">
              <a:solidFill>
                <a:srgbClr val="EBF1FA"/>
              </a:solidFill>
              <a:latin typeface="微软雅黑" panose="020B0503020204020204" charset="-122"/>
              <a:ea typeface="微软雅黑" panose="020B0503020204020204" charset="-122"/>
              <a:cs typeface="微软雅黑" panose="020B0503020204020204" charset="-122"/>
            </a:endParaRPr>
          </a:p>
        </p:txBody>
      </p:sp>
      <p:sp>
        <p:nvSpPr>
          <p:cNvPr id="20" name="任意多边形 19"/>
          <p:cNvSpPr/>
          <p:nvPr>
            <p:custDataLst>
              <p:tags r:id="rId24"/>
            </p:custDataLst>
          </p:nvPr>
        </p:nvSpPr>
        <p:spPr>
          <a:xfrm>
            <a:off x="3989705" y="3890645"/>
            <a:ext cx="4211955" cy="1190625"/>
          </a:xfrm>
          <a:custGeom>
            <a:avLst/>
            <a:gdLst>
              <a:gd name="sw" fmla="*/ 1 w 6633"/>
              <a:gd name="sh" fmla="*/ 1 h 1875"/>
              <a:gd name="mins" fmla="min sw sh"/>
              <a:gd name="dsw" fmla="+- 0 sw mins"/>
              <a:gd name="dsh" fmla="+- 0 sh mins"/>
              <a:gd name="p0x0" fmla="*/ 120 w 6633"/>
              <a:gd name="p0y0" fmla="*/ 0 h 1875"/>
              <a:gd name="p0x1" fmla="*/ 6513 w 6633"/>
              <a:gd name="p0y1" fmla="*/ 0 h 1875"/>
              <a:gd name="p0x2" fmla="*/ 6579 w 6633"/>
              <a:gd name="p0y2" fmla="*/ 0 h 1875"/>
              <a:gd name="p0x3" fmla="*/ 6633 w 6633"/>
              <a:gd name="p0y3" fmla="*/ 53 h 1875"/>
              <a:gd name="p0x4" fmla="*/ 6633 w 6633"/>
              <a:gd name="p0y4" fmla="*/ 120 h 1875"/>
              <a:gd name="p0x5" fmla="*/ 6633 w 6633"/>
              <a:gd name="p0y5" fmla="*/ 1755 h 1875"/>
              <a:gd name="p0x6" fmla="*/ 6633 w 6633"/>
              <a:gd name="p0y6" fmla="*/ 1821 h 1875"/>
              <a:gd name="p0x7" fmla="*/ 6579 w 6633"/>
              <a:gd name="p0y7" fmla="*/ 1875 h 1875"/>
              <a:gd name="p0x8" fmla="*/ 6513 w 6633"/>
              <a:gd name="p0y8" fmla="*/ 1875 h 1875"/>
              <a:gd name="p0x9" fmla="*/ 120 w 6633"/>
              <a:gd name="p0y9" fmla="*/ 1875 h 1875"/>
              <a:gd name="p0x10" fmla="*/ 53 w 6633"/>
              <a:gd name="p0y10" fmla="*/ 1875 h 1875"/>
              <a:gd name="p0x11" fmla="*/ 0 w 6633"/>
              <a:gd name="p0y11" fmla="*/ 1821 h 1875"/>
              <a:gd name="p0x12" fmla="*/ 0 w 6633"/>
              <a:gd name="p0y12" fmla="*/ 1755 h 1875"/>
              <a:gd name="p0x13" fmla="*/ 0 w 6633"/>
              <a:gd name="p0y13" fmla="*/ 120 h 1875"/>
              <a:gd name="p0x14" fmla="*/ 0 w 6633"/>
              <a:gd name="p0y14" fmla="*/ 53 h 1875"/>
              <a:gd name="p0x15" fmla="*/ 53 w 6633"/>
              <a:gd name="p0y15" fmla="*/ 0 h 1875"/>
              <a:gd name="p0x16" fmla="*/ 120 w 6633"/>
              <a:gd name="p0y16" fmla="*/ 0 h 187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任意多边形 20"/>
          <p:cNvSpPr/>
          <p:nvPr>
            <p:custDataLst>
              <p:tags r:id="rId25"/>
            </p:custDataLst>
          </p:nvPr>
        </p:nvSpPr>
        <p:spPr>
          <a:xfrm>
            <a:off x="4184650" y="4276725"/>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2" name="图片 21"/>
          <p:cNvPicPr>
            <a:picLocks noChangeAspect="1"/>
          </p:cNvPicPr>
          <p:nvPr>
            <p:custDataLst>
              <p:tags r:id="rId26"/>
            </p:custDataLst>
          </p:nvPr>
        </p:nvPicPr>
        <p:blipFill>
          <a:blip r:embed="rId27">
            <a:extLst>
              <a:ext uri="{96DAC541-7B7A-43D3-8B79-37D633B846F1}">
                <asvg:svgBlip xmlns:asvg="http://schemas.microsoft.com/office/drawing/2016/SVG/main" r:embed="rId28"/>
              </a:ext>
            </a:extLst>
          </a:blip>
          <a:srcRect l="-5653" r="-5653"/>
          <a:stretch>
            <a:fillRect/>
          </a:stretch>
        </p:blipFill>
        <p:spPr>
          <a:xfrm>
            <a:off x="4253865" y="4357370"/>
            <a:ext cx="281305" cy="252730"/>
          </a:xfrm>
          <a:prstGeom prst="rect">
            <a:avLst/>
          </a:prstGeom>
        </p:spPr>
      </p:pic>
      <p:sp>
        <p:nvSpPr>
          <p:cNvPr id="23" name="文本框 22"/>
          <p:cNvSpPr txBox="1"/>
          <p:nvPr>
            <p:custDataLst>
              <p:tags r:id="rId29"/>
            </p:custDataLst>
          </p:nvPr>
        </p:nvSpPr>
        <p:spPr>
          <a:xfrm>
            <a:off x="4718666" y="4319588"/>
            <a:ext cx="3550596" cy="328613"/>
          </a:xfrm>
          <a:prstGeom prst="rect">
            <a:avLst/>
          </a:prstGeom>
          <a:noFill/>
        </p:spPr>
        <p:txBody>
          <a:bodyPr wrap="square" lIns="0" tIns="0" rIns="0" bIns="0" rtlCol="0" anchor="t">
            <a:noAutofit/>
          </a:bodyPr>
          <a:p>
            <a:pPr algn="l">
              <a:lnSpc>
                <a:spcPct val="133000"/>
              </a:lnSpc>
            </a:pPr>
            <a:r>
              <a:rPr lang="zh-CN" altLang="en-US" sz="1500" b="1">
                <a:solidFill>
                  <a:srgbClr val="EBF1FA"/>
                </a:solidFill>
                <a:latin typeface="微软雅黑" panose="020B0503020204020204" charset="-122"/>
                <a:ea typeface="微软雅黑" panose="020B0503020204020204" charset="-122"/>
                <a:cs typeface="微软雅黑" panose="020B0503020204020204" charset="-122"/>
              </a:rPr>
              <a:t>客户端</a:t>
            </a:r>
            <a:r>
              <a:rPr lang="en-US" altLang="zh-CN" sz="1500" b="1">
                <a:solidFill>
                  <a:srgbClr val="EBF1FA"/>
                </a:solidFill>
                <a:latin typeface="微软雅黑" panose="020B0503020204020204" charset="-122"/>
                <a:ea typeface="微软雅黑" panose="020B0503020204020204" charset="-122"/>
                <a:cs typeface="微软雅黑" panose="020B0503020204020204" charset="-122"/>
              </a:rPr>
              <a:t>Agent</a:t>
            </a:r>
            <a:r>
              <a:rPr lang="zh-CN" altLang="en-US" sz="1500" b="1">
                <a:solidFill>
                  <a:srgbClr val="EBF1FA"/>
                </a:solidFill>
                <a:latin typeface="微软雅黑" panose="020B0503020204020204" charset="-122"/>
                <a:ea typeface="微软雅黑" panose="020B0503020204020204" charset="-122"/>
                <a:cs typeface="微软雅黑" panose="020B0503020204020204" charset="-122"/>
              </a:rPr>
              <a:t>：</a:t>
            </a:r>
            <a:r>
              <a:rPr lang="zh-CN" altLang="en-US" sz="1500">
                <a:solidFill>
                  <a:srgbClr val="EBF1FA"/>
                </a:solidFill>
                <a:latin typeface="微软雅黑" panose="020B0503020204020204" charset="-122"/>
                <a:ea typeface="微软雅黑" panose="020B0503020204020204" charset="-122"/>
                <a:cs typeface="微软雅黑" panose="020B0503020204020204" charset="-122"/>
              </a:rPr>
              <a:t>发起调用的</a:t>
            </a:r>
            <a:r>
              <a:rPr lang="en-US" altLang="zh-CN" sz="1500">
                <a:solidFill>
                  <a:srgbClr val="EBF1FA"/>
                </a:solidFill>
                <a:latin typeface="微软雅黑" panose="020B0503020204020204" charset="-122"/>
                <a:ea typeface="微软雅黑" panose="020B0503020204020204" charset="-122"/>
                <a:cs typeface="微软雅黑" panose="020B0503020204020204" charset="-122"/>
              </a:rPr>
              <a:t>Agent</a:t>
            </a:r>
            <a:r>
              <a:rPr lang="zh-CN" altLang="en-US" sz="1500">
                <a:solidFill>
                  <a:srgbClr val="EBF1FA"/>
                </a:solidFill>
                <a:latin typeface="微软雅黑" panose="020B0503020204020204" charset="-122"/>
                <a:ea typeface="微软雅黑" panose="020B0503020204020204" charset="-122"/>
                <a:cs typeface="微软雅黑" panose="020B0503020204020204" charset="-122"/>
              </a:rPr>
              <a:t>实现</a:t>
            </a:r>
            <a:endParaRPr lang="zh-CN" altLang="en-US" sz="1500">
              <a:solidFill>
                <a:srgbClr val="EBF1FA"/>
              </a:solidFill>
              <a:latin typeface="微软雅黑" panose="020B0503020204020204" charset="-122"/>
              <a:ea typeface="微软雅黑" panose="020B0503020204020204" charset="-122"/>
              <a:cs typeface="微软雅黑" panose="020B0503020204020204" charset="-122"/>
            </a:endParaRPr>
          </a:p>
        </p:txBody>
      </p:sp>
      <p:sp>
        <p:nvSpPr>
          <p:cNvPr id="24" name="任意多边形 23"/>
          <p:cNvSpPr/>
          <p:nvPr>
            <p:custDataLst>
              <p:tags r:id="rId30"/>
            </p:custDataLst>
          </p:nvPr>
        </p:nvSpPr>
        <p:spPr>
          <a:xfrm>
            <a:off x="3989705" y="5281295"/>
            <a:ext cx="4211955" cy="1190625"/>
          </a:xfrm>
          <a:custGeom>
            <a:avLst/>
            <a:gdLst>
              <a:gd name="sw" fmla="*/ 1 w 6633"/>
              <a:gd name="sh" fmla="*/ 1 h 1875"/>
              <a:gd name="mins" fmla="min sw sh"/>
              <a:gd name="dsw" fmla="+- 0 sw mins"/>
              <a:gd name="dsh" fmla="+- 0 sh mins"/>
              <a:gd name="p0x0" fmla="*/ 120 w 6633"/>
              <a:gd name="p0y0" fmla="*/ 0 h 1875"/>
              <a:gd name="p0x1" fmla="*/ 6513 w 6633"/>
              <a:gd name="p0y1" fmla="*/ 0 h 1875"/>
              <a:gd name="p0x2" fmla="*/ 6579 w 6633"/>
              <a:gd name="p0y2" fmla="*/ 0 h 1875"/>
              <a:gd name="p0x3" fmla="*/ 6633 w 6633"/>
              <a:gd name="p0y3" fmla="*/ 53 h 1875"/>
              <a:gd name="p0x4" fmla="*/ 6633 w 6633"/>
              <a:gd name="p0y4" fmla="*/ 120 h 1875"/>
              <a:gd name="p0x5" fmla="*/ 6633 w 6633"/>
              <a:gd name="p0y5" fmla="*/ 1755 h 1875"/>
              <a:gd name="p0x6" fmla="*/ 6633 w 6633"/>
              <a:gd name="p0y6" fmla="*/ 1821 h 1875"/>
              <a:gd name="p0x7" fmla="*/ 6579 w 6633"/>
              <a:gd name="p0y7" fmla="*/ 1875 h 1875"/>
              <a:gd name="p0x8" fmla="*/ 6513 w 6633"/>
              <a:gd name="p0y8" fmla="*/ 1875 h 1875"/>
              <a:gd name="p0x9" fmla="*/ 120 w 6633"/>
              <a:gd name="p0y9" fmla="*/ 1875 h 1875"/>
              <a:gd name="p0x10" fmla="*/ 53 w 6633"/>
              <a:gd name="p0y10" fmla="*/ 1875 h 1875"/>
              <a:gd name="p0x11" fmla="*/ 0 w 6633"/>
              <a:gd name="p0y11" fmla="*/ 1821 h 1875"/>
              <a:gd name="p0x12" fmla="*/ 0 w 6633"/>
              <a:gd name="p0y12" fmla="*/ 1755 h 1875"/>
              <a:gd name="p0x13" fmla="*/ 0 w 6633"/>
              <a:gd name="p0y13" fmla="*/ 120 h 1875"/>
              <a:gd name="p0x14" fmla="*/ 0 w 6633"/>
              <a:gd name="p0y14" fmla="*/ 53 h 1875"/>
              <a:gd name="p0x15" fmla="*/ 53 w 6633"/>
              <a:gd name="p0y15" fmla="*/ 0 h 1875"/>
              <a:gd name="p0x16" fmla="*/ 120 w 6633"/>
              <a:gd name="p0y16" fmla="*/ 0 h 187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任意多边形 24"/>
          <p:cNvSpPr/>
          <p:nvPr>
            <p:custDataLst>
              <p:tags r:id="rId31"/>
            </p:custDataLst>
          </p:nvPr>
        </p:nvSpPr>
        <p:spPr>
          <a:xfrm>
            <a:off x="4184650" y="5667375"/>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6" name="图片 25"/>
          <p:cNvPicPr>
            <a:picLocks noChangeAspect="1"/>
          </p:cNvPicPr>
          <p:nvPr>
            <p:custDataLst>
              <p:tags r:id="rId32"/>
            </p:custDataLst>
          </p:nvPr>
        </p:nvPicPr>
        <p:blipFill>
          <a:blip r:embed="rId33">
            <a:extLst>
              <a:ext uri="{96DAC541-7B7A-43D3-8B79-37D633B846F1}">
                <asvg:svgBlip xmlns:asvg="http://schemas.microsoft.com/office/drawing/2016/SVG/main" r:embed="rId34"/>
              </a:ext>
            </a:extLst>
          </a:blip>
          <a:srcRect l="-2273" t="-1026" r="-2273" b="-1026"/>
          <a:stretch>
            <a:fillRect/>
          </a:stretch>
        </p:blipFill>
        <p:spPr>
          <a:xfrm>
            <a:off x="4284980" y="5748020"/>
            <a:ext cx="219075" cy="252730"/>
          </a:xfrm>
          <a:prstGeom prst="rect">
            <a:avLst/>
          </a:prstGeom>
        </p:spPr>
      </p:pic>
      <p:sp>
        <p:nvSpPr>
          <p:cNvPr id="27" name="文本框 26"/>
          <p:cNvSpPr txBox="1"/>
          <p:nvPr>
            <p:custDataLst>
              <p:tags r:id="rId35"/>
            </p:custDataLst>
          </p:nvPr>
        </p:nvSpPr>
        <p:spPr>
          <a:xfrm>
            <a:off x="4718666" y="5557838"/>
            <a:ext cx="3288059" cy="633413"/>
          </a:xfrm>
          <a:prstGeom prst="rect">
            <a:avLst/>
          </a:prstGeom>
          <a:noFill/>
        </p:spPr>
        <p:txBody>
          <a:bodyPr wrap="square" lIns="0" tIns="0" rIns="0" bIns="0" rtlCol="0" anchor="t">
            <a:noAutofit/>
          </a:bodyPr>
          <a:p>
            <a:pPr algn="l">
              <a:lnSpc>
                <a:spcPct val="133000"/>
              </a:lnSpc>
            </a:pPr>
            <a:r>
              <a:rPr sz="1500" b="1">
                <a:solidFill>
                  <a:srgbClr val="EBF1FA"/>
                </a:solidFill>
                <a:latin typeface="微软雅黑" panose="020B0503020204020204" charset="-122"/>
                <a:ea typeface="微软雅黑" panose="020B0503020204020204" charset="-122"/>
              </a:rPr>
              <a:t>接口适配程序：</a:t>
            </a:r>
            <a:r>
              <a:rPr lang="en-US" sz="1500">
                <a:solidFill>
                  <a:srgbClr val="EBF1FA"/>
                </a:solidFill>
                <a:latin typeface="微软雅黑" panose="020B0503020204020204" charset="-122"/>
                <a:ea typeface="微软雅黑" panose="020B0503020204020204" charset="-122"/>
                <a:cs typeface="微软雅黑" panose="020B0503020204020204" charset="-122"/>
              </a:rPr>
              <a:t>Host</a:t>
            </a:r>
            <a:r>
              <a:rPr lang="zh-CN" altLang="en-US" sz="1500">
                <a:solidFill>
                  <a:srgbClr val="EBF1FA"/>
                </a:solidFill>
                <a:latin typeface="微软雅黑" panose="020B0503020204020204" charset="-122"/>
                <a:ea typeface="微软雅黑" panose="020B0503020204020204" charset="-122"/>
                <a:cs typeface="微软雅黑" panose="020B0503020204020204" charset="-122"/>
              </a:rPr>
              <a:t>调用远程</a:t>
            </a:r>
            <a:r>
              <a:rPr lang="en-US" altLang="zh-CN" sz="1500">
                <a:solidFill>
                  <a:srgbClr val="EBF1FA"/>
                </a:solidFill>
                <a:latin typeface="微软雅黑" panose="020B0503020204020204" charset="-122"/>
                <a:ea typeface="微软雅黑" panose="020B0503020204020204" charset="-122"/>
                <a:cs typeface="微软雅黑" panose="020B0503020204020204" charset="-122"/>
              </a:rPr>
              <a:t>Agent</a:t>
            </a:r>
            <a:r>
              <a:rPr lang="zh-CN" altLang="en-US" sz="1500">
                <a:solidFill>
                  <a:srgbClr val="EBF1FA"/>
                </a:solidFill>
                <a:latin typeface="微软雅黑" panose="020B0503020204020204" charset="-122"/>
                <a:ea typeface="微软雅黑" panose="020B0503020204020204" charset="-122"/>
                <a:cs typeface="微软雅黑" panose="020B0503020204020204" charset="-122"/>
              </a:rPr>
              <a:t>的接口适配</a:t>
            </a:r>
            <a:endParaRPr lang="zh-CN" altLang="en-US" sz="1500">
              <a:solidFill>
                <a:srgbClr val="EBF1FA"/>
              </a:solidFill>
              <a:latin typeface="微软雅黑" panose="020B0503020204020204" charset="-122"/>
              <a:ea typeface="微软雅黑" panose="020B0503020204020204" charset="-122"/>
              <a:cs typeface="微软雅黑" panose="020B0503020204020204" charset="-122"/>
            </a:endParaRPr>
          </a:p>
        </p:txBody>
      </p:sp>
      <p:sp>
        <p:nvSpPr>
          <p:cNvPr id="28" name="任意多边形 27"/>
          <p:cNvSpPr/>
          <p:nvPr>
            <p:custDataLst>
              <p:tags r:id="rId36"/>
            </p:custDataLst>
          </p:nvPr>
        </p:nvSpPr>
        <p:spPr>
          <a:xfrm>
            <a:off x="8458835" y="1109345"/>
            <a:ext cx="3156585" cy="1190625"/>
          </a:xfrm>
          <a:custGeom>
            <a:avLst/>
            <a:gdLst>
              <a:gd name="sw" fmla="*/ 1 w 4970"/>
              <a:gd name="sh" fmla="*/ 1 h 1875"/>
              <a:gd name="mins" fmla="min sw sh"/>
              <a:gd name="dsw" fmla="+- 0 sw mins"/>
              <a:gd name="dsh" fmla="+- 0 sh mins"/>
              <a:gd name="p0x0" fmla="*/ 120 w 4970"/>
              <a:gd name="p0y0" fmla="*/ 0 h 1875"/>
              <a:gd name="p0x1" fmla="*/ 4850 w 4970"/>
              <a:gd name="p0y1" fmla="*/ 0 h 1875"/>
              <a:gd name="p0x2" fmla="*/ 4917 w 4970"/>
              <a:gd name="p0y2" fmla="*/ 0 h 1875"/>
              <a:gd name="p0x3" fmla="*/ 4970 w 4970"/>
              <a:gd name="p0y3" fmla="*/ 53 h 1875"/>
              <a:gd name="p0x4" fmla="*/ 4970 w 4970"/>
              <a:gd name="p0y4" fmla="*/ 120 h 1875"/>
              <a:gd name="p0x5" fmla="*/ 4970 w 4970"/>
              <a:gd name="p0y5" fmla="*/ 1755 h 1875"/>
              <a:gd name="p0x6" fmla="*/ 4970 w 4970"/>
              <a:gd name="p0y6" fmla="*/ 1821 h 1875"/>
              <a:gd name="p0x7" fmla="*/ 4917 w 4970"/>
              <a:gd name="p0y7" fmla="*/ 1875 h 1875"/>
              <a:gd name="p0x8" fmla="*/ 4850 w 4970"/>
              <a:gd name="p0y8" fmla="*/ 1875 h 1875"/>
              <a:gd name="p0x9" fmla="*/ 120 w 4970"/>
              <a:gd name="p0y9" fmla="*/ 1875 h 1875"/>
              <a:gd name="p0x10" fmla="*/ 53 w 4970"/>
              <a:gd name="p0y10" fmla="*/ 1875 h 1875"/>
              <a:gd name="p0x11" fmla="*/ 0 w 4970"/>
              <a:gd name="p0y11" fmla="*/ 1821 h 1875"/>
              <a:gd name="p0x12" fmla="*/ 0 w 4970"/>
              <a:gd name="p0y12" fmla="*/ 1755 h 1875"/>
              <a:gd name="p0x13" fmla="*/ 0 w 4970"/>
              <a:gd name="p0y13" fmla="*/ 120 h 1875"/>
              <a:gd name="p0x14" fmla="*/ 0 w 4970"/>
              <a:gd name="p0y14" fmla="*/ 53 h 1875"/>
              <a:gd name="p0x15" fmla="*/ 53 w 4970"/>
              <a:gd name="p0y15" fmla="*/ 0 h 1875"/>
              <a:gd name="p0x16" fmla="*/ 120 w 4970"/>
              <a:gd name="p0y16" fmla="*/ 0 h 187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9" name="文本框 28"/>
          <p:cNvSpPr txBox="1"/>
          <p:nvPr>
            <p:custDataLst>
              <p:tags r:id="rId37"/>
            </p:custDataLst>
          </p:nvPr>
        </p:nvSpPr>
        <p:spPr>
          <a:xfrm>
            <a:off x="8654434" y="1522095"/>
            <a:ext cx="2766041" cy="365760"/>
          </a:xfrm>
          <a:prstGeom prst="rect">
            <a:avLst/>
          </a:prstGeom>
          <a:noFill/>
        </p:spPr>
        <p:txBody>
          <a:bodyPr wrap="square" lIns="0" tIns="0" rIns="0" bIns="0" rtlCol="0" anchor="t">
            <a:noAutofit/>
          </a:bodyPr>
          <a:p>
            <a:pPr algn="l">
              <a:lnSpc>
                <a:spcPct val="104000"/>
              </a:lnSpc>
            </a:pPr>
            <a:r>
              <a:rPr sz="2100" b="1">
                <a:solidFill>
                  <a:srgbClr val="FFFFFF"/>
                </a:solidFill>
                <a:latin typeface="微软雅黑" panose="020B0503020204020204" charset="-122"/>
                <a:ea typeface="微软雅黑" panose="020B0503020204020204" charset="-122"/>
              </a:rPr>
              <a:t>服务端</a:t>
            </a:r>
            <a:endParaRPr sz="2100" b="1">
              <a:solidFill>
                <a:srgbClr val="FFFFFF"/>
              </a:solidFill>
              <a:latin typeface="微软雅黑" panose="020B0503020204020204" charset="-122"/>
              <a:ea typeface="微软雅黑" panose="020B0503020204020204" charset="-122"/>
            </a:endParaRPr>
          </a:p>
        </p:txBody>
      </p:sp>
      <p:sp>
        <p:nvSpPr>
          <p:cNvPr id="30" name="任意多边形 29"/>
          <p:cNvSpPr/>
          <p:nvPr>
            <p:custDataLst>
              <p:tags r:id="rId38"/>
            </p:custDataLst>
          </p:nvPr>
        </p:nvSpPr>
        <p:spPr>
          <a:xfrm>
            <a:off x="8458835" y="2499995"/>
            <a:ext cx="3156585" cy="1190625"/>
          </a:xfrm>
          <a:custGeom>
            <a:avLst/>
            <a:gdLst>
              <a:gd name="sw" fmla="*/ 1 w 4970"/>
              <a:gd name="sh" fmla="*/ 1 h 1875"/>
              <a:gd name="mins" fmla="min sw sh"/>
              <a:gd name="dsw" fmla="+- 0 sw mins"/>
              <a:gd name="dsh" fmla="+- 0 sh mins"/>
              <a:gd name="p0x0" fmla="*/ 120 w 4970"/>
              <a:gd name="p0y0" fmla="*/ 0 h 1875"/>
              <a:gd name="p0x1" fmla="*/ 4850 w 4970"/>
              <a:gd name="p0y1" fmla="*/ 0 h 1875"/>
              <a:gd name="p0x2" fmla="*/ 4917 w 4970"/>
              <a:gd name="p0y2" fmla="*/ 0 h 1875"/>
              <a:gd name="p0x3" fmla="*/ 4970 w 4970"/>
              <a:gd name="p0y3" fmla="*/ 53 h 1875"/>
              <a:gd name="p0x4" fmla="*/ 4970 w 4970"/>
              <a:gd name="p0y4" fmla="*/ 120 h 1875"/>
              <a:gd name="p0x5" fmla="*/ 4970 w 4970"/>
              <a:gd name="p0y5" fmla="*/ 1755 h 1875"/>
              <a:gd name="p0x6" fmla="*/ 4970 w 4970"/>
              <a:gd name="p0y6" fmla="*/ 1821 h 1875"/>
              <a:gd name="p0x7" fmla="*/ 4917 w 4970"/>
              <a:gd name="p0y7" fmla="*/ 1875 h 1875"/>
              <a:gd name="p0x8" fmla="*/ 4850 w 4970"/>
              <a:gd name="p0y8" fmla="*/ 1875 h 1875"/>
              <a:gd name="p0x9" fmla="*/ 120 w 4970"/>
              <a:gd name="p0y9" fmla="*/ 1875 h 1875"/>
              <a:gd name="p0x10" fmla="*/ 53 w 4970"/>
              <a:gd name="p0y10" fmla="*/ 1875 h 1875"/>
              <a:gd name="p0x11" fmla="*/ 0 w 4970"/>
              <a:gd name="p0y11" fmla="*/ 1821 h 1875"/>
              <a:gd name="p0x12" fmla="*/ 0 w 4970"/>
              <a:gd name="p0y12" fmla="*/ 1755 h 1875"/>
              <a:gd name="p0x13" fmla="*/ 0 w 4970"/>
              <a:gd name="p0y13" fmla="*/ 120 h 1875"/>
              <a:gd name="p0x14" fmla="*/ 0 w 4970"/>
              <a:gd name="p0y14" fmla="*/ 53 h 1875"/>
              <a:gd name="p0x15" fmla="*/ 53 w 4970"/>
              <a:gd name="p0y15" fmla="*/ 0 h 1875"/>
              <a:gd name="p0x16" fmla="*/ 120 w 4970"/>
              <a:gd name="p0y16" fmla="*/ 0 h 187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任意多边形 30"/>
          <p:cNvSpPr/>
          <p:nvPr>
            <p:custDataLst>
              <p:tags r:id="rId39"/>
            </p:custDataLst>
          </p:nvPr>
        </p:nvSpPr>
        <p:spPr>
          <a:xfrm>
            <a:off x="8654415" y="2886075"/>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2" name="图片 31"/>
          <p:cNvPicPr>
            <a:picLocks noChangeAspect="1"/>
          </p:cNvPicPr>
          <p:nvPr>
            <p:custDataLst>
              <p:tags r:id="rId40"/>
            </p:custDataLst>
          </p:nvPr>
        </p:nvPicPr>
        <p:blipFill>
          <a:blip r:embed="rId41">
            <a:extLst>
              <a:ext uri="{96DAC541-7B7A-43D3-8B79-37D633B846F1}">
                <asvg:svgBlip xmlns:asvg="http://schemas.microsoft.com/office/drawing/2016/SVG/main" r:embed="rId42"/>
              </a:ext>
            </a:extLst>
          </a:blip>
          <a:srcRect l="-2273" t="-10303" r="-2273" b="-10303"/>
          <a:stretch>
            <a:fillRect/>
          </a:stretch>
        </p:blipFill>
        <p:spPr>
          <a:xfrm>
            <a:off x="8754110" y="2966720"/>
            <a:ext cx="219075" cy="252730"/>
          </a:xfrm>
          <a:prstGeom prst="rect">
            <a:avLst/>
          </a:prstGeom>
        </p:spPr>
      </p:pic>
      <p:sp>
        <p:nvSpPr>
          <p:cNvPr id="33" name="文本框 32"/>
          <p:cNvSpPr txBox="1"/>
          <p:nvPr>
            <p:custDataLst>
              <p:tags r:id="rId43"/>
            </p:custDataLst>
          </p:nvPr>
        </p:nvSpPr>
        <p:spPr>
          <a:xfrm>
            <a:off x="9187834" y="2776538"/>
            <a:ext cx="2232641" cy="633413"/>
          </a:xfrm>
          <a:prstGeom prst="rect">
            <a:avLst/>
          </a:prstGeom>
          <a:noFill/>
        </p:spPr>
        <p:txBody>
          <a:bodyPr wrap="square" lIns="0" tIns="0" rIns="0" bIns="0" rtlCol="0" anchor="t">
            <a:noAutofit/>
          </a:bodyPr>
          <a:p>
            <a:pPr algn="l">
              <a:lnSpc>
                <a:spcPct val="133000"/>
              </a:lnSpc>
            </a:pPr>
            <a:r>
              <a:rPr lang="zh-CN" altLang="en-US" sz="1500">
                <a:solidFill>
                  <a:srgbClr val="EBF1FA"/>
                </a:solidFill>
                <a:latin typeface="微软雅黑" panose="020B0503020204020204" charset="-122"/>
                <a:ea typeface="微软雅黑" panose="020B0503020204020204" charset="-122"/>
                <a:cs typeface="微软雅黑" panose="020B0503020204020204" charset="-122"/>
              </a:rPr>
              <a:t>远程</a:t>
            </a:r>
            <a:r>
              <a:rPr lang="en-US" altLang="zh-CN" sz="1500">
                <a:solidFill>
                  <a:srgbClr val="EBF1FA"/>
                </a:solidFill>
                <a:latin typeface="微软雅黑" panose="020B0503020204020204" charset="-122"/>
                <a:ea typeface="微软雅黑" panose="020B0503020204020204" charset="-122"/>
                <a:cs typeface="微软雅黑" panose="020B0503020204020204" charset="-122"/>
              </a:rPr>
              <a:t>Agent</a:t>
            </a:r>
            <a:r>
              <a:rPr lang="zh-CN" altLang="en-US" sz="1500">
                <a:solidFill>
                  <a:srgbClr val="EBF1FA"/>
                </a:solidFill>
                <a:latin typeface="微软雅黑" panose="020B0503020204020204" charset="-122"/>
                <a:ea typeface="微软雅黑" panose="020B0503020204020204" charset="-122"/>
                <a:cs typeface="微软雅黑" panose="020B0503020204020204" charset="-122"/>
              </a:rPr>
              <a:t>提供服务的统称</a:t>
            </a:r>
            <a:endParaRPr lang="zh-CN" altLang="en-US" sz="1500">
              <a:solidFill>
                <a:srgbClr val="EBF1FA"/>
              </a:solidFill>
              <a:latin typeface="微软雅黑" panose="020B0503020204020204" charset="-122"/>
              <a:ea typeface="微软雅黑" panose="020B0503020204020204" charset="-122"/>
              <a:cs typeface="微软雅黑" panose="020B0503020204020204" charset="-122"/>
            </a:endParaRPr>
          </a:p>
        </p:txBody>
      </p:sp>
      <p:sp>
        <p:nvSpPr>
          <p:cNvPr id="34" name="任意多边形 33"/>
          <p:cNvSpPr/>
          <p:nvPr>
            <p:custDataLst>
              <p:tags r:id="rId44"/>
            </p:custDataLst>
          </p:nvPr>
        </p:nvSpPr>
        <p:spPr>
          <a:xfrm>
            <a:off x="8458835" y="3890645"/>
            <a:ext cx="3156585" cy="1190625"/>
          </a:xfrm>
          <a:custGeom>
            <a:avLst/>
            <a:gdLst>
              <a:gd name="sw" fmla="*/ 1 w 4970"/>
              <a:gd name="sh" fmla="*/ 1 h 1875"/>
              <a:gd name="mins" fmla="min sw sh"/>
              <a:gd name="dsw" fmla="+- 0 sw mins"/>
              <a:gd name="dsh" fmla="+- 0 sh mins"/>
              <a:gd name="p0x0" fmla="*/ 120 w 4970"/>
              <a:gd name="p0y0" fmla="*/ 0 h 1875"/>
              <a:gd name="p0x1" fmla="*/ 4850 w 4970"/>
              <a:gd name="p0y1" fmla="*/ 0 h 1875"/>
              <a:gd name="p0x2" fmla="*/ 4917 w 4970"/>
              <a:gd name="p0y2" fmla="*/ 0 h 1875"/>
              <a:gd name="p0x3" fmla="*/ 4970 w 4970"/>
              <a:gd name="p0y3" fmla="*/ 53 h 1875"/>
              <a:gd name="p0x4" fmla="*/ 4970 w 4970"/>
              <a:gd name="p0y4" fmla="*/ 120 h 1875"/>
              <a:gd name="p0x5" fmla="*/ 4970 w 4970"/>
              <a:gd name="p0y5" fmla="*/ 1755 h 1875"/>
              <a:gd name="p0x6" fmla="*/ 4970 w 4970"/>
              <a:gd name="p0y6" fmla="*/ 1821 h 1875"/>
              <a:gd name="p0x7" fmla="*/ 4917 w 4970"/>
              <a:gd name="p0y7" fmla="*/ 1875 h 1875"/>
              <a:gd name="p0x8" fmla="*/ 4850 w 4970"/>
              <a:gd name="p0y8" fmla="*/ 1875 h 1875"/>
              <a:gd name="p0x9" fmla="*/ 120 w 4970"/>
              <a:gd name="p0y9" fmla="*/ 1875 h 1875"/>
              <a:gd name="p0x10" fmla="*/ 53 w 4970"/>
              <a:gd name="p0y10" fmla="*/ 1875 h 1875"/>
              <a:gd name="p0x11" fmla="*/ 0 w 4970"/>
              <a:gd name="p0y11" fmla="*/ 1821 h 1875"/>
              <a:gd name="p0x12" fmla="*/ 0 w 4970"/>
              <a:gd name="p0y12" fmla="*/ 1755 h 1875"/>
              <a:gd name="p0x13" fmla="*/ 0 w 4970"/>
              <a:gd name="p0y13" fmla="*/ 120 h 1875"/>
              <a:gd name="p0x14" fmla="*/ 0 w 4970"/>
              <a:gd name="p0y14" fmla="*/ 53 h 1875"/>
              <a:gd name="p0x15" fmla="*/ 53 w 4970"/>
              <a:gd name="p0y15" fmla="*/ 0 h 1875"/>
              <a:gd name="p0x16" fmla="*/ 120 w 4970"/>
              <a:gd name="p0y16" fmla="*/ 0 h 187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任意多边形 34"/>
          <p:cNvSpPr/>
          <p:nvPr>
            <p:custDataLst>
              <p:tags r:id="rId45"/>
            </p:custDataLst>
          </p:nvPr>
        </p:nvSpPr>
        <p:spPr>
          <a:xfrm>
            <a:off x="8654415" y="4276725"/>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6" name="图片 35"/>
          <p:cNvPicPr>
            <a:picLocks noChangeAspect="1"/>
          </p:cNvPicPr>
          <p:nvPr>
            <p:custDataLst>
              <p:tags r:id="rId46"/>
            </p:custDataLst>
          </p:nvPr>
        </p:nvPicPr>
        <p:blipFill>
          <a:blip r:embed="rId47">
            <a:extLst>
              <a:ext uri="{96DAC541-7B7A-43D3-8B79-37D633B846F1}">
                <asvg:svgBlip xmlns:asvg="http://schemas.microsoft.com/office/drawing/2016/SVG/main" r:embed="rId48"/>
              </a:ext>
            </a:extLst>
          </a:blip>
          <a:srcRect l="-2000" t="-3067" r="-2000" b="-3067"/>
          <a:stretch>
            <a:fillRect/>
          </a:stretch>
        </p:blipFill>
        <p:spPr>
          <a:xfrm>
            <a:off x="8740140" y="4357370"/>
            <a:ext cx="247650" cy="252730"/>
          </a:xfrm>
          <a:prstGeom prst="rect">
            <a:avLst/>
          </a:prstGeom>
        </p:spPr>
      </p:pic>
      <p:sp>
        <p:nvSpPr>
          <p:cNvPr id="37" name="文本框 36"/>
          <p:cNvSpPr txBox="1"/>
          <p:nvPr>
            <p:custDataLst>
              <p:tags r:id="rId49"/>
            </p:custDataLst>
          </p:nvPr>
        </p:nvSpPr>
        <p:spPr>
          <a:xfrm>
            <a:off x="9187834" y="4167188"/>
            <a:ext cx="2232641" cy="633413"/>
          </a:xfrm>
          <a:prstGeom prst="rect">
            <a:avLst/>
          </a:prstGeom>
          <a:noFill/>
        </p:spPr>
        <p:txBody>
          <a:bodyPr wrap="square" lIns="0" tIns="0" rIns="0" bIns="0" rtlCol="0" anchor="t">
            <a:noAutofit/>
          </a:bodyPr>
          <a:p>
            <a:pPr algn="l">
              <a:lnSpc>
                <a:spcPct val="133000"/>
              </a:lnSpc>
            </a:pPr>
            <a:r>
              <a:rPr lang="zh-CN" altLang="en-US" sz="1500">
                <a:solidFill>
                  <a:srgbClr val="EBF1FA"/>
                </a:solidFill>
                <a:latin typeface="微软雅黑" panose="020B0503020204020204" charset="-122"/>
                <a:ea typeface="微软雅黑" panose="020B0503020204020204" charset="-122"/>
                <a:cs typeface="微软雅黑" panose="020B0503020204020204" charset="-122"/>
              </a:rPr>
              <a:t>公开</a:t>
            </a:r>
            <a:r>
              <a:rPr lang="en-US" altLang="zh-CN" sz="1500">
                <a:solidFill>
                  <a:srgbClr val="EBF1FA"/>
                </a:solidFill>
                <a:latin typeface="微软雅黑" panose="020B0503020204020204" charset="-122"/>
                <a:ea typeface="微软雅黑" panose="020B0503020204020204" charset="-122"/>
                <a:cs typeface="微软雅黑" panose="020B0503020204020204" charset="-122"/>
              </a:rPr>
              <a:t>HTTP</a:t>
            </a:r>
            <a:r>
              <a:rPr lang="zh-CN" altLang="en-US" sz="1500">
                <a:solidFill>
                  <a:srgbClr val="EBF1FA"/>
                </a:solidFill>
                <a:latin typeface="微软雅黑" panose="020B0503020204020204" charset="-122"/>
                <a:ea typeface="微软雅黑" panose="020B0503020204020204" charset="-122"/>
                <a:cs typeface="微软雅黑" panose="020B0503020204020204" charset="-122"/>
              </a:rPr>
              <a:t>服务端点，接收请求并处理任务</a:t>
            </a:r>
            <a:endParaRPr lang="zh-CN" altLang="en-US" sz="1500">
              <a:solidFill>
                <a:srgbClr val="EBF1FA"/>
              </a:solidFill>
              <a:latin typeface="微软雅黑" panose="020B0503020204020204" charset="-122"/>
              <a:ea typeface="微软雅黑" panose="020B0503020204020204" charset="-122"/>
              <a:cs typeface="微软雅黑" panose="020B0503020204020204" charset="-122"/>
            </a:endParaRPr>
          </a:p>
        </p:txBody>
      </p:sp>
      <p:sp>
        <p:nvSpPr>
          <p:cNvPr id="38" name="任意多边形 37"/>
          <p:cNvSpPr/>
          <p:nvPr>
            <p:custDataLst>
              <p:tags r:id="rId50"/>
            </p:custDataLst>
          </p:nvPr>
        </p:nvSpPr>
        <p:spPr>
          <a:xfrm>
            <a:off x="8458835" y="5281295"/>
            <a:ext cx="3156585" cy="1190625"/>
          </a:xfrm>
          <a:custGeom>
            <a:avLst/>
            <a:gdLst>
              <a:gd name="sw" fmla="*/ 1 w 4970"/>
              <a:gd name="sh" fmla="*/ 1 h 1875"/>
              <a:gd name="mins" fmla="min sw sh"/>
              <a:gd name="dsw" fmla="+- 0 sw mins"/>
              <a:gd name="dsh" fmla="+- 0 sh mins"/>
              <a:gd name="p0x0" fmla="*/ 120 w 4970"/>
              <a:gd name="p0y0" fmla="*/ 0 h 1875"/>
              <a:gd name="p0x1" fmla="*/ 4850 w 4970"/>
              <a:gd name="p0y1" fmla="*/ 0 h 1875"/>
              <a:gd name="p0x2" fmla="*/ 4917 w 4970"/>
              <a:gd name="p0y2" fmla="*/ 0 h 1875"/>
              <a:gd name="p0x3" fmla="*/ 4970 w 4970"/>
              <a:gd name="p0y3" fmla="*/ 53 h 1875"/>
              <a:gd name="p0x4" fmla="*/ 4970 w 4970"/>
              <a:gd name="p0y4" fmla="*/ 120 h 1875"/>
              <a:gd name="p0x5" fmla="*/ 4970 w 4970"/>
              <a:gd name="p0y5" fmla="*/ 1755 h 1875"/>
              <a:gd name="p0x6" fmla="*/ 4970 w 4970"/>
              <a:gd name="p0y6" fmla="*/ 1821 h 1875"/>
              <a:gd name="p0x7" fmla="*/ 4917 w 4970"/>
              <a:gd name="p0y7" fmla="*/ 1875 h 1875"/>
              <a:gd name="p0x8" fmla="*/ 4850 w 4970"/>
              <a:gd name="p0y8" fmla="*/ 1875 h 1875"/>
              <a:gd name="p0x9" fmla="*/ 120 w 4970"/>
              <a:gd name="p0y9" fmla="*/ 1875 h 1875"/>
              <a:gd name="p0x10" fmla="*/ 53 w 4970"/>
              <a:gd name="p0y10" fmla="*/ 1875 h 1875"/>
              <a:gd name="p0x11" fmla="*/ 0 w 4970"/>
              <a:gd name="p0y11" fmla="*/ 1821 h 1875"/>
              <a:gd name="p0x12" fmla="*/ 0 w 4970"/>
              <a:gd name="p0y12" fmla="*/ 1755 h 1875"/>
              <a:gd name="p0x13" fmla="*/ 0 w 4970"/>
              <a:gd name="p0y13" fmla="*/ 120 h 1875"/>
              <a:gd name="p0x14" fmla="*/ 0 w 4970"/>
              <a:gd name="p0y14" fmla="*/ 53 h 1875"/>
              <a:gd name="p0x15" fmla="*/ 53 w 4970"/>
              <a:gd name="p0y15" fmla="*/ 0 h 1875"/>
              <a:gd name="p0x16" fmla="*/ 120 w 4970"/>
              <a:gd name="p0y16" fmla="*/ 0 h 187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任意多边形 38"/>
          <p:cNvSpPr/>
          <p:nvPr>
            <p:custDataLst>
              <p:tags r:id="rId51"/>
            </p:custDataLst>
          </p:nvPr>
        </p:nvSpPr>
        <p:spPr>
          <a:xfrm>
            <a:off x="8654415" y="5667375"/>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0" name="图片 39"/>
          <p:cNvPicPr>
            <a:picLocks noChangeAspect="1"/>
          </p:cNvPicPr>
          <p:nvPr>
            <p:custDataLst>
              <p:tags r:id="rId52"/>
            </p:custDataLst>
          </p:nvPr>
        </p:nvPicPr>
        <p:blipFill>
          <a:blip r:embed="rId53">
            <a:extLst>
              <a:ext uri="{96DAC541-7B7A-43D3-8B79-37D633B846F1}">
                <asvg:svgBlip xmlns:asvg="http://schemas.microsoft.com/office/drawing/2016/SVG/main" r:embed="rId54"/>
              </a:ext>
            </a:extLst>
          </a:blip>
          <a:srcRect l="-2000" t="-10303" r="-2000" b="-10303"/>
          <a:stretch>
            <a:fillRect/>
          </a:stretch>
        </p:blipFill>
        <p:spPr>
          <a:xfrm>
            <a:off x="8740140" y="5748020"/>
            <a:ext cx="247650" cy="252730"/>
          </a:xfrm>
          <a:prstGeom prst="rect">
            <a:avLst/>
          </a:prstGeom>
        </p:spPr>
      </p:pic>
      <p:sp>
        <p:nvSpPr>
          <p:cNvPr id="41" name="文本框 40"/>
          <p:cNvSpPr txBox="1"/>
          <p:nvPr>
            <p:custDataLst>
              <p:tags r:id="rId55"/>
            </p:custDataLst>
          </p:nvPr>
        </p:nvSpPr>
        <p:spPr>
          <a:xfrm>
            <a:off x="9187834" y="5557838"/>
            <a:ext cx="2232641" cy="633413"/>
          </a:xfrm>
          <a:prstGeom prst="rect">
            <a:avLst/>
          </a:prstGeom>
          <a:noFill/>
        </p:spPr>
        <p:txBody>
          <a:bodyPr wrap="square" lIns="0" tIns="0" rIns="0" bIns="0" rtlCol="0" anchor="t">
            <a:noAutofit/>
          </a:bodyPr>
          <a:p>
            <a:pPr algn="l">
              <a:lnSpc>
                <a:spcPct val="133000"/>
              </a:lnSpc>
            </a:pPr>
            <a:r>
              <a:rPr sz="1500">
                <a:solidFill>
                  <a:srgbClr val="EBF1FA"/>
                </a:solidFill>
                <a:latin typeface="微软雅黑" panose="020B0503020204020204" charset="-122"/>
                <a:ea typeface="微软雅黑" panose="020B0503020204020204" charset="-122"/>
              </a:rPr>
              <a:t>从客户端角度视为不透明的黑盒系统</a:t>
            </a:r>
            <a:endParaRPr sz="1500">
              <a:solidFill>
                <a:srgbClr val="EBF1FA"/>
              </a:solidFill>
              <a:latin typeface="微软雅黑" panose="020B0503020204020204" charset="-122"/>
              <a:ea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188"/>
            <a:ext cx="11125200" cy="500063"/>
          </a:xfrm>
          <a:prstGeom prst="rect">
            <a:avLst/>
          </a:prstGeom>
          <a:noFill/>
        </p:spPr>
        <p:txBody>
          <a:bodyPr wrap="square" lIns="0" tIns="0" rIns="0" bIns="0" rtlCol="0" anchor="t">
            <a:noAutofit/>
          </a:bodyPr>
          <a:p>
            <a:pPr algn="l">
              <a:lnSpc>
                <a:spcPct val="100000"/>
              </a:lnSpc>
            </a:pPr>
            <a:r>
              <a:rPr lang="en-US" sz="3000" b="1">
                <a:solidFill>
                  <a:srgbClr val="EBF1FA"/>
                </a:solidFill>
                <a:latin typeface="微软雅黑" panose="020B0503020204020204" charset="-122"/>
                <a:ea typeface="微软雅黑" panose="020B0503020204020204" charset="-122"/>
                <a:cs typeface="微软雅黑" panose="020B0503020204020204" charset="-122"/>
              </a:rPr>
              <a:t>Agent</a:t>
            </a:r>
            <a:r>
              <a:rPr lang="zh-CN" sz="3000" b="1">
                <a:solidFill>
                  <a:srgbClr val="EBF1FA"/>
                </a:solidFill>
                <a:latin typeface="微软雅黑" panose="020B0503020204020204" charset="-122"/>
                <a:ea typeface="微软雅黑" panose="020B0503020204020204" charset="-122"/>
                <a:cs typeface="微软雅黑" panose="020B0503020204020204" charset="-122"/>
              </a:rPr>
              <a:t>发现机制</a:t>
            </a:r>
            <a:endParaRPr lang="zh-CN" sz="3000" b="1">
              <a:solidFill>
                <a:srgbClr val="EBF1FA"/>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2"/>
            </p:custDataLst>
          </p:nvPr>
        </p:nvSpPr>
        <p:spPr>
          <a:xfrm>
            <a:off x="571500" y="1081088"/>
            <a:ext cx="5930284" cy="519113"/>
          </a:xfrm>
          <a:prstGeom prst="rect">
            <a:avLst/>
          </a:prstGeom>
          <a:noFill/>
        </p:spPr>
        <p:txBody>
          <a:bodyPr wrap="square" lIns="0" tIns="0" rIns="0" bIns="0" rtlCol="0" anchor="t">
            <a:noAutofit/>
          </a:bodyPr>
          <a:p>
            <a:pPr algn="l">
              <a:lnSpc>
                <a:spcPct val="104000"/>
              </a:lnSpc>
            </a:pPr>
            <a:r>
              <a:rPr sz="3000" b="1">
                <a:solidFill>
                  <a:srgbClr val="696CFF"/>
                </a:solidFill>
                <a:latin typeface="微软雅黑" panose="020B0503020204020204" charset="-122"/>
                <a:ea typeface="微软雅黑" panose="020B0503020204020204" charset="-122"/>
              </a:rPr>
              <a:t>Agent Card</a:t>
            </a:r>
            <a:endParaRPr sz="3000" b="1">
              <a:solidFill>
                <a:srgbClr val="696CFF"/>
              </a:solidFill>
              <a:latin typeface="微软雅黑" panose="020B0503020204020204" charset="-122"/>
              <a:ea typeface="微软雅黑" panose="020B0503020204020204" charset="-122"/>
            </a:endParaRPr>
          </a:p>
        </p:txBody>
      </p:sp>
      <p:sp>
        <p:nvSpPr>
          <p:cNvPr id="5" name="文本框 4"/>
          <p:cNvSpPr txBox="1"/>
          <p:nvPr>
            <p:custDataLst>
              <p:tags r:id="rId3"/>
            </p:custDataLst>
          </p:nvPr>
        </p:nvSpPr>
        <p:spPr>
          <a:xfrm>
            <a:off x="571500" y="1604963"/>
            <a:ext cx="5930284" cy="328613"/>
          </a:xfrm>
          <a:prstGeom prst="rect">
            <a:avLst/>
          </a:prstGeom>
          <a:noFill/>
        </p:spPr>
        <p:txBody>
          <a:bodyPr wrap="square" lIns="0" tIns="0" rIns="0" bIns="0" rtlCol="0" anchor="t">
            <a:noAutofit/>
          </a:bodyPr>
          <a:p>
            <a:pPr algn="l">
              <a:lnSpc>
                <a:spcPct val="133000"/>
              </a:lnSpc>
            </a:pP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描述</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Agent</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技能的标准化名片</a:t>
            </a:r>
            <a:endPar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6" name="任意多边形 5"/>
          <p:cNvSpPr/>
          <p:nvPr>
            <p:custDataLst>
              <p:tags r:id="rId4"/>
            </p:custDataLst>
          </p:nvPr>
        </p:nvSpPr>
        <p:spPr>
          <a:xfrm>
            <a:off x="575945" y="2118995"/>
            <a:ext cx="5920740" cy="4352925"/>
          </a:xfrm>
          <a:custGeom>
            <a:avLst/>
            <a:gdLst>
              <a:gd name="sw" fmla="*/ 1 w 9324"/>
              <a:gd name="sh" fmla="*/ 1 h 6855"/>
              <a:gd name="mins" fmla="min sw sh"/>
              <a:gd name="dsw" fmla="+- 0 sw mins"/>
              <a:gd name="dsh" fmla="+- 0 sh mins"/>
              <a:gd name="p0x0" fmla="*/ 120 w 9324"/>
              <a:gd name="p0y0" fmla="*/ 0 h 6855"/>
              <a:gd name="p0x1" fmla="*/ 9204 w 9324"/>
              <a:gd name="p0y1" fmla="*/ 0 h 6855"/>
              <a:gd name="p0x2" fmla="*/ 9270 w 9324"/>
              <a:gd name="p0y2" fmla="*/ 0 h 6855"/>
              <a:gd name="p0x3" fmla="*/ 9324 w 9324"/>
              <a:gd name="p0y3" fmla="*/ 53 h 6855"/>
              <a:gd name="p0x4" fmla="*/ 9324 w 9324"/>
              <a:gd name="p0y4" fmla="*/ 120 h 6855"/>
              <a:gd name="p0x5" fmla="*/ 9324 w 9324"/>
              <a:gd name="p0y5" fmla="*/ 6735 h 6855"/>
              <a:gd name="p0x6" fmla="*/ 9324 w 9324"/>
              <a:gd name="p0y6" fmla="*/ 6801 h 6855"/>
              <a:gd name="p0x7" fmla="*/ 9270 w 9324"/>
              <a:gd name="p0y7" fmla="*/ 6855 h 6855"/>
              <a:gd name="p0x8" fmla="*/ 9204 w 9324"/>
              <a:gd name="p0y8" fmla="*/ 6855 h 6855"/>
              <a:gd name="p0x9" fmla="*/ 120 w 9324"/>
              <a:gd name="p0y9" fmla="*/ 6855 h 6855"/>
              <a:gd name="p0x10" fmla="*/ 53 w 9324"/>
              <a:gd name="p0y10" fmla="*/ 6855 h 6855"/>
              <a:gd name="p0x11" fmla="*/ 0 w 9324"/>
              <a:gd name="p0y11" fmla="*/ 6801 h 6855"/>
              <a:gd name="p0x12" fmla="*/ 0 w 9324"/>
              <a:gd name="p0y12" fmla="*/ 6735 h 6855"/>
              <a:gd name="p0x13" fmla="*/ 0 w 9324"/>
              <a:gd name="p0y13" fmla="*/ 120 h 6855"/>
              <a:gd name="p0x14" fmla="*/ 0 w 9324"/>
              <a:gd name="p0y14" fmla="*/ 53 h 6855"/>
              <a:gd name="p0x15" fmla="*/ 53 w 9324"/>
              <a:gd name="p0y15" fmla="*/ 0 h 6855"/>
              <a:gd name="p0x16" fmla="*/ 120 w 9324"/>
              <a:gd name="p0y16" fmla="*/ 0 h 685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任意多边形 6"/>
          <p:cNvSpPr/>
          <p:nvPr>
            <p:custDataLst>
              <p:tags r:id="rId5"/>
            </p:custDataLst>
          </p:nvPr>
        </p:nvSpPr>
        <p:spPr>
          <a:xfrm>
            <a:off x="771525" y="3215640"/>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8" name="图片 7"/>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rcRect l="-2738" t="-10303" r="-2738" b="-10303"/>
          <a:stretch>
            <a:fillRect/>
          </a:stretch>
        </p:blipFill>
        <p:spPr>
          <a:xfrm>
            <a:off x="840105" y="3296285"/>
            <a:ext cx="281305" cy="252730"/>
          </a:xfrm>
          <a:prstGeom prst="rect">
            <a:avLst/>
          </a:prstGeom>
        </p:spPr>
      </p:pic>
      <p:sp>
        <p:nvSpPr>
          <p:cNvPr id="9" name="文本框 8"/>
          <p:cNvSpPr txBox="1"/>
          <p:nvPr>
            <p:custDataLst>
              <p:tags r:id="rId9"/>
            </p:custDataLst>
          </p:nvPr>
        </p:nvSpPr>
        <p:spPr>
          <a:xfrm>
            <a:off x="1343025" y="3110894"/>
            <a:ext cx="3007071" cy="311467"/>
          </a:xfrm>
          <a:prstGeom prst="rect">
            <a:avLst/>
          </a:prstGeom>
          <a:noFill/>
        </p:spPr>
        <p:txBody>
          <a:bodyPr wrap="square" lIns="0" tIns="0" rIns="0" bIns="0" rtlCol="0" anchor="t">
            <a:noAutofit/>
          </a:bodyPr>
          <a:p>
            <a:pPr algn="l">
              <a:lnSpc>
                <a:spcPct val="104000"/>
              </a:lnSpc>
            </a:pPr>
            <a:r>
              <a:rPr b="1">
                <a:solidFill>
                  <a:srgbClr val="EBF1FA"/>
                </a:solidFill>
                <a:latin typeface="微软雅黑" panose="020B0503020204020204" charset="-122"/>
                <a:ea typeface="微软雅黑" panose="020B0503020204020204" charset="-122"/>
              </a:rPr>
              <a:t>标准化身份标识</a:t>
            </a:r>
            <a:endParaRPr b="1">
              <a:solidFill>
                <a:srgbClr val="EBF1FA"/>
              </a:solidFill>
              <a:latin typeface="微软雅黑" panose="020B0503020204020204" charset="-122"/>
              <a:ea typeface="微软雅黑" panose="020B0503020204020204" charset="-122"/>
            </a:endParaRPr>
          </a:p>
        </p:txBody>
      </p:sp>
      <p:sp>
        <p:nvSpPr>
          <p:cNvPr id="10" name="文本框 9"/>
          <p:cNvSpPr txBox="1"/>
          <p:nvPr>
            <p:custDataLst>
              <p:tags r:id="rId10"/>
            </p:custDataLst>
          </p:nvPr>
        </p:nvSpPr>
        <p:spPr>
          <a:xfrm>
            <a:off x="1343025" y="3434743"/>
            <a:ext cx="3349971" cy="297180"/>
          </a:xfrm>
          <a:prstGeom prst="rect">
            <a:avLst/>
          </a:prstGeom>
          <a:noFill/>
        </p:spPr>
        <p:txBody>
          <a:bodyPr wrap="square" lIns="0" tIns="0" rIns="0" bIns="0" rtlCol="0" anchor="t">
            <a:noAutofit/>
          </a:bodyPr>
          <a:p>
            <a:pPr algn="l">
              <a:lnSpc>
                <a:spcPct val="133000"/>
              </a:lnSpc>
            </a:pPr>
            <a:r>
              <a:rPr lang="zh-CN" altLang="en-US" sz="1350">
                <a:solidFill>
                  <a:srgbClr val="EBF1FA">
                    <a:alpha val="72157"/>
                  </a:srgbClr>
                </a:solidFill>
                <a:latin typeface="微软雅黑" panose="020B0503020204020204" charset="-122"/>
                <a:ea typeface="微软雅黑" panose="020B0503020204020204" charset="-122"/>
                <a:cs typeface="微软雅黑" panose="020B0503020204020204" charset="-122"/>
              </a:rPr>
              <a:t>以</a:t>
            </a:r>
            <a:r>
              <a:rPr lang="en-US" altLang="zh-CN" sz="1350">
                <a:solidFill>
                  <a:srgbClr val="EBF1FA">
                    <a:alpha val="72157"/>
                  </a:srgbClr>
                </a:solidFill>
                <a:latin typeface="微软雅黑" panose="020B0503020204020204" charset="-122"/>
                <a:ea typeface="微软雅黑" panose="020B0503020204020204" charset="-122"/>
                <a:cs typeface="微软雅黑" panose="020B0503020204020204" charset="-122"/>
              </a:rPr>
              <a:t>agent-card.json</a:t>
            </a:r>
            <a:r>
              <a:rPr lang="zh-CN" altLang="en-US" sz="1350">
                <a:solidFill>
                  <a:srgbClr val="EBF1FA">
                    <a:alpha val="72157"/>
                  </a:srgbClr>
                </a:solidFill>
                <a:latin typeface="微软雅黑" panose="020B0503020204020204" charset="-122"/>
                <a:ea typeface="微软雅黑" panose="020B0503020204020204" charset="-122"/>
                <a:cs typeface="微软雅黑" panose="020B0503020204020204" charset="-122"/>
              </a:rPr>
              <a:t>格式公布在公开网址</a:t>
            </a:r>
            <a:endParaRPr lang="zh-CN" altLang="en-US" sz="135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11" name="任意多边形 10"/>
          <p:cNvSpPr/>
          <p:nvPr>
            <p:custDataLst>
              <p:tags r:id="rId11"/>
            </p:custDataLst>
          </p:nvPr>
        </p:nvSpPr>
        <p:spPr>
          <a:xfrm>
            <a:off x="771525" y="4086225"/>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2" name="图片 11"/>
          <p:cNvPicPr>
            <a:picLocks noChangeAspect="1"/>
          </p:cNvPicPr>
          <p:nvPr>
            <p:custDataLst>
              <p:tags r:id="rId12"/>
            </p:custDataLst>
          </p:nvPr>
        </p:nvPicPr>
        <p:blipFill>
          <a:blip r:embed="rId13">
            <a:extLst>
              <a:ext uri="{96DAC541-7B7A-43D3-8B79-37D633B846F1}">
                <asvg:svgBlip xmlns:asvg="http://schemas.microsoft.com/office/drawing/2016/SVG/main" r:embed="rId14"/>
              </a:ext>
            </a:extLst>
          </a:blip>
          <a:srcRect l="-2000" t="-16333" r="-2000" b="-16333"/>
          <a:stretch>
            <a:fillRect/>
          </a:stretch>
        </p:blipFill>
        <p:spPr>
          <a:xfrm>
            <a:off x="857250" y="4166870"/>
            <a:ext cx="247650" cy="252730"/>
          </a:xfrm>
          <a:prstGeom prst="rect">
            <a:avLst/>
          </a:prstGeom>
        </p:spPr>
      </p:pic>
      <p:sp>
        <p:nvSpPr>
          <p:cNvPr id="13" name="文本框 12"/>
          <p:cNvSpPr txBox="1"/>
          <p:nvPr>
            <p:custDataLst>
              <p:tags r:id="rId15"/>
            </p:custDataLst>
          </p:nvPr>
        </p:nvSpPr>
        <p:spPr>
          <a:xfrm>
            <a:off x="1343025" y="3861435"/>
            <a:ext cx="4958734" cy="311467"/>
          </a:xfrm>
          <a:prstGeom prst="rect">
            <a:avLst/>
          </a:prstGeom>
          <a:noFill/>
        </p:spPr>
        <p:txBody>
          <a:bodyPr wrap="square" lIns="0" tIns="0" rIns="0" bIns="0" rtlCol="0" anchor="t">
            <a:noAutofit/>
          </a:bodyPr>
          <a:p>
            <a:pPr algn="l">
              <a:lnSpc>
                <a:spcPct val="104000"/>
              </a:lnSpc>
            </a:pPr>
            <a:r>
              <a:rPr b="1">
                <a:solidFill>
                  <a:srgbClr val="EBF1FA"/>
                </a:solidFill>
                <a:latin typeface="微软雅黑" panose="020B0503020204020204" charset="-122"/>
                <a:ea typeface="微软雅黑" panose="020B0503020204020204" charset="-122"/>
              </a:rPr>
              <a:t>完整字段清单</a:t>
            </a:r>
            <a:endParaRPr b="1">
              <a:solidFill>
                <a:srgbClr val="EBF1FA"/>
              </a:solidFill>
              <a:latin typeface="微软雅黑" panose="020B0503020204020204" charset="-122"/>
              <a:ea typeface="微软雅黑" panose="020B0503020204020204" charset="-122"/>
            </a:endParaRPr>
          </a:p>
        </p:txBody>
      </p:sp>
      <p:sp>
        <p:nvSpPr>
          <p:cNvPr id="14" name="任意多边形 13"/>
          <p:cNvSpPr/>
          <p:nvPr>
            <p:custDataLst>
              <p:tags r:id="rId16"/>
            </p:custDataLst>
          </p:nvPr>
        </p:nvSpPr>
        <p:spPr>
          <a:xfrm>
            <a:off x="1343025" y="4200525"/>
            <a:ext cx="457200" cy="238125"/>
          </a:xfrm>
          <a:custGeom>
            <a:avLst/>
            <a:gdLst>
              <a:gd name="sw" fmla="*/ 1 w 720"/>
              <a:gd name="sh" fmla="*/ 1 h 375"/>
              <a:gd name="mins" fmla="min sw sh"/>
              <a:gd name="dsw" fmla="+- 0 sw mins"/>
              <a:gd name="dsh" fmla="+- 0 sh mins"/>
              <a:gd name="p0x0" fmla="*/ 60 w 720"/>
              <a:gd name="p0y0" fmla="*/ 0 h 375"/>
              <a:gd name="p0x1" fmla="*/ 660 w 720"/>
              <a:gd name="p0y1" fmla="*/ 0 h 375"/>
              <a:gd name="p0x2" fmla="*/ 693 w 720"/>
              <a:gd name="p0y2" fmla="*/ 0 h 375"/>
              <a:gd name="p0x3" fmla="*/ 720 w 720"/>
              <a:gd name="p0y3" fmla="*/ 26 h 375"/>
              <a:gd name="p0x4" fmla="*/ 720 w 720"/>
              <a:gd name="p0y4" fmla="*/ 60 h 375"/>
              <a:gd name="p0x5" fmla="*/ 720 w 720"/>
              <a:gd name="p0y5" fmla="*/ 315 h 375"/>
              <a:gd name="p0x6" fmla="*/ 720 w 720"/>
              <a:gd name="p0y6" fmla="*/ 348 h 375"/>
              <a:gd name="p0x7" fmla="*/ 693 w 720"/>
              <a:gd name="p0y7" fmla="*/ 375 h 375"/>
              <a:gd name="p0x8" fmla="*/ 660 w 720"/>
              <a:gd name="p0y8" fmla="*/ 375 h 375"/>
              <a:gd name="p0x9" fmla="*/ 60 w 720"/>
              <a:gd name="p0y9" fmla="*/ 375 h 375"/>
              <a:gd name="p0x10" fmla="*/ 26 w 720"/>
              <a:gd name="p0y10" fmla="*/ 375 h 375"/>
              <a:gd name="p0x11" fmla="*/ 0 w 720"/>
              <a:gd name="p0y11" fmla="*/ 348 h 375"/>
              <a:gd name="p0x12" fmla="*/ 0 w 720"/>
              <a:gd name="p0y12" fmla="*/ 315 h 375"/>
              <a:gd name="p0x13" fmla="*/ 0 w 720"/>
              <a:gd name="p0y13" fmla="*/ 60 h 375"/>
              <a:gd name="p0x14" fmla="*/ 0 w 720"/>
              <a:gd name="p0y14" fmla="*/ 26 h 375"/>
              <a:gd name="p0x15" fmla="*/ 26 w 720"/>
              <a:gd name="p0y15" fmla="*/ 0 h 375"/>
              <a:gd name="p0x16" fmla="*/ 60 w 720"/>
              <a:gd name="p0y16" fmla="*/ 0 h 37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custDataLst>
              <p:tags r:id="rId17"/>
            </p:custDataLst>
          </p:nvPr>
        </p:nvSpPr>
        <p:spPr>
          <a:xfrm>
            <a:off x="1419225" y="4219575"/>
            <a:ext cx="457276" cy="200025"/>
          </a:xfrm>
          <a:prstGeom prst="rect">
            <a:avLst/>
          </a:prstGeom>
          <a:noFill/>
        </p:spPr>
        <p:txBody>
          <a:bodyPr wrap="square" lIns="0" tIns="0" rIns="0" bIns="0" rtlCol="0" anchor="t">
            <a:noAutofit/>
          </a:bodyPr>
          <a:p>
            <a:pPr algn="l"/>
            <a:r>
              <a:rPr sz="1200">
                <a:solidFill>
                  <a:srgbClr val="C8C9FF"/>
                </a:solidFill>
                <a:latin typeface="微软雅黑" panose="020B0503020204020204" charset="-122"/>
                <a:ea typeface="微软雅黑" panose="020B0503020204020204" charset="-122"/>
              </a:rPr>
              <a:t>名称</a:t>
            </a:r>
            <a:endParaRPr sz="1200">
              <a:solidFill>
                <a:srgbClr val="C8C9FF"/>
              </a:solidFill>
              <a:latin typeface="微软雅黑" panose="020B0503020204020204" charset="-122"/>
              <a:ea typeface="微软雅黑" panose="020B0503020204020204" charset="-122"/>
            </a:endParaRPr>
          </a:p>
        </p:txBody>
      </p:sp>
      <p:sp>
        <p:nvSpPr>
          <p:cNvPr id="16" name="任意多边形 15"/>
          <p:cNvSpPr/>
          <p:nvPr>
            <p:custDataLst>
              <p:tags r:id="rId18"/>
            </p:custDataLst>
          </p:nvPr>
        </p:nvSpPr>
        <p:spPr>
          <a:xfrm>
            <a:off x="1838325" y="4200525"/>
            <a:ext cx="457200" cy="238125"/>
          </a:xfrm>
          <a:custGeom>
            <a:avLst/>
            <a:gdLst>
              <a:gd name="sw" fmla="*/ 1 w 720"/>
              <a:gd name="sh" fmla="*/ 1 h 375"/>
              <a:gd name="mins" fmla="min sw sh"/>
              <a:gd name="dsw" fmla="+- 0 sw mins"/>
              <a:gd name="dsh" fmla="+- 0 sh mins"/>
              <a:gd name="p0x0" fmla="*/ 60 w 720"/>
              <a:gd name="p0y0" fmla="*/ 0 h 375"/>
              <a:gd name="p0x1" fmla="*/ 660 w 720"/>
              <a:gd name="p0y1" fmla="*/ 0 h 375"/>
              <a:gd name="p0x2" fmla="*/ 693 w 720"/>
              <a:gd name="p0y2" fmla="*/ 0 h 375"/>
              <a:gd name="p0x3" fmla="*/ 720 w 720"/>
              <a:gd name="p0y3" fmla="*/ 26 h 375"/>
              <a:gd name="p0x4" fmla="*/ 720 w 720"/>
              <a:gd name="p0y4" fmla="*/ 60 h 375"/>
              <a:gd name="p0x5" fmla="*/ 720 w 720"/>
              <a:gd name="p0y5" fmla="*/ 315 h 375"/>
              <a:gd name="p0x6" fmla="*/ 720 w 720"/>
              <a:gd name="p0y6" fmla="*/ 348 h 375"/>
              <a:gd name="p0x7" fmla="*/ 693 w 720"/>
              <a:gd name="p0y7" fmla="*/ 375 h 375"/>
              <a:gd name="p0x8" fmla="*/ 660 w 720"/>
              <a:gd name="p0y8" fmla="*/ 375 h 375"/>
              <a:gd name="p0x9" fmla="*/ 60 w 720"/>
              <a:gd name="p0y9" fmla="*/ 375 h 375"/>
              <a:gd name="p0x10" fmla="*/ 26 w 720"/>
              <a:gd name="p0y10" fmla="*/ 375 h 375"/>
              <a:gd name="p0x11" fmla="*/ 0 w 720"/>
              <a:gd name="p0y11" fmla="*/ 348 h 375"/>
              <a:gd name="p0x12" fmla="*/ 0 w 720"/>
              <a:gd name="p0y12" fmla="*/ 315 h 375"/>
              <a:gd name="p0x13" fmla="*/ 0 w 720"/>
              <a:gd name="p0y13" fmla="*/ 60 h 375"/>
              <a:gd name="p0x14" fmla="*/ 0 w 720"/>
              <a:gd name="p0y14" fmla="*/ 26 h 375"/>
              <a:gd name="p0x15" fmla="*/ 26 w 720"/>
              <a:gd name="p0y15" fmla="*/ 0 h 375"/>
              <a:gd name="p0x16" fmla="*/ 60 w 720"/>
              <a:gd name="p0y16" fmla="*/ 0 h 37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文本框 16"/>
          <p:cNvSpPr txBox="1"/>
          <p:nvPr>
            <p:custDataLst>
              <p:tags r:id="rId19"/>
            </p:custDataLst>
          </p:nvPr>
        </p:nvSpPr>
        <p:spPr>
          <a:xfrm>
            <a:off x="1914601" y="4219575"/>
            <a:ext cx="457276" cy="200025"/>
          </a:xfrm>
          <a:prstGeom prst="rect">
            <a:avLst/>
          </a:prstGeom>
          <a:noFill/>
        </p:spPr>
        <p:txBody>
          <a:bodyPr wrap="square" lIns="0" tIns="0" rIns="0" bIns="0" rtlCol="0" anchor="t">
            <a:noAutofit/>
          </a:bodyPr>
          <a:p>
            <a:pPr algn="l"/>
            <a:r>
              <a:rPr sz="1200">
                <a:solidFill>
                  <a:srgbClr val="C8C9FF"/>
                </a:solidFill>
                <a:latin typeface="微软雅黑" panose="020B0503020204020204" charset="-122"/>
                <a:ea typeface="微软雅黑" panose="020B0503020204020204" charset="-122"/>
              </a:rPr>
              <a:t>描述</a:t>
            </a:r>
            <a:endParaRPr sz="1200">
              <a:solidFill>
                <a:srgbClr val="C8C9FF"/>
              </a:solidFill>
              <a:latin typeface="微软雅黑" panose="020B0503020204020204" charset="-122"/>
              <a:ea typeface="微软雅黑" panose="020B0503020204020204" charset="-122"/>
            </a:endParaRPr>
          </a:p>
        </p:txBody>
      </p:sp>
      <p:sp>
        <p:nvSpPr>
          <p:cNvPr id="18" name="任意多边形 17"/>
          <p:cNvSpPr/>
          <p:nvPr>
            <p:custDataLst>
              <p:tags r:id="rId20"/>
            </p:custDataLst>
          </p:nvPr>
        </p:nvSpPr>
        <p:spPr>
          <a:xfrm>
            <a:off x="2333625" y="4200525"/>
            <a:ext cx="457200" cy="238125"/>
          </a:xfrm>
          <a:custGeom>
            <a:avLst/>
            <a:gdLst>
              <a:gd name="sw" fmla="*/ 1 w 720"/>
              <a:gd name="sh" fmla="*/ 1 h 375"/>
              <a:gd name="mins" fmla="min sw sh"/>
              <a:gd name="dsw" fmla="+- 0 sw mins"/>
              <a:gd name="dsh" fmla="+- 0 sh mins"/>
              <a:gd name="p0x0" fmla="*/ 60 w 720"/>
              <a:gd name="p0y0" fmla="*/ 0 h 375"/>
              <a:gd name="p0x1" fmla="*/ 660 w 720"/>
              <a:gd name="p0y1" fmla="*/ 0 h 375"/>
              <a:gd name="p0x2" fmla="*/ 693 w 720"/>
              <a:gd name="p0y2" fmla="*/ 0 h 375"/>
              <a:gd name="p0x3" fmla="*/ 720 w 720"/>
              <a:gd name="p0y3" fmla="*/ 26 h 375"/>
              <a:gd name="p0x4" fmla="*/ 720 w 720"/>
              <a:gd name="p0y4" fmla="*/ 60 h 375"/>
              <a:gd name="p0x5" fmla="*/ 720 w 720"/>
              <a:gd name="p0y5" fmla="*/ 315 h 375"/>
              <a:gd name="p0x6" fmla="*/ 720 w 720"/>
              <a:gd name="p0y6" fmla="*/ 348 h 375"/>
              <a:gd name="p0x7" fmla="*/ 693 w 720"/>
              <a:gd name="p0y7" fmla="*/ 375 h 375"/>
              <a:gd name="p0x8" fmla="*/ 660 w 720"/>
              <a:gd name="p0y8" fmla="*/ 375 h 375"/>
              <a:gd name="p0x9" fmla="*/ 60 w 720"/>
              <a:gd name="p0y9" fmla="*/ 375 h 375"/>
              <a:gd name="p0x10" fmla="*/ 26 w 720"/>
              <a:gd name="p0y10" fmla="*/ 375 h 375"/>
              <a:gd name="p0x11" fmla="*/ 0 w 720"/>
              <a:gd name="p0y11" fmla="*/ 348 h 375"/>
              <a:gd name="p0x12" fmla="*/ 0 w 720"/>
              <a:gd name="p0y12" fmla="*/ 315 h 375"/>
              <a:gd name="p0x13" fmla="*/ 0 w 720"/>
              <a:gd name="p0y13" fmla="*/ 60 h 375"/>
              <a:gd name="p0x14" fmla="*/ 0 w 720"/>
              <a:gd name="p0y14" fmla="*/ 26 h 375"/>
              <a:gd name="p0x15" fmla="*/ 26 w 720"/>
              <a:gd name="p0y15" fmla="*/ 0 h 375"/>
              <a:gd name="p0x16" fmla="*/ 60 w 720"/>
              <a:gd name="p0y16" fmla="*/ 0 h 37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文本框 18"/>
          <p:cNvSpPr txBox="1"/>
          <p:nvPr>
            <p:custDataLst>
              <p:tags r:id="rId21"/>
            </p:custDataLst>
          </p:nvPr>
        </p:nvSpPr>
        <p:spPr>
          <a:xfrm>
            <a:off x="2409977" y="4219575"/>
            <a:ext cx="457276" cy="200025"/>
          </a:xfrm>
          <a:prstGeom prst="rect">
            <a:avLst/>
          </a:prstGeom>
          <a:noFill/>
        </p:spPr>
        <p:txBody>
          <a:bodyPr wrap="square" lIns="0" tIns="0" rIns="0" bIns="0" rtlCol="0" anchor="t">
            <a:noAutofit/>
          </a:bodyPr>
          <a:p>
            <a:pPr algn="l"/>
            <a:r>
              <a:rPr sz="1200">
                <a:solidFill>
                  <a:srgbClr val="C8C9FF"/>
                </a:solidFill>
                <a:latin typeface="微软雅黑" panose="020B0503020204020204" charset="-122"/>
                <a:ea typeface="微软雅黑" panose="020B0503020204020204" charset="-122"/>
              </a:rPr>
              <a:t>URL</a:t>
            </a:r>
            <a:endParaRPr sz="1200">
              <a:solidFill>
                <a:srgbClr val="C8C9FF"/>
              </a:solidFill>
              <a:latin typeface="微软雅黑" panose="020B0503020204020204" charset="-122"/>
              <a:ea typeface="微软雅黑" panose="020B0503020204020204" charset="-122"/>
            </a:endParaRPr>
          </a:p>
        </p:txBody>
      </p:sp>
      <p:sp>
        <p:nvSpPr>
          <p:cNvPr id="20" name="任意多边形 19"/>
          <p:cNvSpPr/>
          <p:nvPr>
            <p:custDataLst>
              <p:tags r:id="rId22"/>
            </p:custDataLst>
          </p:nvPr>
        </p:nvSpPr>
        <p:spPr>
          <a:xfrm>
            <a:off x="2828925" y="4200525"/>
            <a:ext cx="762000" cy="238125"/>
          </a:xfrm>
          <a:custGeom>
            <a:avLst/>
            <a:gdLst>
              <a:gd name="sw" fmla="*/ 1 w 1200"/>
              <a:gd name="sh" fmla="*/ 1 h 375"/>
              <a:gd name="mins" fmla="min sw sh"/>
              <a:gd name="dsw" fmla="+- 0 sw mins"/>
              <a:gd name="dsh" fmla="+- 0 sh mins"/>
              <a:gd name="p0x0" fmla="*/ 60 w 1200"/>
              <a:gd name="p0y0" fmla="*/ 0 h 375"/>
              <a:gd name="p0x1" fmla="*/ 1140 w 1200"/>
              <a:gd name="p0y1" fmla="*/ 0 h 375"/>
              <a:gd name="p0x2" fmla="*/ 1173 w 1200"/>
              <a:gd name="p0y2" fmla="*/ 0 h 375"/>
              <a:gd name="p0x3" fmla="*/ 1200 w 1200"/>
              <a:gd name="p0y3" fmla="*/ 26 h 375"/>
              <a:gd name="p0x4" fmla="*/ 1200 w 1200"/>
              <a:gd name="p0y4" fmla="*/ 60 h 375"/>
              <a:gd name="p0x5" fmla="*/ 1200 w 1200"/>
              <a:gd name="p0y5" fmla="*/ 315 h 375"/>
              <a:gd name="p0x6" fmla="*/ 1200 w 1200"/>
              <a:gd name="p0y6" fmla="*/ 348 h 375"/>
              <a:gd name="p0x7" fmla="*/ 1173 w 1200"/>
              <a:gd name="p0y7" fmla="*/ 375 h 375"/>
              <a:gd name="p0x8" fmla="*/ 1140 w 1200"/>
              <a:gd name="p0y8" fmla="*/ 375 h 375"/>
              <a:gd name="p0x9" fmla="*/ 60 w 1200"/>
              <a:gd name="p0y9" fmla="*/ 375 h 375"/>
              <a:gd name="p0x10" fmla="*/ 26 w 1200"/>
              <a:gd name="p0y10" fmla="*/ 375 h 375"/>
              <a:gd name="p0x11" fmla="*/ 0 w 1200"/>
              <a:gd name="p0y11" fmla="*/ 348 h 375"/>
              <a:gd name="p0x12" fmla="*/ 0 w 1200"/>
              <a:gd name="p0y12" fmla="*/ 315 h 375"/>
              <a:gd name="p0x13" fmla="*/ 0 w 1200"/>
              <a:gd name="p0y13" fmla="*/ 60 h 375"/>
              <a:gd name="p0x14" fmla="*/ 0 w 1200"/>
              <a:gd name="p0y14" fmla="*/ 26 h 375"/>
              <a:gd name="p0x15" fmla="*/ 26 w 1200"/>
              <a:gd name="p0y15" fmla="*/ 0 h 375"/>
              <a:gd name="p0x16" fmla="*/ 60 w 1200"/>
              <a:gd name="p0y16" fmla="*/ 0 h 37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文本框 20"/>
          <p:cNvSpPr txBox="1"/>
          <p:nvPr>
            <p:custDataLst>
              <p:tags r:id="rId23"/>
            </p:custDataLst>
          </p:nvPr>
        </p:nvSpPr>
        <p:spPr>
          <a:xfrm>
            <a:off x="2905344" y="4219575"/>
            <a:ext cx="762076" cy="200025"/>
          </a:xfrm>
          <a:prstGeom prst="rect">
            <a:avLst/>
          </a:prstGeom>
          <a:noFill/>
        </p:spPr>
        <p:txBody>
          <a:bodyPr wrap="square" lIns="0" tIns="0" rIns="0" bIns="0" rtlCol="0" anchor="t">
            <a:noAutofit/>
          </a:bodyPr>
          <a:p>
            <a:pPr algn="l"/>
            <a:r>
              <a:rPr sz="1200">
                <a:solidFill>
                  <a:srgbClr val="C8C9FF"/>
                </a:solidFill>
                <a:latin typeface="微软雅黑" panose="020B0503020204020204" charset="-122"/>
                <a:ea typeface="微软雅黑" panose="020B0503020204020204" charset="-122"/>
              </a:rPr>
              <a:t>能力声明</a:t>
            </a:r>
            <a:endParaRPr sz="1200">
              <a:solidFill>
                <a:srgbClr val="C8C9FF"/>
              </a:solidFill>
              <a:latin typeface="微软雅黑" panose="020B0503020204020204" charset="-122"/>
              <a:ea typeface="微软雅黑" panose="020B0503020204020204" charset="-122"/>
            </a:endParaRPr>
          </a:p>
        </p:txBody>
      </p:sp>
      <p:sp>
        <p:nvSpPr>
          <p:cNvPr id="22" name="任意多边形 21"/>
          <p:cNvSpPr/>
          <p:nvPr>
            <p:custDataLst>
              <p:tags r:id="rId24"/>
            </p:custDataLst>
          </p:nvPr>
        </p:nvSpPr>
        <p:spPr>
          <a:xfrm>
            <a:off x="3629025" y="4200525"/>
            <a:ext cx="762000" cy="238125"/>
          </a:xfrm>
          <a:custGeom>
            <a:avLst/>
            <a:gdLst>
              <a:gd name="sw" fmla="*/ 1 w 1200"/>
              <a:gd name="sh" fmla="*/ 1 h 375"/>
              <a:gd name="mins" fmla="min sw sh"/>
              <a:gd name="dsw" fmla="+- 0 sw mins"/>
              <a:gd name="dsh" fmla="+- 0 sh mins"/>
              <a:gd name="p0x0" fmla="*/ 60 w 1200"/>
              <a:gd name="p0y0" fmla="*/ 0 h 375"/>
              <a:gd name="p0x1" fmla="*/ 1140 w 1200"/>
              <a:gd name="p0y1" fmla="*/ 0 h 375"/>
              <a:gd name="p0x2" fmla="*/ 1173 w 1200"/>
              <a:gd name="p0y2" fmla="*/ 0 h 375"/>
              <a:gd name="p0x3" fmla="*/ 1200 w 1200"/>
              <a:gd name="p0y3" fmla="*/ 26 h 375"/>
              <a:gd name="p0x4" fmla="*/ 1200 w 1200"/>
              <a:gd name="p0y4" fmla="*/ 60 h 375"/>
              <a:gd name="p0x5" fmla="*/ 1200 w 1200"/>
              <a:gd name="p0y5" fmla="*/ 315 h 375"/>
              <a:gd name="p0x6" fmla="*/ 1200 w 1200"/>
              <a:gd name="p0y6" fmla="*/ 348 h 375"/>
              <a:gd name="p0x7" fmla="*/ 1173 w 1200"/>
              <a:gd name="p0y7" fmla="*/ 375 h 375"/>
              <a:gd name="p0x8" fmla="*/ 1140 w 1200"/>
              <a:gd name="p0y8" fmla="*/ 375 h 375"/>
              <a:gd name="p0x9" fmla="*/ 60 w 1200"/>
              <a:gd name="p0y9" fmla="*/ 375 h 375"/>
              <a:gd name="p0x10" fmla="*/ 26 w 1200"/>
              <a:gd name="p0y10" fmla="*/ 375 h 375"/>
              <a:gd name="p0x11" fmla="*/ 0 w 1200"/>
              <a:gd name="p0y11" fmla="*/ 348 h 375"/>
              <a:gd name="p0x12" fmla="*/ 0 w 1200"/>
              <a:gd name="p0y12" fmla="*/ 315 h 375"/>
              <a:gd name="p0x13" fmla="*/ 0 w 1200"/>
              <a:gd name="p0y13" fmla="*/ 60 h 375"/>
              <a:gd name="p0x14" fmla="*/ 0 w 1200"/>
              <a:gd name="p0y14" fmla="*/ 26 h 375"/>
              <a:gd name="p0x15" fmla="*/ 26 w 1200"/>
              <a:gd name="p0y15" fmla="*/ 0 h 375"/>
              <a:gd name="p0x16" fmla="*/ 60 w 1200"/>
              <a:gd name="p0y16" fmla="*/ 0 h 37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文本框 22"/>
          <p:cNvSpPr txBox="1"/>
          <p:nvPr>
            <p:custDataLst>
              <p:tags r:id="rId25"/>
            </p:custDataLst>
          </p:nvPr>
        </p:nvSpPr>
        <p:spPr>
          <a:xfrm>
            <a:off x="3705520" y="4219575"/>
            <a:ext cx="762076" cy="200025"/>
          </a:xfrm>
          <a:prstGeom prst="rect">
            <a:avLst/>
          </a:prstGeom>
          <a:noFill/>
        </p:spPr>
        <p:txBody>
          <a:bodyPr wrap="square" lIns="0" tIns="0" rIns="0" bIns="0" rtlCol="0" anchor="t">
            <a:noAutofit/>
          </a:bodyPr>
          <a:p>
            <a:pPr algn="l"/>
            <a:r>
              <a:rPr sz="1200">
                <a:solidFill>
                  <a:srgbClr val="C8C9FF"/>
                </a:solidFill>
                <a:latin typeface="微软雅黑" panose="020B0503020204020204" charset="-122"/>
                <a:ea typeface="微软雅黑" panose="020B0503020204020204" charset="-122"/>
              </a:rPr>
              <a:t>技能列表</a:t>
            </a:r>
            <a:endParaRPr sz="1200">
              <a:solidFill>
                <a:srgbClr val="C8C9FF"/>
              </a:solidFill>
              <a:latin typeface="微软雅黑" panose="020B0503020204020204" charset="-122"/>
              <a:ea typeface="微软雅黑" panose="020B0503020204020204" charset="-122"/>
            </a:endParaRPr>
          </a:p>
        </p:txBody>
      </p:sp>
      <p:sp>
        <p:nvSpPr>
          <p:cNvPr id="24" name="任意多边形 23"/>
          <p:cNvSpPr/>
          <p:nvPr>
            <p:custDataLst>
              <p:tags r:id="rId26"/>
            </p:custDataLst>
          </p:nvPr>
        </p:nvSpPr>
        <p:spPr>
          <a:xfrm>
            <a:off x="4429125" y="4200525"/>
            <a:ext cx="1066800" cy="238125"/>
          </a:xfrm>
          <a:custGeom>
            <a:avLst/>
            <a:gdLst>
              <a:gd name="sw" fmla="*/ 1 w 1680"/>
              <a:gd name="sh" fmla="*/ 1 h 375"/>
              <a:gd name="mins" fmla="min sw sh"/>
              <a:gd name="dsw" fmla="+- 0 sw mins"/>
              <a:gd name="dsh" fmla="+- 0 sh mins"/>
              <a:gd name="p0x0" fmla="*/ 60 w 1680"/>
              <a:gd name="p0y0" fmla="*/ 0 h 375"/>
              <a:gd name="p0x1" fmla="*/ 1620 w 1680"/>
              <a:gd name="p0y1" fmla="*/ 0 h 375"/>
              <a:gd name="p0x2" fmla="*/ 1653 w 1680"/>
              <a:gd name="p0y2" fmla="*/ 0 h 375"/>
              <a:gd name="p0x3" fmla="*/ 1680 w 1680"/>
              <a:gd name="p0y3" fmla="*/ 26 h 375"/>
              <a:gd name="p0x4" fmla="*/ 1680 w 1680"/>
              <a:gd name="p0y4" fmla="*/ 60 h 375"/>
              <a:gd name="p0x5" fmla="*/ 1680 w 1680"/>
              <a:gd name="p0y5" fmla="*/ 315 h 375"/>
              <a:gd name="p0x6" fmla="*/ 1680 w 1680"/>
              <a:gd name="p0y6" fmla="*/ 348 h 375"/>
              <a:gd name="p0x7" fmla="*/ 1653 w 1680"/>
              <a:gd name="p0y7" fmla="*/ 375 h 375"/>
              <a:gd name="p0x8" fmla="*/ 1620 w 1680"/>
              <a:gd name="p0y8" fmla="*/ 375 h 375"/>
              <a:gd name="p0x9" fmla="*/ 60 w 1680"/>
              <a:gd name="p0y9" fmla="*/ 375 h 375"/>
              <a:gd name="p0x10" fmla="*/ 26 w 1680"/>
              <a:gd name="p0y10" fmla="*/ 375 h 375"/>
              <a:gd name="p0x11" fmla="*/ 0 w 1680"/>
              <a:gd name="p0y11" fmla="*/ 348 h 375"/>
              <a:gd name="p0x12" fmla="*/ 0 w 1680"/>
              <a:gd name="p0y12" fmla="*/ 315 h 375"/>
              <a:gd name="p0x13" fmla="*/ 0 w 1680"/>
              <a:gd name="p0y13" fmla="*/ 60 h 375"/>
              <a:gd name="p0x14" fmla="*/ 0 w 1680"/>
              <a:gd name="p0y14" fmla="*/ 26 h 375"/>
              <a:gd name="p0x15" fmla="*/ 26 w 1680"/>
              <a:gd name="p0y15" fmla="*/ 0 h 375"/>
              <a:gd name="p0x16" fmla="*/ 60 w 1680"/>
              <a:gd name="p0y16" fmla="*/ 0 h 37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文本框 24"/>
          <p:cNvSpPr txBox="1"/>
          <p:nvPr>
            <p:custDataLst>
              <p:tags r:id="rId27"/>
            </p:custDataLst>
          </p:nvPr>
        </p:nvSpPr>
        <p:spPr>
          <a:xfrm>
            <a:off x="4505696" y="4219575"/>
            <a:ext cx="1066876" cy="200025"/>
          </a:xfrm>
          <a:prstGeom prst="rect">
            <a:avLst/>
          </a:prstGeom>
          <a:noFill/>
        </p:spPr>
        <p:txBody>
          <a:bodyPr wrap="square" lIns="0" tIns="0" rIns="0" bIns="0" rtlCol="0" anchor="t">
            <a:noAutofit/>
          </a:bodyPr>
          <a:p>
            <a:pPr algn="l"/>
            <a:r>
              <a:rPr sz="1200">
                <a:solidFill>
                  <a:srgbClr val="C8C9FF"/>
                </a:solidFill>
                <a:latin typeface="微软雅黑" panose="020B0503020204020204" charset="-122"/>
                <a:ea typeface="微软雅黑" panose="020B0503020204020204" charset="-122"/>
              </a:rPr>
              <a:t>输入输出格式</a:t>
            </a:r>
            <a:endParaRPr sz="1200">
              <a:solidFill>
                <a:srgbClr val="C8C9FF"/>
              </a:solidFill>
              <a:latin typeface="微软雅黑" panose="020B0503020204020204" charset="-122"/>
              <a:ea typeface="微软雅黑" panose="020B0503020204020204" charset="-122"/>
            </a:endParaRPr>
          </a:p>
        </p:txBody>
      </p:sp>
      <p:sp>
        <p:nvSpPr>
          <p:cNvPr id="26" name="任意多边形 25"/>
          <p:cNvSpPr/>
          <p:nvPr>
            <p:custDataLst>
              <p:tags r:id="rId28"/>
            </p:custDataLst>
          </p:nvPr>
        </p:nvSpPr>
        <p:spPr>
          <a:xfrm>
            <a:off x="1343025" y="4476750"/>
            <a:ext cx="1066800" cy="238125"/>
          </a:xfrm>
          <a:custGeom>
            <a:avLst/>
            <a:gdLst>
              <a:gd name="sw" fmla="*/ 1 w 1680"/>
              <a:gd name="sh" fmla="*/ 1 h 375"/>
              <a:gd name="mins" fmla="min sw sh"/>
              <a:gd name="dsw" fmla="+- 0 sw mins"/>
              <a:gd name="dsh" fmla="+- 0 sh mins"/>
              <a:gd name="p0x0" fmla="*/ 60 w 1680"/>
              <a:gd name="p0y0" fmla="*/ 0 h 375"/>
              <a:gd name="p0x1" fmla="*/ 1620 w 1680"/>
              <a:gd name="p0y1" fmla="*/ 0 h 375"/>
              <a:gd name="p0x2" fmla="*/ 1653 w 1680"/>
              <a:gd name="p0y2" fmla="*/ 0 h 375"/>
              <a:gd name="p0x3" fmla="*/ 1680 w 1680"/>
              <a:gd name="p0y3" fmla="*/ 26 h 375"/>
              <a:gd name="p0x4" fmla="*/ 1680 w 1680"/>
              <a:gd name="p0y4" fmla="*/ 60 h 375"/>
              <a:gd name="p0x5" fmla="*/ 1680 w 1680"/>
              <a:gd name="p0y5" fmla="*/ 315 h 375"/>
              <a:gd name="p0x6" fmla="*/ 1680 w 1680"/>
              <a:gd name="p0y6" fmla="*/ 348 h 375"/>
              <a:gd name="p0x7" fmla="*/ 1653 w 1680"/>
              <a:gd name="p0y7" fmla="*/ 375 h 375"/>
              <a:gd name="p0x8" fmla="*/ 1620 w 1680"/>
              <a:gd name="p0y8" fmla="*/ 375 h 375"/>
              <a:gd name="p0x9" fmla="*/ 60 w 1680"/>
              <a:gd name="p0y9" fmla="*/ 375 h 375"/>
              <a:gd name="p0x10" fmla="*/ 26 w 1680"/>
              <a:gd name="p0y10" fmla="*/ 375 h 375"/>
              <a:gd name="p0x11" fmla="*/ 0 w 1680"/>
              <a:gd name="p0y11" fmla="*/ 348 h 375"/>
              <a:gd name="p0x12" fmla="*/ 0 w 1680"/>
              <a:gd name="p0y12" fmla="*/ 315 h 375"/>
              <a:gd name="p0x13" fmla="*/ 0 w 1680"/>
              <a:gd name="p0y13" fmla="*/ 60 h 375"/>
              <a:gd name="p0x14" fmla="*/ 0 w 1680"/>
              <a:gd name="p0y14" fmla="*/ 26 h 375"/>
              <a:gd name="p0x15" fmla="*/ 26 w 1680"/>
              <a:gd name="p0y15" fmla="*/ 0 h 375"/>
              <a:gd name="p0x16" fmla="*/ 60 w 1680"/>
              <a:gd name="p0y16" fmla="*/ 0 h 37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文本框 26"/>
          <p:cNvSpPr txBox="1"/>
          <p:nvPr>
            <p:custDataLst>
              <p:tags r:id="rId29"/>
            </p:custDataLst>
          </p:nvPr>
        </p:nvSpPr>
        <p:spPr>
          <a:xfrm>
            <a:off x="1419225" y="4495800"/>
            <a:ext cx="1066876" cy="200025"/>
          </a:xfrm>
          <a:prstGeom prst="rect">
            <a:avLst/>
          </a:prstGeom>
          <a:noFill/>
        </p:spPr>
        <p:txBody>
          <a:bodyPr wrap="square" lIns="0" tIns="0" rIns="0" bIns="0" rtlCol="0" anchor="t">
            <a:noAutofit/>
          </a:bodyPr>
          <a:p>
            <a:pPr algn="l"/>
            <a:r>
              <a:rPr sz="1200">
                <a:solidFill>
                  <a:srgbClr val="C8C9FF"/>
                </a:solidFill>
                <a:latin typeface="微软雅黑" panose="020B0503020204020204" charset="-122"/>
                <a:ea typeface="微软雅黑" panose="020B0503020204020204" charset="-122"/>
              </a:rPr>
              <a:t>认证安全信息</a:t>
            </a:r>
            <a:endParaRPr sz="1200">
              <a:solidFill>
                <a:srgbClr val="C8C9FF"/>
              </a:solidFill>
              <a:latin typeface="微软雅黑" panose="020B0503020204020204" charset="-122"/>
              <a:ea typeface="微软雅黑" panose="020B0503020204020204" charset="-122"/>
            </a:endParaRPr>
          </a:p>
        </p:txBody>
      </p:sp>
      <p:sp>
        <p:nvSpPr>
          <p:cNvPr id="28" name="任意多边形 27"/>
          <p:cNvSpPr/>
          <p:nvPr>
            <p:custDataLst>
              <p:tags r:id="rId30"/>
            </p:custDataLst>
          </p:nvPr>
        </p:nvSpPr>
        <p:spPr>
          <a:xfrm>
            <a:off x="771525" y="4956175"/>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9" name="图片 28"/>
          <p:cNvPicPr>
            <a:picLocks noChangeAspect="1"/>
          </p:cNvPicPr>
          <p:nvPr>
            <p:custDataLst>
              <p:tags r:id="rId31"/>
            </p:custDataLst>
          </p:nvPr>
        </p:nvPicPr>
        <p:blipFill>
          <a:blip r:embed="rId32">
            <a:extLst>
              <a:ext uri="{96DAC541-7B7A-43D3-8B79-37D633B846F1}">
                <asvg:svgBlip xmlns:asvg="http://schemas.microsoft.com/office/drawing/2016/SVG/main" r:embed="rId33"/>
              </a:ext>
            </a:extLst>
          </a:blip>
          <a:srcRect l="-2000" t="-2933" r="-2000" b="-2933"/>
          <a:stretch>
            <a:fillRect/>
          </a:stretch>
        </p:blipFill>
        <p:spPr>
          <a:xfrm>
            <a:off x="857250" y="5037455"/>
            <a:ext cx="247650" cy="252095"/>
          </a:xfrm>
          <a:prstGeom prst="rect">
            <a:avLst/>
          </a:prstGeom>
        </p:spPr>
      </p:pic>
      <p:sp>
        <p:nvSpPr>
          <p:cNvPr id="30" name="文本框 29"/>
          <p:cNvSpPr txBox="1"/>
          <p:nvPr>
            <p:custDataLst>
              <p:tags r:id="rId34"/>
            </p:custDataLst>
          </p:nvPr>
        </p:nvSpPr>
        <p:spPr>
          <a:xfrm>
            <a:off x="1343025" y="4852035"/>
            <a:ext cx="3257626" cy="311467"/>
          </a:xfrm>
          <a:prstGeom prst="rect">
            <a:avLst/>
          </a:prstGeom>
          <a:noFill/>
        </p:spPr>
        <p:txBody>
          <a:bodyPr wrap="square" lIns="0" tIns="0" rIns="0" bIns="0" rtlCol="0" anchor="t">
            <a:noAutofit/>
          </a:bodyPr>
          <a:p>
            <a:pPr algn="l">
              <a:lnSpc>
                <a:spcPct val="104000"/>
              </a:lnSpc>
            </a:pPr>
            <a:r>
              <a:rPr b="1">
                <a:solidFill>
                  <a:srgbClr val="EBF1FA"/>
                </a:solidFill>
                <a:latin typeface="微软雅黑" panose="020B0503020204020204" charset="-122"/>
                <a:ea typeface="微软雅黑" panose="020B0503020204020204" charset="-122"/>
              </a:rPr>
              <a:t>公开可发现</a:t>
            </a:r>
            <a:endParaRPr b="1">
              <a:solidFill>
                <a:srgbClr val="EBF1FA"/>
              </a:solidFill>
              <a:latin typeface="微软雅黑" panose="020B0503020204020204" charset="-122"/>
              <a:ea typeface="微软雅黑" panose="020B0503020204020204" charset="-122"/>
            </a:endParaRPr>
          </a:p>
        </p:txBody>
      </p:sp>
      <p:sp>
        <p:nvSpPr>
          <p:cNvPr id="31" name="文本框 30"/>
          <p:cNvSpPr txBox="1"/>
          <p:nvPr>
            <p:custDataLst>
              <p:tags r:id="rId35"/>
            </p:custDataLst>
          </p:nvPr>
        </p:nvSpPr>
        <p:spPr>
          <a:xfrm>
            <a:off x="1343025" y="5175885"/>
            <a:ext cx="3429076" cy="297180"/>
          </a:xfrm>
          <a:prstGeom prst="rect">
            <a:avLst/>
          </a:prstGeom>
          <a:noFill/>
        </p:spPr>
        <p:txBody>
          <a:bodyPr wrap="square" lIns="0" tIns="0" rIns="0" bIns="0" rtlCol="0" anchor="t">
            <a:noAutofit/>
          </a:bodyPr>
          <a:p>
            <a:pPr algn="l">
              <a:lnSpc>
                <a:spcPct val="133000"/>
              </a:lnSpc>
            </a:pPr>
            <a:r>
              <a:rPr lang="zh-CN" altLang="en-US" sz="1350">
                <a:solidFill>
                  <a:srgbClr val="EBF1FA">
                    <a:alpha val="72157"/>
                  </a:srgbClr>
                </a:solidFill>
                <a:latin typeface="微软雅黑" panose="020B0503020204020204" charset="-122"/>
                <a:ea typeface="微软雅黑" panose="020B0503020204020204" charset="-122"/>
                <a:cs typeface="微软雅黑" panose="020B0503020204020204" charset="-122"/>
              </a:rPr>
              <a:t>通过标准</a:t>
            </a:r>
            <a:r>
              <a:rPr lang="en-US" altLang="zh-CN" sz="1350">
                <a:solidFill>
                  <a:srgbClr val="EBF1FA">
                    <a:alpha val="72157"/>
                  </a:srgbClr>
                </a:solidFill>
                <a:latin typeface="微软雅黑" panose="020B0503020204020204" charset="-122"/>
                <a:ea typeface="微软雅黑" panose="020B0503020204020204" charset="-122"/>
                <a:cs typeface="微软雅黑" panose="020B0503020204020204" charset="-122"/>
              </a:rPr>
              <a:t>URL</a:t>
            </a:r>
            <a:r>
              <a:rPr lang="zh-CN" altLang="en-US" sz="1350">
                <a:solidFill>
                  <a:srgbClr val="EBF1FA">
                    <a:alpha val="72157"/>
                  </a:srgbClr>
                </a:solidFill>
                <a:latin typeface="微软雅黑" panose="020B0503020204020204" charset="-122"/>
                <a:ea typeface="微软雅黑" panose="020B0503020204020204" charset="-122"/>
                <a:cs typeface="微软雅黑" panose="020B0503020204020204" charset="-122"/>
              </a:rPr>
              <a:t>发布，支持自动化检索与解析</a:t>
            </a:r>
            <a:endParaRPr lang="zh-CN" altLang="en-US" sz="135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pic>
        <p:nvPicPr>
          <p:cNvPr id="2" name="图片 8" descr="图1-2"/>
          <p:cNvPicPr>
            <a:picLocks noChangeAspect="1"/>
          </p:cNvPicPr>
          <p:nvPr/>
        </p:nvPicPr>
        <p:blipFill>
          <a:blip r:embed="rId36"/>
          <a:stretch>
            <a:fillRect/>
          </a:stretch>
        </p:blipFill>
        <p:spPr>
          <a:xfrm>
            <a:off x="7783195" y="1343025"/>
            <a:ext cx="2941955" cy="4949825"/>
          </a:xfrm>
          <a:prstGeom prst="rect">
            <a:avLst/>
          </a:prstGeom>
          <a:ln w="6350">
            <a:solidFill>
              <a:schemeClr val="accent1"/>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188"/>
            <a:ext cx="11125200" cy="500063"/>
          </a:xfrm>
          <a:prstGeom prst="rect">
            <a:avLst/>
          </a:prstGeom>
          <a:noFill/>
        </p:spPr>
        <p:txBody>
          <a:bodyPr wrap="square" lIns="0" tIns="0" rIns="0" bIns="0" rtlCol="0" anchor="t">
            <a:noAutofit/>
          </a:bodyPr>
          <a:p>
            <a:pPr algn="l">
              <a:lnSpc>
                <a:spcPct val="100000"/>
              </a:lnSpc>
            </a:pPr>
            <a:r>
              <a:rPr sz="3000" b="1">
                <a:solidFill>
                  <a:srgbClr val="EBF1FA"/>
                </a:solidFill>
                <a:latin typeface="微软雅黑" panose="020B0503020204020204" charset="-122"/>
                <a:ea typeface="微软雅黑" panose="020B0503020204020204" charset="-122"/>
              </a:rPr>
              <a:t>交互消息结构</a:t>
            </a:r>
            <a:endParaRPr sz="3000" b="1">
              <a:solidFill>
                <a:srgbClr val="EBF1FA"/>
              </a:solidFill>
              <a:latin typeface="微软雅黑" panose="020B0503020204020204" charset="-122"/>
              <a:ea typeface="微软雅黑" panose="020B0503020204020204" charset="-122"/>
            </a:endParaRPr>
          </a:p>
        </p:txBody>
      </p:sp>
      <p:sp>
        <p:nvSpPr>
          <p:cNvPr id="4" name="任意多边形 3"/>
          <p:cNvSpPr/>
          <p:nvPr>
            <p:custDataLst>
              <p:tags r:id="rId2"/>
            </p:custDataLst>
          </p:nvPr>
        </p:nvSpPr>
        <p:spPr>
          <a:xfrm>
            <a:off x="575945" y="1109345"/>
            <a:ext cx="5400675" cy="2562225"/>
          </a:xfrm>
          <a:custGeom>
            <a:avLst/>
            <a:gdLst>
              <a:gd name="sw" fmla="*/ 1 w 8505"/>
              <a:gd name="sh" fmla="*/ 1 h 4035"/>
              <a:gd name="mins" fmla="min sw sh"/>
              <a:gd name="dsw" fmla="+- 0 sw mins"/>
              <a:gd name="dsh" fmla="+- 0 sh mins"/>
              <a:gd name="p0x0" fmla="*/ 120 w 8505"/>
              <a:gd name="p0y0" fmla="*/ 0 h 4035"/>
              <a:gd name="p0x1" fmla="*/ 8385 w 8505"/>
              <a:gd name="p0y1" fmla="*/ 0 h 4035"/>
              <a:gd name="p0x2" fmla="*/ 8451 w 8505"/>
              <a:gd name="p0y2" fmla="*/ 0 h 4035"/>
              <a:gd name="p0x3" fmla="*/ 8505 w 8505"/>
              <a:gd name="p0y3" fmla="*/ 53 h 4035"/>
              <a:gd name="p0x4" fmla="*/ 8505 w 8505"/>
              <a:gd name="p0y4" fmla="*/ 120 h 4035"/>
              <a:gd name="p0x5" fmla="*/ 8505 w 8505"/>
              <a:gd name="p0y5" fmla="*/ 3915 h 4035"/>
              <a:gd name="p0x6" fmla="*/ 8505 w 8505"/>
              <a:gd name="p0y6" fmla="*/ 3981 h 4035"/>
              <a:gd name="p0x7" fmla="*/ 8451 w 8505"/>
              <a:gd name="p0y7" fmla="*/ 4035 h 4035"/>
              <a:gd name="p0x8" fmla="*/ 8385 w 8505"/>
              <a:gd name="p0y8" fmla="*/ 4035 h 4035"/>
              <a:gd name="p0x9" fmla="*/ 120 w 8505"/>
              <a:gd name="p0y9" fmla="*/ 4035 h 4035"/>
              <a:gd name="p0x10" fmla="*/ 53 w 8505"/>
              <a:gd name="p0y10" fmla="*/ 4035 h 4035"/>
              <a:gd name="p0x11" fmla="*/ 0 w 8505"/>
              <a:gd name="p0y11" fmla="*/ 3981 h 4035"/>
              <a:gd name="p0x12" fmla="*/ 0 w 8505"/>
              <a:gd name="p0y12" fmla="*/ 3915 h 4035"/>
              <a:gd name="p0x13" fmla="*/ 0 w 8505"/>
              <a:gd name="p0y13" fmla="*/ 120 h 4035"/>
              <a:gd name="p0x14" fmla="*/ 0 w 8505"/>
              <a:gd name="p0y14" fmla="*/ 53 h 4035"/>
              <a:gd name="p0x15" fmla="*/ 53 w 8505"/>
              <a:gd name="p0y15" fmla="*/ 0 h 4035"/>
              <a:gd name="p0x16" fmla="*/ 120 w 8505"/>
              <a:gd name="p0y16" fmla="*/ 0 h 403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任意多边形 4"/>
          <p:cNvSpPr/>
          <p:nvPr>
            <p:custDataLst>
              <p:tags r:id="rId3"/>
            </p:custDataLst>
          </p:nvPr>
        </p:nvSpPr>
        <p:spPr>
          <a:xfrm>
            <a:off x="771525" y="1743075"/>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 name="图片 5"/>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rcRect l="-5653" r="-5653"/>
          <a:stretch>
            <a:fillRect/>
          </a:stretch>
        </p:blipFill>
        <p:spPr>
          <a:xfrm>
            <a:off x="840105" y="1823720"/>
            <a:ext cx="281305" cy="252730"/>
          </a:xfrm>
          <a:prstGeom prst="rect">
            <a:avLst/>
          </a:prstGeom>
        </p:spPr>
      </p:pic>
      <p:sp>
        <p:nvSpPr>
          <p:cNvPr id="7" name="文本框 6"/>
          <p:cNvSpPr txBox="1"/>
          <p:nvPr>
            <p:custDataLst>
              <p:tags r:id="rId7"/>
            </p:custDataLst>
          </p:nvPr>
        </p:nvSpPr>
        <p:spPr>
          <a:xfrm>
            <a:off x="1304925" y="1769745"/>
            <a:ext cx="1432246" cy="365760"/>
          </a:xfrm>
          <a:prstGeom prst="rect">
            <a:avLst/>
          </a:prstGeom>
          <a:noFill/>
        </p:spPr>
        <p:txBody>
          <a:bodyPr wrap="square" lIns="0" tIns="0" rIns="0" bIns="0" rtlCol="0" anchor="t">
            <a:noAutofit/>
          </a:bodyPr>
          <a:p>
            <a:pPr algn="l">
              <a:lnSpc>
                <a:spcPct val="104000"/>
              </a:lnSpc>
            </a:pPr>
            <a:r>
              <a:rPr sz="2100" b="1">
                <a:solidFill>
                  <a:srgbClr val="EBF1FA"/>
                </a:solidFill>
                <a:latin typeface="微软雅黑" panose="020B0503020204020204" charset="-122"/>
                <a:ea typeface="微软雅黑" panose="020B0503020204020204" charset="-122"/>
              </a:rPr>
              <a:t>Message</a:t>
            </a:r>
            <a:endParaRPr sz="2100" b="1">
              <a:solidFill>
                <a:srgbClr val="EBF1FA"/>
              </a:solidFill>
              <a:latin typeface="微软雅黑" panose="020B0503020204020204" charset="-122"/>
              <a:ea typeface="微软雅黑" panose="020B0503020204020204" charset="-122"/>
            </a:endParaRPr>
          </a:p>
        </p:txBody>
      </p:sp>
      <p:sp>
        <p:nvSpPr>
          <p:cNvPr id="8" name="任意多边形 7"/>
          <p:cNvSpPr/>
          <p:nvPr>
            <p:custDataLst>
              <p:tags r:id="rId8"/>
            </p:custDataLst>
          </p:nvPr>
        </p:nvSpPr>
        <p:spPr>
          <a:xfrm>
            <a:off x="771525" y="2333625"/>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9" name="图片 8"/>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rcRect/>
          <a:stretch>
            <a:fillRect/>
          </a:stretch>
        </p:blipFill>
        <p:spPr>
          <a:xfrm>
            <a:off x="828675" y="2390775"/>
            <a:ext cx="152400" cy="152400"/>
          </a:xfrm>
          <a:prstGeom prst="rect">
            <a:avLst/>
          </a:prstGeom>
        </p:spPr>
      </p:pic>
      <p:sp>
        <p:nvSpPr>
          <p:cNvPr id="10" name="文本框 9"/>
          <p:cNvSpPr txBox="1"/>
          <p:nvPr>
            <p:custDataLst>
              <p:tags r:id="rId12"/>
            </p:custDataLst>
          </p:nvPr>
        </p:nvSpPr>
        <p:spPr>
          <a:xfrm>
            <a:off x="1152525" y="2300288"/>
            <a:ext cx="3013548" cy="328613"/>
          </a:xfrm>
          <a:prstGeom prst="rect">
            <a:avLst/>
          </a:prstGeom>
          <a:noFill/>
        </p:spPr>
        <p:txBody>
          <a:bodyPr wrap="square" lIns="0" tIns="0" rIns="0" bIns="0" rtlCol="0" anchor="t">
            <a:noAutofit/>
          </a:bodyPr>
          <a:p>
            <a:pPr algn="l">
              <a:lnSpc>
                <a:spcPct val="133000"/>
              </a:lnSpc>
            </a:pP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客户端与</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Agent</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间的一次通信内容</a:t>
            </a:r>
            <a:endPar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11" name="任意多边形 10"/>
          <p:cNvSpPr/>
          <p:nvPr>
            <p:custDataLst>
              <p:tags r:id="rId13"/>
            </p:custDataLst>
          </p:nvPr>
        </p:nvSpPr>
        <p:spPr>
          <a:xfrm>
            <a:off x="771525" y="2752725"/>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2" name="图片 11"/>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rcRect t="-7143" b="-7143"/>
          <a:stretch>
            <a:fillRect/>
          </a:stretch>
        </p:blipFill>
        <p:spPr>
          <a:xfrm>
            <a:off x="819150" y="2809875"/>
            <a:ext cx="171450" cy="152400"/>
          </a:xfrm>
          <a:prstGeom prst="rect">
            <a:avLst/>
          </a:prstGeom>
        </p:spPr>
      </p:pic>
      <p:sp>
        <p:nvSpPr>
          <p:cNvPr id="13" name="文本框 12"/>
          <p:cNvSpPr txBox="1"/>
          <p:nvPr>
            <p:custDataLst>
              <p:tags r:id="rId17"/>
            </p:custDataLst>
          </p:nvPr>
        </p:nvSpPr>
        <p:spPr>
          <a:xfrm>
            <a:off x="1152525" y="2719388"/>
            <a:ext cx="4722685" cy="328613"/>
          </a:xfrm>
          <a:prstGeom prst="rect">
            <a:avLst/>
          </a:prstGeom>
          <a:noFill/>
        </p:spPr>
        <p:txBody>
          <a:bodyPr wrap="square" lIns="0" tIns="0" rIns="0" bIns="0" rtlCol="0" anchor="t">
            <a:noAutofit/>
          </a:bodyPr>
          <a:p>
            <a:pPr algn="l">
              <a:lnSpc>
                <a:spcPct val="133000"/>
              </a:lnSpc>
            </a:pP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包含角色（</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user/agent</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messageId</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parts</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数组</a:t>
            </a:r>
            <a:endPar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14" name="任意多边形 13"/>
          <p:cNvSpPr/>
          <p:nvPr>
            <p:custDataLst>
              <p:tags r:id="rId18"/>
            </p:custDataLst>
          </p:nvPr>
        </p:nvSpPr>
        <p:spPr>
          <a:xfrm>
            <a:off x="6214745" y="1109345"/>
            <a:ext cx="5400675" cy="2562225"/>
          </a:xfrm>
          <a:custGeom>
            <a:avLst/>
            <a:gdLst>
              <a:gd name="sw" fmla="*/ 1 w 8505"/>
              <a:gd name="sh" fmla="*/ 1 h 4035"/>
              <a:gd name="mins" fmla="min sw sh"/>
              <a:gd name="dsw" fmla="+- 0 sw mins"/>
              <a:gd name="dsh" fmla="+- 0 sh mins"/>
              <a:gd name="p0x0" fmla="*/ 120 w 8505"/>
              <a:gd name="p0y0" fmla="*/ 0 h 4035"/>
              <a:gd name="p0x1" fmla="*/ 8385 w 8505"/>
              <a:gd name="p0y1" fmla="*/ 0 h 4035"/>
              <a:gd name="p0x2" fmla="*/ 8451 w 8505"/>
              <a:gd name="p0y2" fmla="*/ 0 h 4035"/>
              <a:gd name="p0x3" fmla="*/ 8505 w 8505"/>
              <a:gd name="p0y3" fmla="*/ 53 h 4035"/>
              <a:gd name="p0x4" fmla="*/ 8505 w 8505"/>
              <a:gd name="p0y4" fmla="*/ 120 h 4035"/>
              <a:gd name="p0x5" fmla="*/ 8505 w 8505"/>
              <a:gd name="p0y5" fmla="*/ 3915 h 4035"/>
              <a:gd name="p0x6" fmla="*/ 8505 w 8505"/>
              <a:gd name="p0y6" fmla="*/ 3981 h 4035"/>
              <a:gd name="p0x7" fmla="*/ 8451 w 8505"/>
              <a:gd name="p0y7" fmla="*/ 4035 h 4035"/>
              <a:gd name="p0x8" fmla="*/ 8385 w 8505"/>
              <a:gd name="p0y8" fmla="*/ 4035 h 4035"/>
              <a:gd name="p0x9" fmla="*/ 120 w 8505"/>
              <a:gd name="p0y9" fmla="*/ 4035 h 4035"/>
              <a:gd name="p0x10" fmla="*/ 53 w 8505"/>
              <a:gd name="p0y10" fmla="*/ 4035 h 4035"/>
              <a:gd name="p0x11" fmla="*/ 0 w 8505"/>
              <a:gd name="p0y11" fmla="*/ 3981 h 4035"/>
              <a:gd name="p0x12" fmla="*/ 0 w 8505"/>
              <a:gd name="p0y12" fmla="*/ 3915 h 4035"/>
              <a:gd name="p0x13" fmla="*/ 0 w 8505"/>
              <a:gd name="p0y13" fmla="*/ 120 h 4035"/>
              <a:gd name="p0x14" fmla="*/ 0 w 8505"/>
              <a:gd name="p0y14" fmla="*/ 53 h 4035"/>
              <a:gd name="p0x15" fmla="*/ 53 w 8505"/>
              <a:gd name="p0y15" fmla="*/ 0 h 4035"/>
              <a:gd name="p0x16" fmla="*/ 120 w 8505"/>
              <a:gd name="p0y16" fmla="*/ 0 h 403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任意多边形 14"/>
          <p:cNvSpPr/>
          <p:nvPr>
            <p:custDataLst>
              <p:tags r:id="rId19"/>
            </p:custDataLst>
          </p:nvPr>
        </p:nvSpPr>
        <p:spPr>
          <a:xfrm>
            <a:off x="6410325" y="1323975"/>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6" name="图片 15"/>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rcRect l="-6522" t="-1026" r="-6522" b="-1026"/>
          <a:stretch>
            <a:fillRect/>
          </a:stretch>
        </p:blipFill>
        <p:spPr>
          <a:xfrm>
            <a:off x="6496050" y="1404620"/>
            <a:ext cx="247650" cy="252730"/>
          </a:xfrm>
          <a:prstGeom prst="rect">
            <a:avLst/>
          </a:prstGeom>
        </p:spPr>
      </p:pic>
      <p:sp>
        <p:nvSpPr>
          <p:cNvPr id="17" name="文本框 16"/>
          <p:cNvSpPr txBox="1"/>
          <p:nvPr>
            <p:custDataLst>
              <p:tags r:id="rId23"/>
            </p:custDataLst>
          </p:nvPr>
        </p:nvSpPr>
        <p:spPr>
          <a:xfrm>
            <a:off x="6943725" y="1350645"/>
            <a:ext cx="780155" cy="365760"/>
          </a:xfrm>
          <a:prstGeom prst="rect">
            <a:avLst/>
          </a:prstGeom>
          <a:noFill/>
        </p:spPr>
        <p:txBody>
          <a:bodyPr wrap="square" lIns="0" tIns="0" rIns="0" bIns="0" rtlCol="0" anchor="t">
            <a:noAutofit/>
          </a:bodyPr>
          <a:p>
            <a:pPr algn="l">
              <a:lnSpc>
                <a:spcPct val="104000"/>
              </a:lnSpc>
            </a:pPr>
            <a:r>
              <a:rPr sz="2100" b="1">
                <a:solidFill>
                  <a:srgbClr val="EBF1FA"/>
                </a:solidFill>
                <a:latin typeface="微软雅黑" panose="020B0503020204020204" charset="-122"/>
                <a:ea typeface="微软雅黑" panose="020B0503020204020204" charset="-122"/>
              </a:rPr>
              <a:t>Part</a:t>
            </a:r>
            <a:endParaRPr sz="2100" b="1">
              <a:solidFill>
                <a:srgbClr val="EBF1FA"/>
              </a:solidFill>
              <a:latin typeface="微软雅黑" panose="020B0503020204020204" charset="-122"/>
              <a:ea typeface="微软雅黑" panose="020B0503020204020204" charset="-122"/>
            </a:endParaRPr>
          </a:p>
        </p:txBody>
      </p:sp>
      <p:sp>
        <p:nvSpPr>
          <p:cNvPr id="18" name="任意多边形 17"/>
          <p:cNvSpPr/>
          <p:nvPr>
            <p:custDataLst>
              <p:tags r:id="rId24"/>
            </p:custDataLst>
          </p:nvPr>
        </p:nvSpPr>
        <p:spPr>
          <a:xfrm>
            <a:off x="6410325" y="1914525"/>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9" name="图片 18"/>
          <p:cNvPicPr>
            <a:picLocks noChangeAspect="1"/>
          </p:cNvPicPr>
          <p:nvPr>
            <p:custDataLst>
              <p:tags r:id="rId25"/>
            </p:custDataLst>
          </p:nvPr>
        </p:nvPicPr>
        <p:blipFill>
          <a:blip r:embed="rId26">
            <a:extLst>
              <a:ext uri="{96DAC541-7B7A-43D3-8B79-37D633B846F1}">
                <asvg:svgBlip xmlns:asvg="http://schemas.microsoft.com/office/drawing/2016/SVG/main" r:embed="rId27"/>
              </a:ext>
            </a:extLst>
          </a:blip>
          <a:srcRect/>
          <a:stretch>
            <a:fillRect/>
          </a:stretch>
        </p:blipFill>
        <p:spPr>
          <a:xfrm>
            <a:off x="6477000" y="1971675"/>
            <a:ext cx="133350" cy="152400"/>
          </a:xfrm>
          <a:prstGeom prst="rect">
            <a:avLst/>
          </a:prstGeom>
        </p:spPr>
      </p:pic>
      <p:sp>
        <p:nvSpPr>
          <p:cNvPr id="20" name="文本框 19"/>
          <p:cNvSpPr txBox="1"/>
          <p:nvPr>
            <p:custDataLst>
              <p:tags r:id="rId28"/>
            </p:custDataLst>
          </p:nvPr>
        </p:nvSpPr>
        <p:spPr>
          <a:xfrm>
            <a:off x="6791325" y="1881188"/>
            <a:ext cx="2286000" cy="328613"/>
          </a:xfrm>
          <a:prstGeom prst="rect">
            <a:avLst/>
          </a:prstGeom>
          <a:noFill/>
        </p:spPr>
        <p:txBody>
          <a:bodyPr wrap="square" lIns="0" tIns="0" rIns="0" bIns="0" rtlCol="0" anchor="t">
            <a:noAutofit/>
          </a:bodyPr>
          <a:p>
            <a:pPr algn="l">
              <a:lnSpc>
                <a:spcPct val="133000"/>
              </a:lnSpc>
            </a:pPr>
            <a:r>
              <a:rPr sz="1500">
                <a:solidFill>
                  <a:srgbClr val="EBF1FA">
                    <a:alpha val="72157"/>
                  </a:srgbClr>
                </a:solidFill>
                <a:latin typeface="微软雅黑" panose="020B0503020204020204" charset="-122"/>
                <a:ea typeface="微软雅黑" panose="020B0503020204020204" charset="-122"/>
              </a:rPr>
              <a:t>消息携带的有效数据容器</a:t>
            </a:r>
            <a:endParaRPr sz="1500">
              <a:solidFill>
                <a:srgbClr val="EBF1FA">
                  <a:alpha val="72157"/>
                </a:srgbClr>
              </a:solidFill>
              <a:latin typeface="微软雅黑" panose="020B0503020204020204" charset="-122"/>
              <a:ea typeface="微软雅黑" panose="020B0503020204020204" charset="-122"/>
            </a:endParaRPr>
          </a:p>
        </p:txBody>
      </p:sp>
      <p:sp>
        <p:nvSpPr>
          <p:cNvPr id="21" name="任意多边形 20"/>
          <p:cNvSpPr/>
          <p:nvPr>
            <p:custDataLst>
              <p:tags r:id="rId29"/>
            </p:custDataLst>
          </p:nvPr>
        </p:nvSpPr>
        <p:spPr>
          <a:xfrm>
            <a:off x="6410325" y="2333625"/>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2" name="图片 21"/>
          <p:cNvPicPr>
            <a:picLocks noChangeAspect="1"/>
          </p:cNvPicPr>
          <p:nvPr>
            <p:custDataLst>
              <p:tags r:id="rId30"/>
            </p:custDataLst>
          </p:nvPr>
        </p:nvPicPr>
        <p:blipFill>
          <a:blip r:embed="rId31">
            <a:extLst>
              <a:ext uri="{96DAC541-7B7A-43D3-8B79-37D633B846F1}">
                <asvg:svgBlip xmlns:asvg="http://schemas.microsoft.com/office/drawing/2016/SVG/main" r:embed="rId32"/>
              </a:ext>
            </a:extLst>
          </a:blip>
          <a:srcRect l="-3333" t="-7143" r="-3333" b="-7143"/>
          <a:stretch>
            <a:fillRect/>
          </a:stretch>
        </p:blipFill>
        <p:spPr>
          <a:xfrm>
            <a:off x="6467475" y="2390775"/>
            <a:ext cx="152400" cy="152400"/>
          </a:xfrm>
          <a:prstGeom prst="rect">
            <a:avLst/>
          </a:prstGeom>
        </p:spPr>
      </p:pic>
      <p:sp>
        <p:nvSpPr>
          <p:cNvPr id="23" name="文本框 22"/>
          <p:cNvSpPr txBox="1"/>
          <p:nvPr>
            <p:custDataLst>
              <p:tags r:id="rId33"/>
            </p:custDataLst>
          </p:nvPr>
        </p:nvSpPr>
        <p:spPr>
          <a:xfrm>
            <a:off x="6791325" y="2300288"/>
            <a:ext cx="1699470" cy="328613"/>
          </a:xfrm>
          <a:prstGeom prst="rect">
            <a:avLst/>
          </a:prstGeom>
          <a:noFill/>
        </p:spPr>
        <p:txBody>
          <a:bodyPr wrap="square" lIns="0" tIns="0" rIns="0" bIns="0" rtlCol="0" anchor="t">
            <a:noAutofit/>
          </a:bodyPr>
          <a:p>
            <a:pPr algn="l">
              <a:lnSpc>
                <a:spcPct val="133000"/>
              </a:lnSpc>
            </a:pPr>
            <a:r>
              <a:rPr sz="1500" b="1">
                <a:solidFill>
                  <a:srgbClr val="EBF1FA">
                    <a:alpha val="72157"/>
                  </a:srgbClr>
                </a:solidFill>
                <a:latin typeface="微软雅黑" panose="020B0503020204020204" charset="-122"/>
                <a:ea typeface="微软雅黑" panose="020B0503020204020204" charset="-122"/>
              </a:rPr>
              <a:t>TextPart</a:t>
            </a:r>
            <a:r>
              <a:rPr sz="1500">
                <a:solidFill>
                  <a:srgbClr val="EBF1FA">
                    <a:alpha val="72157"/>
                  </a:srgbClr>
                </a:solidFill>
                <a:latin typeface="微软雅黑" panose="020B0503020204020204" charset="-122"/>
                <a:ea typeface="微软雅黑" panose="020B0503020204020204" charset="-122"/>
              </a:rPr>
              <a:t>：纯文本</a:t>
            </a:r>
            <a:endParaRPr sz="1500">
              <a:solidFill>
                <a:srgbClr val="EBF1FA">
                  <a:alpha val="72157"/>
                </a:srgbClr>
              </a:solidFill>
              <a:latin typeface="微软雅黑" panose="020B0503020204020204" charset="-122"/>
              <a:ea typeface="微软雅黑" panose="020B0503020204020204" charset="-122"/>
            </a:endParaRPr>
          </a:p>
        </p:txBody>
      </p:sp>
      <p:sp>
        <p:nvSpPr>
          <p:cNvPr id="24" name="任意多边形 23"/>
          <p:cNvSpPr/>
          <p:nvPr>
            <p:custDataLst>
              <p:tags r:id="rId34"/>
            </p:custDataLst>
          </p:nvPr>
        </p:nvSpPr>
        <p:spPr>
          <a:xfrm>
            <a:off x="6410325" y="2752725"/>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5" name="图片 24"/>
          <p:cNvPicPr>
            <a:picLocks noChangeAspect="1"/>
          </p:cNvPicPr>
          <p:nvPr>
            <p:custDataLst>
              <p:tags r:id="rId35"/>
            </p:custDataLst>
          </p:nvPr>
        </p:nvPicPr>
        <p:blipFill>
          <a:blip r:embed="rId36">
            <a:extLst>
              <a:ext uri="{96DAC541-7B7A-43D3-8B79-37D633B846F1}">
                <asvg:svgBlip xmlns:asvg="http://schemas.microsoft.com/office/drawing/2016/SVG/main" r:embed="rId37"/>
              </a:ext>
            </a:extLst>
          </a:blip>
          <a:srcRect/>
          <a:stretch>
            <a:fillRect/>
          </a:stretch>
        </p:blipFill>
        <p:spPr>
          <a:xfrm>
            <a:off x="6457950" y="2809875"/>
            <a:ext cx="171450" cy="152400"/>
          </a:xfrm>
          <a:prstGeom prst="rect">
            <a:avLst/>
          </a:prstGeom>
        </p:spPr>
      </p:pic>
      <p:sp>
        <p:nvSpPr>
          <p:cNvPr id="26" name="文本框 25"/>
          <p:cNvSpPr txBox="1"/>
          <p:nvPr>
            <p:custDataLst>
              <p:tags r:id="rId38"/>
            </p:custDataLst>
          </p:nvPr>
        </p:nvSpPr>
        <p:spPr>
          <a:xfrm>
            <a:off x="6791325" y="2719388"/>
            <a:ext cx="2652789" cy="328613"/>
          </a:xfrm>
          <a:prstGeom prst="rect">
            <a:avLst/>
          </a:prstGeom>
          <a:noFill/>
        </p:spPr>
        <p:txBody>
          <a:bodyPr wrap="square" lIns="0" tIns="0" rIns="0" bIns="0" rtlCol="0" anchor="t">
            <a:noAutofit/>
          </a:bodyPr>
          <a:p>
            <a:pPr algn="l">
              <a:lnSpc>
                <a:spcPct val="133000"/>
              </a:lnSpc>
            </a:pPr>
            <a:r>
              <a:rPr sz="1500" b="1">
                <a:solidFill>
                  <a:srgbClr val="EBF1FA">
                    <a:alpha val="72157"/>
                  </a:srgbClr>
                </a:solidFill>
                <a:latin typeface="微软雅黑" panose="020B0503020204020204" charset="-122"/>
                <a:ea typeface="微软雅黑" panose="020B0503020204020204" charset="-122"/>
              </a:rPr>
              <a:t>DataPart</a:t>
            </a:r>
            <a:r>
              <a:rPr 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JSON</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结构化数据</a:t>
            </a:r>
            <a:endPar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27" name="任意多边形 26"/>
          <p:cNvSpPr/>
          <p:nvPr>
            <p:custDataLst>
              <p:tags r:id="rId39"/>
            </p:custDataLst>
          </p:nvPr>
        </p:nvSpPr>
        <p:spPr>
          <a:xfrm>
            <a:off x="6410325" y="3171825"/>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8" name="图片 27"/>
          <p:cNvPicPr>
            <a:picLocks noChangeAspect="1"/>
          </p:cNvPicPr>
          <p:nvPr>
            <p:custDataLst>
              <p:tags r:id="rId40"/>
            </p:custDataLst>
          </p:nvPr>
        </p:nvPicPr>
        <p:blipFill>
          <a:blip r:embed="rId41">
            <a:extLst>
              <a:ext uri="{96DAC541-7B7A-43D3-8B79-37D633B846F1}">
                <asvg:svgBlip xmlns:asvg="http://schemas.microsoft.com/office/drawing/2016/SVG/main" r:embed="rId42"/>
              </a:ext>
            </a:extLst>
          </a:blip>
          <a:srcRect/>
          <a:stretch>
            <a:fillRect/>
          </a:stretch>
        </p:blipFill>
        <p:spPr>
          <a:xfrm>
            <a:off x="6486525" y="3228975"/>
            <a:ext cx="114300" cy="152400"/>
          </a:xfrm>
          <a:prstGeom prst="rect">
            <a:avLst/>
          </a:prstGeom>
        </p:spPr>
      </p:pic>
      <p:sp>
        <p:nvSpPr>
          <p:cNvPr id="29" name="文本框 28"/>
          <p:cNvSpPr txBox="1"/>
          <p:nvPr>
            <p:custDataLst>
              <p:tags r:id="rId43"/>
            </p:custDataLst>
          </p:nvPr>
        </p:nvSpPr>
        <p:spPr>
          <a:xfrm>
            <a:off x="6791325" y="3138488"/>
            <a:ext cx="4435669" cy="328613"/>
          </a:xfrm>
          <a:prstGeom prst="rect">
            <a:avLst/>
          </a:prstGeom>
          <a:noFill/>
        </p:spPr>
        <p:txBody>
          <a:bodyPr wrap="square" lIns="0" tIns="0" rIns="0" bIns="0" rtlCol="0" anchor="t">
            <a:noAutofit/>
          </a:bodyPr>
          <a:p>
            <a:pPr algn="l">
              <a:lnSpc>
                <a:spcPct val="133000"/>
              </a:lnSpc>
            </a:pPr>
            <a:r>
              <a:rPr sz="1500" b="1">
                <a:solidFill>
                  <a:srgbClr val="EBF1FA">
                    <a:alpha val="72157"/>
                  </a:srgbClr>
                </a:solidFill>
                <a:latin typeface="微软雅黑" panose="020B0503020204020204" charset="-122"/>
                <a:ea typeface="微软雅黑" panose="020B0503020204020204" charset="-122"/>
              </a:rPr>
              <a:t>FilePart</a:t>
            </a:r>
            <a:r>
              <a:rPr 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：文件字节或</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URI</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（图片、音频、视频）</a:t>
            </a:r>
            <a:endPar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30" name="任意多边形 29"/>
          <p:cNvSpPr/>
          <p:nvPr>
            <p:custDataLst>
              <p:tags r:id="rId44"/>
            </p:custDataLst>
          </p:nvPr>
        </p:nvSpPr>
        <p:spPr>
          <a:xfrm>
            <a:off x="575945" y="3909695"/>
            <a:ext cx="5400675" cy="2562225"/>
          </a:xfrm>
          <a:custGeom>
            <a:avLst/>
            <a:gdLst>
              <a:gd name="sw" fmla="*/ 1 w 8505"/>
              <a:gd name="sh" fmla="*/ 1 h 4035"/>
              <a:gd name="mins" fmla="min sw sh"/>
              <a:gd name="dsw" fmla="+- 0 sw mins"/>
              <a:gd name="dsh" fmla="+- 0 sh mins"/>
              <a:gd name="p0x0" fmla="*/ 120 w 8505"/>
              <a:gd name="p0y0" fmla="*/ 0 h 4035"/>
              <a:gd name="p0x1" fmla="*/ 8385 w 8505"/>
              <a:gd name="p0y1" fmla="*/ 0 h 4035"/>
              <a:gd name="p0x2" fmla="*/ 8451 w 8505"/>
              <a:gd name="p0y2" fmla="*/ 0 h 4035"/>
              <a:gd name="p0x3" fmla="*/ 8505 w 8505"/>
              <a:gd name="p0y3" fmla="*/ 53 h 4035"/>
              <a:gd name="p0x4" fmla="*/ 8505 w 8505"/>
              <a:gd name="p0y4" fmla="*/ 120 h 4035"/>
              <a:gd name="p0x5" fmla="*/ 8505 w 8505"/>
              <a:gd name="p0y5" fmla="*/ 3915 h 4035"/>
              <a:gd name="p0x6" fmla="*/ 8505 w 8505"/>
              <a:gd name="p0y6" fmla="*/ 3981 h 4035"/>
              <a:gd name="p0x7" fmla="*/ 8451 w 8505"/>
              <a:gd name="p0y7" fmla="*/ 4035 h 4035"/>
              <a:gd name="p0x8" fmla="*/ 8385 w 8505"/>
              <a:gd name="p0y8" fmla="*/ 4035 h 4035"/>
              <a:gd name="p0x9" fmla="*/ 120 w 8505"/>
              <a:gd name="p0y9" fmla="*/ 4035 h 4035"/>
              <a:gd name="p0x10" fmla="*/ 53 w 8505"/>
              <a:gd name="p0y10" fmla="*/ 4035 h 4035"/>
              <a:gd name="p0x11" fmla="*/ 0 w 8505"/>
              <a:gd name="p0y11" fmla="*/ 3981 h 4035"/>
              <a:gd name="p0x12" fmla="*/ 0 w 8505"/>
              <a:gd name="p0y12" fmla="*/ 3915 h 4035"/>
              <a:gd name="p0x13" fmla="*/ 0 w 8505"/>
              <a:gd name="p0y13" fmla="*/ 120 h 4035"/>
              <a:gd name="p0x14" fmla="*/ 0 w 8505"/>
              <a:gd name="p0y14" fmla="*/ 53 h 4035"/>
              <a:gd name="p0x15" fmla="*/ 53 w 8505"/>
              <a:gd name="p0y15" fmla="*/ 0 h 4035"/>
              <a:gd name="p0x16" fmla="*/ 120 w 8505"/>
              <a:gd name="p0y16" fmla="*/ 0 h 403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任意多边形 30"/>
          <p:cNvSpPr/>
          <p:nvPr>
            <p:custDataLst>
              <p:tags r:id="rId45"/>
            </p:custDataLst>
          </p:nvPr>
        </p:nvSpPr>
        <p:spPr>
          <a:xfrm>
            <a:off x="771525" y="4333875"/>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2" name="图片 31"/>
          <p:cNvPicPr>
            <a:picLocks noChangeAspect="1"/>
          </p:cNvPicPr>
          <p:nvPr>
            <p:custDataLst>
              <p:tags r:id="rId46"/>
            </p:custDataLst>
          </p:nvPr>
        </p:nvPicPr>
        <p:blipFill>
          <a:blip r:embed="rId47">
            <a:extLst>
              <a:ext uri="{96DAC541-7B7A-43D3-8B79-37D633B846F1}">
                <asvg:svgBlip xmlns:asvg="http://schemas.microsoft.com/office/drawing/2016/SVG/main" r:embed="rId48"/>
              </a:ext>
            </a:extLst>
          </a:blip>
          <a:srcRect l="-2000" t="-3067" r="-2000" b="-3067"/>
          <a:stretch>
            <a:fillRect/>
          </a:stretch>
        </p:blipFill>
        <p:spPr>
          <a:xfrm>
            <a:off x="857250" y="4414520"/>
            <a:ext cx="247650" cy="252730"/>
          </a:xfrm>
          <a:prstGeom prst="rect">
            <a:avLst/>
          </a:prstGeom>
        </p:spPr>
      </p:pic>
      <p:sp>
        <p:nvSpPr>
          <p:cNvPr id="33" name="文本框 32"/>
          <p:cNvSpPr txBox="1"/>
          <p:nvPr>
            <p:custDataLst>
              <p:tags r:id="rId49"/>
            </p:custDataLst>
          </p:nvPr>
        </p:nvSpPr>
        <p:spPr>
          <a:xfrm>
            <a:off x="1304925" y="4360545"/>
            <a:ext cx="860155" cy="365760"/>
          </a:xfrm>
          <a:prstGeom prst="rect">
            <a:avLst/>
          </a:prstGeom>
          <a:noFill/>
        </p:spPr>
        <p:txBody>
          <a:bodyPr wrap="square" lIns="0" tIns="0" rIns="0" bIns="0" rtlCol="0" anchor="t">
            <a:noAutofit/>
          </a:bodyPr>
          <a:p>
            <a:pPr algn="l">
              <a:lnSpc>
                <a:spcPct val="104000"/>
              </a:lnSpc>
            </a:pPr>
            <a:r>
              <a:rPr sz="2100" b="1">
                <a:solidFill>
                  <a:srgbClr val="EBF1FA"/>
                </a:solidFill>
                <a:latin typeface="微软雅黑" panose="020B0503020204020204" charset="-122"/>
                <a:ea typeface="微软雅黑" panose="020B0503020204020204" charset="-122"/>
              </a:rPr>
              <a:t>Task</a:t>
            </a:r>
            <a:endParaRPr sz="2100" b="1">
              <a:solidFill>
                <a:srgbClr val="EBF1FA"/>
              </a:solidFill>
              <a:latin typeface="微软雅黑" panose="020B0503020204020204" charset="-122"/>
              <a:ea typeface="微软雅黑" panose="020B0503020204020204" charset="-122"/>
            </a:endParaRPr>
          </a:p>
        </p:txBody>
      </p:sp>
      <p:sp>
        <p:nvSpPr>
          <p:cNvPr id="34" name="任意多边形 33"/>
          <p:cNvSpPr/>
          <p:nvPr>
            <p:custDataLst>
              <p:tags r:id="rId50"/>
            </p:custDataLst>
          </p:nvPr>
        </p:nvSpPr>
        <p:spPr>
          <a:xfrm>
            <a:off x="771525" y="4924425"/>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5" name="图片 34"/>
          <p:cNvPicPr>
            <a:picLocks noChangeAspect="1"/>
          </p:cNvPicPr>
          <p:nvPr>
            <p:custDataLst>
              <p:tags r:id="rId51"/>
            </p:custDataLst>
          </p:nvPr>
        </p:nvPicPr>
        <p:blipFill>
          <a:blip r:embed="rId52">
            <a:extLst>
              <a:ext uri="{96DAC541-7B7A-43D3-8B79-37D633B846F1}">
                <asvg:svgBlip xmlns:asvg="http://schemas.microsoft.com/office/drawing/2016/SVG/main" r:embed="rId53"/>
              </a:ext>
            </a:extLst>
          </a:blip>
          <a:srcRect/>
          <a:stretch>
            <a:fillRect/>
          </a:stretch>
        </p:blipFill>
        <p:spPr>
          <a:xfrm>
            <a:off x="828675" y="4981575"/>
            <a:ext cx="152400" cy="152400"/>
          </a:xfrm>
          <a:prstGeom prst="rect">
            <a:avLst/>
          </a:prstGeom>
        </p:spPr>
      </p:pic>
      <p:sp>
        <p:nvSpPr>
          <p:cNvPr id="36" name="文本框 35"/>
          <p:cNvSpPr txBox="1"/>
          <p:nvPr>
            <p:custDataLst>
              <p:tags r:id="rId54"/>
            </p:custDataLst>
          </p:nvPr>
        </p:nvSpPr>
        <p:spPr>
          <a:xfrm>
            <a:off x="1152525" y="4891088"/>
            <a:ext cx="1714500" cy="328613"/>
          </a:xfrm>
          <a:prstGeom prst="rect">
            <a:avLst/>
          </a:prstGeom>
          <a:noFill/>
        </p:spPr>
        <p:txBody>
          <a:bodyPr wrap="square" lIns="0" tIns="0" rIns="0" bIns="0" rtlCol="0" anchor="t">
            <a:noAutofit/>
          </a:bodyPr>
          <a:p>
            <a:pPr algn="l">
              <a:lnSpc>
                <a:spcPct val="133000"/>
              </a:lnSpc>
            </a:pPr>
            <a:r>
              <a:rPr sz="1500">
                <a:solidFill>
                  <a:srgbClr val="EBF1FA">
                    <a:alpha val="72157"/>
                  </a:srgbClr>
                </a:solidFill>
                <a:latin typeface="微软雅黑" panose="020B0503020204020204" charset="-122"/>
                <a:ea typeface="微软雅黑" panose="020B0503020204020204" charset="-122"/>
              </a:rPr>
              <a:t>代表一个交互任务</a:t>
            </a:r>
            <a:endParaRPr sz="1500">
              <a:solidFill>
                <a:srgbClr val="EBF1FA">
                  <a:alpha val="72157"/>
                </a:srgbClr>
              </a:solidFill>
              <a:latin typeface="微软雅黑" panose="020B0503020204020204" charset="-122"/>
              <a:ea typeface="微软雅黑" panose="020B0503020204020204" charset="-122"/>
            </a:endParaRPr>
          </a:p>
        </p:txBody>
      </p:sp>
      <p:sp>
        <p:nvSpPr>
          <p:cNvPr id="37" name="任意多边形 36"/>
          <p:cNvSpPr/>
          <p:nvPr>
            <p:custDataLst>
              <p:tags r:id="rId55"/>
            </p:custDataLst>
          </p:nvPr>
        </p:nvSpPr>
        <p:spPr>
          <a:xfrm>
            <a:off x="771525" y="5343525"/>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8" name="图片 37"/>
          <p:cNvPicPr>
            <a:picLocks noChangeAspect="1"/>
          </p:cNvPicPr>
          <p:nvPr>
            <p:custDataLst>
              <p:tags r:id="rId56"/>
            </p:custDataLst>
          </p:nvPr>
        </p:nvPicPr>
        <p:blipFill>
          <a:blip r:embed="rId57">
            <a:extLst>
              <a:ext uri="{96DAC541-7B7A-43D3-8B79-37D633B846F1}">
                <asvg:svgBlip xmlns:asvg="http://schemas.microsoft.com/office/drawing/2016/SVG/main" r:embed="rId58"/>
              </a:ext>
            </a:extLst>
          </a:blip>
          <a:srcRect t="-7143" b="-7143"/>
          <a:stretch>
            <a:fillRect/>
          </a:stretch>
        </p:blipFill>
        <p:spPr>
          <a:xfrm>
            <a:off x="838200" y="5400675"/>
            <a:ext cx="133350" cy="152400"/>
          </a:xfrm>
          <a:prstGeom prst="rect">
            <a:avLst/>
          </a:prstGeom>
        </p:spPr>
      </p:pic>
      <p:sp>
        <p:nvSpPr>
          <p:cNvPr id="39" name="文本框 38"/>
          <p:cNvSpPr txBox="1"/>
          <p:nvPr>
            <p:custDataLst>
              <p:tags r:id="rId59"/>
            </p:custDataLst>
          </p:nvPr>
        </p:nvSpPr>
        <p:spPr>
          <a:xfrm>
            <a:off x="1152525" y="5310188"/>
            <a:ext cx="2476500" cy="328613"/>
          </a:xfrm>
          <a:prstGeom prst="rect">
            <a:avLst/>
          </a:prstGeom>
          <a:noFill/>
        </p:spPr>
        <p:txBody>
          <a:bodyPr wrap="square" lIns="0" tIns="0" rIns="0" bIns="0" rtlCol="0" anchor="t">
            <a:noAutofit/>
          </a:bodyPr>
          <a:p>
            <a:pPr algn="l">
              <a:lnSpc>
                <a:spcPct val="133000"/>
              </a:lnSpc>
            </a:pPr>
            <a:r>
              <a:rPr sz="1500">
                <a:solidFill>
                  <a:srgbClr val="EBF1FA">
                    <a:alpha val="72157"/>
                  </a:srgbClr>
                </a:solidFill>
                <a:latin typeface="微软雅黑" panose="020B0503020204020204" charset="-122"/>
                <a:ea typeface="微软雅黑" panose="020B0503020204020204" charset="-122"/>
              </a:rPr>
              <a:t>服务端创建并推送状态更新</a:t>
            </a:r>
            <a:endParaRPr sz="1500">
              <a:solidFill>
                <a:srgbClr val="EBF1FA">
                  <a:alpha val="72157"/>
                </a:srgbClr>
              </a:solidFill>
              <a:latin typeface="微软雅黑" panose="020B0503020204020204" charset="-122"/>
              <a:ea typeface="微软雅黑" panose="020B0503020204020204" charset="-122"/>
            </a:endParaRPr>
          </a:p>
        </p:txBody>
      </p:sp>
      <p:sp>
        <p:nvSpPr>
          <p:cNvPr id="40" name="任意多边形 39"/>
          <p:cNvSpPr/>
          <p:nvPr>
            <p:custDataLst>
              <p:tags r:id="rId60"/>
            </p:custDataLst>
          </p:nvPr>
        </p:nvSpPr>
        <p:spPr>
          <a:xfrm>
            <a:off x="771525" y="5762625"/>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1" name="图片 40"/>
          <p:cNvPicPr>
            <a:picLocks noChangeAspect="1"/>
          </p:cNvPicPr>
          <p:nvPr>
            <p:custDataLst>
              <p:tags r:id="rId61"/>
            </p:custDataLst>
          </p:nvPr>
        </p:nvPicPr>
        <p:blipFill>
          <a:blip r:embed="rId62">
            <a:extLst>
              <a:ext uri="{96DAC541-7B7A-43D3-8B79-37D633B846F1}">
                <asvg:svgBlip xmlns:asvg="http://schemas.microsoft.com/office/drawing/2016/SVG/main" r:embed="rId63"/>
              </a:ext>
            </a:extLst>
          </a:blip>
          <a:srcRect/>
          <a:stretch>
            <a:fillRect/>
          </a:stretch>
        </p:blipFill>
        <p:spPr>
          <a:xfrm>
            <a:off x="838200" y="5819775"/>
            <a:ext cx="133350" cy="152400"/>
          </a:xfrm>
          <a:prstGeom prst="rect">
            <a:avLst/>
          </a:prstGeom>
        </p:spPr>
      </p:pic>
      <p:sp>
        <p:nvSpPr>
          <p:cNvPr id="42" name="文本框 41"/>
          <p:cNvSpPr txBox="1"/>
          <p:nvPr>
            <p:custDataLst>
              <p:tags r:id="rId64"/>
            </p:custDataLst>
          </p:nvPr>
        </p:nvSpPr>
        <p:spPr>
          <a:xfrm>
            <a:off x="1152525" y="5729288"/>
            <a:ext cx="3373041" cy="328613"/>
          </a:xfrm>
          <a:prstGeom prst="rect">
            <a:avLst/>
          </a:prstGeom>
          <a:noFill/>
        </p:spPr>
        <p:txBody>
          <a:bodyPr wrap="square" lIns="0" tIns="0" rIns="0" bIns="0" rtlCol="0" anchor="t">
            <a:noAutofit/>
          </a:bodyPr>
          <a:p>
            <a:pPr algn="l">
              <a:lnSpc>
                <a:spcPct val="133000"/>
              </a:lnSpc>
            </a:pP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客户端响应</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TaskStatusUpdate</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事件</a:t>
            </a:r>
            <a:endPar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43" name="任意多边形 42"/>
          <p:cNvSpPr/>
          <p:nvPr>
            <p:custDataLst>
              <p:tags r:id="rId65"/>
            </p:custDataLst>
          </p:nvPr>
        </p:nvSpPr>
        <p:spPr>
          <a:xfrm>
            <a:off x="6214745" y="3909695"/>
            <a:ext cx="5400675" cy="2562225"/>
          </a:xfrm>
          <a:custGeom>
            <a:avLst/>
            <a:gdLst>
              <a:gd name="sw" fmla="*/ 1 w 8505"/>
              <a:gd name="sh" fmla="*/ 1 h 4035"/>
              <a:gd name="mins" fmla="min sw sh"/>
              <a:gd name="dsw" fmla="+- 0 sw mins"/>
              <a:gd name="dsh" fmla="+- 0 sh mins"/>
              <a:gd name="p0x0" fmla="*/ 120 w 8505"/>
              <a:gd name="p0y0" fmla="*/ 0 h 4035"/>
              <a:gd name="p0x1" fmla="*/ 8385 w 8505"/>
              <a:gd name="p0y1" fmla="*/ 0 h 4035"/>
              <a:gd name="p0x2" fmla="*/ 8451 w 8505"/>
              <a:gd name="p0y2" fmla="*/ 0 h 4035"/>
              <a:gd name="p0x3" fmla="*/ 8505 w 8505"/>
              <a:gd name="p0y3" fmla="*/ 53 h 4035"/>
              <a:gd name="p0x4" fmla="*/ 8505 w 8505"/>
              <a:gd name="p0y4" fmla="*/ 120 h 4035"/>
              <a:gd name="p0x5" fmla="*/ 8505 w 8505"/>
              <a:gd name="p0y5" fmla="*/ 3915 h 4035"/>
              <a:gd name="p0x6" fmla="*/ 8505 w 8505"/>
              <a:gd name="p0y6" fmla="*/ 3981 h 4035"/>
              <a:gd name="p0x7" fmla="*/ 8451 w 8505"/>
              <a:gd name="p0y7" fmla="*/ 4035 h 4035"/>
              <a:gd name="p0x8" fmla="*/ 8385 w 8505"/>
              <a:gd name="p0y8" fmla="*/ 4035 h 4035"/>
              <a:gd name="p0x9" fmla="*/ 120 w 8505"/>
              <a:gd name="p0y9" fmla="*/ 4035 h 4035"/>
              <a:gd name="p0x10" fmla="*/ 53 w 8505"/>
              <a:gd name="p0y10" fmla="*/ 4035 h 4035"/>
              <a:gd name="p0x11" fmla="*/ 0 w 8505"/>
              <a:gd name="p0y11" fmla="*/ 3981 h 4035"/>
              <a:gd name="p0x12" fmla="*/ 0 w 8505"/>
              <a:gd name="p0y12" fmla="*/ 3915 h 4035"/>
              <a:gd name="p0x13" fmla="*/ 0 w 8505"/>
              <a:gd name="p0y13" fmla="*/ 120 h 4035"/>
              <a:gd name="p0x14" fmla="*/ 0 w 8505"/>
              <a:gd name="p0y14" fmla="*/ 53 h 4035"/>
              <a:gd name="p0x15" fmla="*/ 53 w 8505"/>
              <a:gd name="p0y15" fmla="*/ 0 h 4035"/>
              <a:gd name="p0x16" fmla="*/ 120 w 8505"/>
              <a:gd name="p0y16" fmla="*/ 0 h 403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4" name="任意多边形 43"/>
          <p:cNvSpPr/>
          <p:nvPr>
            <p:custDataLst>
              <p:tags r:id="rId66"/>
            </p:custDataLst>
          </p:nvPr>
        </p:nvSpPr>
        <p:spPr>
          <a:xfrm>
            <a:off x="6410325" y="4543425"/>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5" name="图片 44"/>
          <p:cNvPicPr>
            <a:picLocks noChangeAspect="1"/>
          </p:cNvPicPr>
          <p:nvPr>
            <p:custDataLst>
              <p:tags r:id="rId67"/>
            </p:custDataLst>
          </p:nvPr>
        </p:nvPicPr>
        <p:blipFill>
          <a:blip r:embed="rId68">
            <a:extLst>
              <a:ext uri="{96DAC541-7B7A-43D3-8B79-37D633B846F1}">
                <asvg:svgBlip xmlns:asvg="http://schemas.microsoft.com/office/drawing/2016/SVG/main" r:embed="rId69"/>
              </a:ext>
            </a:extLst>
          </a:blip>
          <a:srcRect l="-2000" t="-7681" r="-2000" b="-7681"/>
          <a:stretch>
            <a:fillRect/>
          </a:stretch>
        </p:blipFill>
        <p:spPr>
          <a:xfrm>
            <a:off x="6496050" y="4624070"/>
            <a:ext cx="247650" cy="252730"/>
          </a:xfrm>
          <a:prstGeom prst="rect">
            <a:avLst/>
          </a:prstGeom>
        </p:spPr>
      </p:pic>
      <p:sp>
        <p:nvSpPr>
          <p:cNvPr id="46" name="文本框 45"/>
          <p:cNvSpPr txBox="1"/>
          <p:nvPr>
            <p:custDataLst>
              <p:tags r:id="rId70"/>
            </p:custDataLst>
          </p:nvPr>
        </p:nvSpPr>
        <p:spPr>
          <a:xfrm>
            <a:off x="6943725" y="4570095"/>
            <a:ext cx="1184748" cy="365760"/>
          </a:xfrm>
          <a:prstGeom prst="rect">
            <a:avLst/>
          </a:prstGeom>
          <a:noFill/>
        </p:spPr>
        <p:txBody>
          <a:bodyPr wrap="square" lIns="0" tIns="0" rIns="0" bIns="0" rtlCol="0" anchor="t">
            <a:noAutofit/>
          </a:bodyPr>
          <a:p>
            <a:pPr algn="l">
              <a:lnSpc>
                <a:spcPct val="104000"/>
              </a:lnSpc>
            </a:pPr>
            <a:r>
              <a:rPr sz="2100" b="1">
                <a:solidFill>
                  <a:srgbClr val="EBF1FA"/>
                </a:solidFill>
                <a:latin typeface="微软雅黑" panose="020B0503020204020204" charset="-122"/>
                <a:ea typeface="微软雅黑" panose="020B0503020204020204" charset="-122"/>
              </a:rPr>
              <a:t>Artifact</a:t>
            </a:r>
            <a:endParaRPr sz="2100" b="1">
              <a:solidFill>
                <a:srgbClr val="EBF1FA"/>
              </a:solidFill>
              <a:latin typeface="微软雅黑" panose="020B0503020204020204" charset="-122"/>
              <a:ea typeface="微软雅黑" panose="020B0503020204020204" charset="-122"/>
            </a:endParaRPr>
          </a:p>
        </p:txBody>
      </p:sp>
      <p:sp>
        <p:nvSpPr>
          <p:cNvPr id="47" name="任意多边形 46"/>
          <p:cNvSpPr/>
          <p:nvPr>
            <p:custDataLst>
              <p:tags r:id="rId71"/>
            </p:custDataLst>
          </p:nvPr>
        </p:nvSpPr>
        <p:spPr>
          <a:xfrm>
            <a:off x="6410325" y="5133975"/>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8" name="图片 47"/>
          <p:cNvPicPr>
            <a:picLocks noChangeAspect="1"/>
          </p:cNvPicPr>
          <p:nvPr>
            <p:custDataLst>
              <p:tags r:id="rId72"/>
            </p:custDataLst>
          </p:nvPr>
        </p:nvPicPr>
        <p:blipFill>
          <a:blip r:embed="rId73">
            <a:extLst>
              <a:ext uri="{96DAC541-7B7A-43D3-8B79-37D633B846F1}">
                <asvg:svgBlip xmlns:asvg="http://schemas.microsoft.com/office/drawing/2016/SVG/main" r:embed="rId74"/>
              </a:ext>
            </a:extLst>
          </a:blip>
          <a:srcRect l="-6250" r="-6250"/>
          <a:stretch>
            <a:fillRect/>
          </a:stretch>
        </p:blipFill>
        <p:spPr>
          <a:xfrm>
            <a:off x="6457950" y="5191125"/>
            <a:ext cx="171450" cy="152400"/>
          </a:xfrm>
          <a:prstGeom prst="rect">
            <a:avLst/>
          </a:prstGeom>
        </p:spPr>
      </p:pic>
      <p:sp>
        <p:nvSpPr>
          <p:cNvPr id="49" name="文本框 48"/>
          <p:cNvSpPr txBox="1"/>
          <p:nvPr>
            <p:custDataLst>
              <p:tags r:id="rId75"/>
            </p:custDataLst>
          </p:nvPr>
        </p:nvSpPr>
        <p:spPr>
          <a:xfrm>
            <a:off x="6791325" y="5100638"/>
            <a:ext cx="3013548" cy="328613"/>
          </a:xfrm>
          <a:prstGeom prst="rect">
            <a:avLst/>
          </a:prstGeom>
          <a:noFill/>
        </p:spPr>
        <p:txBody>
          <a:bodyPr wrap="square" lIns="0" tIns="0" rIns="0" bIns="0" rtlCol="0" anchor="t">
            <a:noAutofit/>
          </a:bodyPr>
          <a:p>
            <a:pPr algn="l">
              <a:lnSpc>
                <a:spcPct val="133000"/>
              </a:lnSpc>
            </a:pPr>
            <a:r>
              <a:rPr 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Agent</a:t>
            </a:r>
            <a:r>
              <a:rPr 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生成的工件（最终交付物）</a:t>
            </a:r>
            <a:endParaRPr lang="zh-CN" sz="150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50" name="任意多边形 49"/>
          <p:cNvSpPr/>
          <p:nvPr>
            <p:custDataLst>
              <p:tags r:id="rId76"/>
            </p:custDataLst>
          </p:nvPr>
        </p:nvSpPr>
        <p:spPr>
          <a:xfrm>
            <a:off x="6410325" y="5553075"/>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1" name="图片 50"/>
          <p:cNvPicPr>
            <a:picLocks noChangeAspect="1"/>
          </p:cNvPicPr>
          <p:nvPr>
            <p:custDataLst>
              <p:tags r:id="rId77"/>
            </p:custDataLst>
          </p:nvPr>
        </p:nvPicPr>
        <p:blipFill>
          <a:blip r:embed="rId78">
            <a:extLst>
              <a:ext uri="{96DAC541-7B7A-43D3-8B79-37D633B846F1}">
                <asvg:svgBlip xmlns:asvg="http://schemas.microsoft.com/office/drawing/2016/SVG/main" r:embed="rId79"/>
              </a:ext>
            </a:extLst>
          </a:blip>
          <a:srcRect l="-2632" t="-30000" r="-2632" b="-30000"/>
          <a:stretch>
            <a:fillRect/>
          </a:stretch>
        </p:blipFill>
        <p:spPr>
          <a:xfrm>
            <a:off x="6448425" y="5610225"/>
            <a:ext cx="190500" cy="152400"/>
          </a:xfrm>
          <a:prstGeom prst="rect">
            <a:avLst/>
          </a:prstGeom>
        </p:spPr>
      </p:pic>
      <p:sp>
        <p:nvSpPr>
          <p:cNvPr id="52" name="文本框 51"/>
          <p:cNvSpPr txBox="1"/>
          <p:nvPr>
            <p:custDataLst>
              <p:tags r:id="rId80"/>
            </p:custDataLst>
          </p:nvPr>
        </p:nvSpPr>
        <p:spPr>
          <a:xfrm>
            <a:off x="6791325" y="5519738"/>
            <a:ext cx="2286000" cy="328613"/>
          </a:xfrm>
          <a:prstGeom prst="rect">
            <a:avLst/>
          </a:prstGeom>
          <a:noFill/>
        </p:spPr>
        <p:txBody>
          <a:bodyPr wrap="square" lIns="0" tIns="0" rIns="0" bIns="0" rtlCol="0" anchor="t">
            <a:noAutofit/>
          </a:bodyPr>
          <a:p>
            <a:pPr algn="l">
              <a:lnSpc>
                <a:spcPct val="133000"/>
              </a:lnSpc>
            </a:pPr>
            <a:r>
              <a:rPr sz="1500">
                <a:solidFill>
                  <a:srgbClr val="EBF1FA">
                    <a:alpha val="72157"/>
                  </a:srgbClr>
                </a:solidFill>
                <a:latin typeface="微软雅黑" panose="020B0503020204020204" charset="-122"/>
                <a:ea typeface="微软雅黑" panose="020B0503020204020204" charset="-122"/>
              </a:rPr>
              <a:t>任务完成后交付完整成果</a:t>
            </a:r>
            <a:endParaRPr sz="1500">
              <a:solidFill>
                <a:srgbClr val="EBF1FA">
                  <a:alpha val="72157"/>
                </a:srgbClr>
              </a:solidFill>
              <a:latin typeface="微软雅黑" panose="020B0503020204020204" charset="-122"/>
              <a:ea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188"/>
            <a:ext cx="11125200" cy="500063"/>
          </a:xfrm>
          <a:prstGeom prst="rect">
            <a:avLst/>
          </a:prstGeom>
          <a:noFill/>
        </p:spPr>
        <p:txBody>
          <a:bodyPr wrap="square" lIns="0" tIns="0" rIns="0" bIns="0" rtlCol="0" anchor="t">
            <a:noAutofit/>
          </a:bodyPr>
          <a:p>
            <a:pPr algn="l">
              <a:lnSpc>
                <a:spcPct val="100000"/>
              </a:lnSpc>
            </a:pPr>
            <a:r>
              <a:rPr sz="3000" b="1">
                <a:solidFill>
                  <a:srgbClr val="EBF1FA"/>
                </a:solidFill>
                <a:latin typeface="微软雅黑" panose="020B0503020204020204" charset="-122"/>
                <a:ea typeface="微软雅黑" panose="020B0503020204020204" charset="-122"/>
              </a:rPr>
              <a:t>传输方式与安全框架</a:t>
            </a:r>
            <a:endParaRPr sz="3000" b="1">
              <a:solidFill>
                <a:srgbClr val="EBF1FA"/>
              </a:solidFill>
              <a:latin typeface="微软雅黑" panose="020B0503020204020204" charset="-122"/>
              <a:ea typeface="微软雅黑" panose="020B0503020204020204" charset="-122"/>
            </a:endParaRPr>
          </a:p>
        </p:txBody>
      </p:sp>
      <p:graphicFrame>
        <p:nvGraphicFramePr>
          <p:cNvPr id="4" name="表格 3"/>
          <p:cNvGraphicFramePr/>
          <p:nvPr>
            <p:custDataLst>
              <p:tags r:id="rId2"/>
            </p:custDataLst>
          </p:nvPr>
        </p:nvGraphicFramePr>
        <p:xfrm>
          <a:off x="571500" y="1160145"/>
          <a:ext cx="11049000" cy="1735334"/>
        </p:xfrm>
        <a:graphic>
          <a:graphicData uri="http://schemas.openxmlformats.org/drawingml/2006/table">
            <a:tbl>
              <a:tblPr firstRow="1" bandRow="1">
                <a:tableStyleId>{5C22544A-7EE6-4342-B048-85BDC9FD1C3A}</a:tableStyleId>
              </a:tblPr>
              <a:tblGrid>
                <a:gridCol w="2762250"/>
                <a:gridCol w="8286750"/>
              </a:tblGrid>
              <a:tr h="440977">
                <a:tc>
                  <a:txBody>
                    <a:bodyPr wrap="square"/>
                    <a:p>
                      <a:pPr algn="l"/>
                      <a:r>
                        <a:rPr sz="1350" b="1">
                          <a:solidFill>
                            <a:srgbClr val="EBF1FA"/>
                          </a:solidFill>
                          <a:latin typeface="微软雅黑" panose="020B0503020204020204" charset="-122"/>
                          <a:ea typeface="微软雅黑" panose="020B0503020204020204" charset="-122"/>
                        </a:rPr>
                        <a:t>协议</a:t>
                      </a:r>
                      <a:endParaRPr sz="1350" b="1">
                        <a:solidFill>
                          <a:srgbClr val="EBF1FA"/>
                        </a:solidFill>
                        <a:latin typeface="微软雅黑" panose="020B0503020204020204" charset="-122"/>
                        <a:ea typeface="微软雅黑" panose="020B0503020204020204" charset="-122"/>
                      </a:endParaRPr>
                    </a:p>
                  </a:txBody>
                  <a:tcPr marL="114300" marR="114300" marT="76200" marB="76200" anchor="ctr">
                    <a:lnL>
                      <a:noFill/>
                    </a:lnL>
                    <a:lnR>
                      <a:noFill/>
                    </a:lnR>
                    <a:lnT w="19050">
                      <a:solidFill>
                        <a:srgbClr val="FFFFFF">
                          <a:alpha val="14118"/>
                        </a:srgbClr>
                      </a:solidFill>
                      <a:prstDash val="solid"/>
                    </a:lnT>
                    <a:lnB w="9525">
                      <a:solidFill>
                        <a:srgbClr val="FFFFFF">
                          <a:alpha val="14118"/>
                        </a:srgbClr>
                      </a:solidFill>
                      <a:prstDash val="solid"/>
                    </a:lnB>
                    <a:noFill/>
                  </a:tcPr>
                </a:tc>
                <a:tc>
                  <a:txBody>
                    <a:bodyPr wrap="square"/>
                    <a:p>
                      <a:pPr algn="l"/>
                      <a:r>
                        <a:rPr sz="1350" b="1">
                          <a:solidFill>
                            <a:srgbClr val="EBF1FA"/>
                          </a:solidFill>
                          <a:latin typeface="微软雅黑" panose="020B0503020204020204" charset="-122"/>
                          <a:ea typeface="微软雅黑" panose="020B0503020204020204" charset="-122"/>
                        </a:rPr>
                        <a:t>核心要求</a:t>
                      </a:r>
                      <a:endParaRPr sz="1350" b="1">
                        <a:solidFill>
                          <a:srgbClr val="EBF1FA"/>
                        </a:solidFill>
                        <a:latin typeface="微软雅黑" panose="020B0503020204020204" charset="-122"/>
                        <a:ea typeface="微软雅黑" panose="020B0503020204020204" charset="-122"/>
                      </a:endParaRPr>
                    </a:p>
                  </a:txBody>
                  <a:tcPr marL="114300" marR="114300" marT="76200" marB="76200" anchor="ctr">
                    <a:lnL>
                      <a:noFill/>
                    </a:lnL>
                    <a:lnR>
                      <a:noFill/>
                    </a:lnR>
                    <a:lnT w="19050">
                      <a:solidFill>
                        <a:srgbClr val="FFFFFF">
                          <a:alpha val="14118"/>
                        </a:srgbClr>
                      </a:solidFill>
                      <a:prstDash val="solid"/>
                    </a:lnT>
                    <a:lnB w="9525">
                      <a:solidFill>
                        <a:srgbClr val="FFFFFF">
                          <a:alpha val="14118"/>
                        </a:srgbClr>
                      </a:solidFill>
                      <a:prstDash val="solid"/>
                    </a:lnB>
                    <a:noFill/>
                  </a:tcPr>
                </a:tc>
              </a:tr>
              <a:tr h="431452">
                <a:tc>
                  <a:txBody>
                    <a:bodyPr wrap="square"/>
                    <a:p>
                      <a:pPr algn="l"/>
                      <a:r>
                        <a:rPr sz="1350" b="0">
                          <a:solidFill>
                            <a:srgbClr val="EBF1FA"/>
                          </a:solidFill>
                          <a:latin typeface="微软雅黑" panose="020B0503020204020204" charset="-122"/>
                          <a:ea typeface="微软雅黑" panose="020B0503020204020204" charset="-122"/>
                        </a:rPr>
                        <a:t>JSON-RPC 2.0</a:t>
                      </a:r>
                      <a:endParaRPr sz="1350" b="0">
                        <a:solidFill>
                          <a:srgbClr val="EBF1FA"/>
                        </a:solidFill>
                        <a:latin typeface="微软雅黑" panose="020B0503020204020204" charset="-122"/>
                        <a:ea typeface="微软雅黑" panose="020B0503020204020204" charset="-122"/>
                      </a:endParaRPr>
                    </a:p>
                  </a:txBody>
                  <a:tcPr marL="114300" marR="114300" marT="76200" marB="76200" anchor="ctr">
                    <a:lnL>
                      <a:noFill/>
                    </a:lnL>
                    <a:lnR>
                      <a:noFill/>
                    </a:lnR>
                    <a:lnT w="9525">
                      <a:solidFill>
                        <a:srgbClr val="FFFFFF">
                          <a:alpha val="14118"/>
                        </a:srgbClr>
                      </a:solidFill>
                      <a:prstDash val="solid"/>
                    </a:lnT>
                    <a:lnB>
                      <a:noFill/>
                    </a:lnB>
                    <a:solidFill>
                      <a:srgbClr val="FFFFFF">
                        <a:alpha val="10196"/>
                      </a:srgbClr>
                    </a:solidFill>
                  </a:tcPr>
                </a:tc>
                <a:tc>
                  <a:txBody>
                    <a:bodyPr wrap="square"/>
                    <a:p>
                      <a:pPr algn="l"/>
                      <a:r>
                        <a:rPr lang="en-US" altLang="en-US" sz="1350" b="0">
                          <a:solidFill>
                            <a:srgbClr val="EBF1FA"/>
                          </a:solidFill>
                          <a:latin typeface="微软雅黑" panose="020B0503020204020204" charset="-122"/>
                          <a:ea typeface="微软雅黑" panose="020B0503020204020204" charset="-122"/>
                          <a:cs typeface="微软雅黑" panose="020B0503020204020204" charset="-122"/>
                        </a:rPr>
                        <a:t>Content-Type</a:t>
                      </a:r>
                      <a:r>
                        <a:rPr lang="zh-CN" altLang="en-US" sz="1350" b="0">
                          <a:solidFill>
                            <a:srgbClr val="EBF1FA"/>
                          </a:solidFill>
                          <a:latin typeface="微软雅黑" panose="020B0503020204020204" charset="-122"/>
                          <a:ea typeface="微软雅黑" panose="020B0503020204020204" charset="-122"/>
                          <a:cs typeface="微软雅黑" panose="020B0503020204020204" charset="-122"/>
                        </a:rPr>
                        <a:t>为</a:t>
                      </a:r>
                      <a:r>
                        <a:rPr lang="en-US" altLang="zh-CN" sz="1350" b="0">
                          <a:solidFill>
                            <a:srgbClr val="EBF1FA"/>
                          </a:solidFill>
                          <a:latin typeface="微软雅黑" panose="020B0503020204020204" charset="-122"/>
                          <a:ea typeface="微软雅黑" panose="020B0503020204020204" charset="-122"/>
                          <a:cs typeface="微软雅黑" panose="020B0503020204020204" charset="-122"/>
                        </a:rPr>
                        <a:t>application/json</a:t>
                      </a:r>
                      <a:r>
                        <a:rPr lang="zh-CN" altLang="en-US" sz="1350" b="0">
                          <a:solidFill>
                            <a:srgbClr val="EBF1FA"/>
                          </a:solidFill>
                          <a:latin typeface="微软雅黑" panose="020B0503020204020204" charset="-122"/>
                          <a:ea typeface="微软雅黑" panose="020B0503020204020204" charset="-122"/>
                          <a:cs typeface="微软雅黑" panose="020B0503020204020204" charset="-122"/>
                        </a:rPr>
                        <a:t>，方法名遵循</a:t>
                      </a:r>
                      <a:r>
                        <a:rPr lang="en-US" altLang="zh-CN" sz="1350" b="0">
                          <a:solidFill>
                            <a:srgbClr val="EBF1FA"/>
                          </a:solidFill>
                          <a:latin typeface="微软雅黑" panose="020B0503020204020204" charset="-122"/>
                          <a:ea typeface="微软雅黑" panose="020B0503020204020204" charset="-122"/>
                          <a:cs typeface="微软雅黑" panose="020B0503020204020204" charset="-122"/>
                        </a:rPr>
                        <a:t>{category}/{action}</a:t>
                      </a:r>
                      <a:r>
                        <a:rPr lang="zh-CN" altLang="en-US" sz="1350" b="0">
                          <a:solidFill>
                            <a:srgbClr val="EBF1FA"/>
                          </a:solidFill>
                          <a:latin typeface="微软雅黑" panose="020B0503020204020204" charset="-122"/>
                          <a:ea typeface="微软雅黑" panose="020B0503020204020204" charset="-122"/>
                          <a:cs typeface="微软雅黑" panose="020B0503020204020204" charset="-122"/>
                        </a:rPr>
                        <a:t>模式</a:t>
                      </a:r>
                      <a:endParaRPr lang="zh-CN" altLang="en-US" sz="1350" b="0">
                        <a:solidFill>
                          <a:srgbClr val="EBF1FA"/>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lnL>
                      <a:noFill/>
                    </a:lnL>
                    <a:lnR>
                      <a:noFill/>
                    </a:lnR>
                    <a:lnT w="9525">
                      <a:solidFill>
                        <a:srgbClr val="FFFFFF">
                          <a:alpha val="14118"/>
                        </a:srgbClr>
                      </a:solidFill>
                      <a:prstDash val="solid"/>
                    </a:lnT>
                    <a:lnB>
                      <a:noFill/>
                    </a:lnB>
                    <a:solidFill>
                      <a:srgbClr val="FFFFFF">
                        <a:alpha val="10196"/>
                      </a:srgbClr>
                    </a:solidFill>
                  </a:tcPr>
                </a:tc>
              </a:tr>
              <a:tr h="426690">
                <a:tc>
                  <a:txBody>
                    <a:bodyPr wrap="square"/>
                    <a:p>
                      <a:pPr algn="l"/>
                      <a:r>
                        <a:rPr sz="1350" b="0">
                          <a:solidFill>
                            <a:srgbClr val="EBF1FA"/>
                          </a:solidFill>
                          <a:latin typeface="微软雅黑" panose="020B0503020204020204" charset="-122"/>
                          <a:ea typeface="微软雅黑" panose="020B0503020204020204" charset="-122"/>
                        </a:rPr>
                        <a:t>gRPC</a:t>
                      </a:r>
                      <a:endParaRPr sz="1350" b="0">
                        <a:solidFill>
                          <a:srgbClr val="EBF1FA"/>
                        </a:solidFill>
                        <a:latin typeface="微软雅黑" panose="020B0503020204020204" charset="-122"/>
                        <a:ea typeface="微软雅黑" panose="020B0503020204020204" charset="-122"/>
                      </a:endParaRPr>
                    </a:p>
                  </a:txBody>
                  <a:tcPr marL="114300" marR="114300" marT="76200" marB="76200" anchor="ctr">
                    <a:lnL>
                      <a:noFill/>
                    </a:lnL>
                    <a:lnR>
                      <a:noFill/>
                    </a:lnR>
                    <a:lnT>
                      <a:noFill/>
                    </a:lnT>
                    <a:lnB>
                      <a:noFill/>
                    </a:lnB>
                    <a:solidFill>
                      <a:srgbClr val="FFFFFF">
                        <a:alpha val="10196"/>
                      </a:srgbClr>
                    </a:solidFill>
                  </a:tcPr>
                </a:tc>
                <a:tc>
                  <a:txBody>
                    <a:bodyPr wrap="square"/>
                    <a:p>
                      <a:pPr algn="l"/>
                      <a:r>
                        <a:rPr lang="zh-CN" altLang="en-US" sz="1350" b="0">
                          <a:solidFill>
                            <a:srgbClr val="EBF1FA"/>
                          </a:solidFill>
                          <a:latin typeface="微软雅黑" panose="020B0503020204020204" charset="-122"/>
                          <a:ea typeface="微软雅黑" panose="020B0503020204020204" charset="-122"/>
                          <a:cs typeface="微软雅黑" panose="020B0503020204020204" charset="-122"/>
                        </a:rPr>
                        <a:t>使用</a:t>
                      </a:r>
                      <a:r>
                        <a:rPr lang="en-US" altLang="zh-CN" sz="1350" b="0">
                          <a:solidFill>
                            <a:srgbClr val="EBF1FA"/>
                          </a:solidFill>
                          <a:latin typeface="微软雅黑" panose="020B0503020204020204" charset="-122"/>
                          <a:ea typeface="微软雅黑" panose="020B0503020204020204" charset="-122"/>
                          <a:cs typeface="微软雅黑" panose="020B0503020204020204" charset="-122"/>
                        </a:rPr>
                        <a:t>Protocol Buffers</a:t>
                      </a:r>
                      <a:r>
                        <a:rPr lang="zh-CN" altLang="en-US" sz="1350" b="0">
                          <a:solidFill>
                            <a:srgbClr val="EBF1FA"/>
                          </a:solidFill>
                          <a:latin typeface="微软雅黑" panose="020B0503020204020204" charset="-122"/>
                          <a:ea typeface="微软雅黑" panose="020B0503020204020204" charset="-122"/>
                          <a:cs typeface="微软雅黑" panose="020B0503020204020204" charset="-122"/>
                        </a:rPr>
                        <a:t>，实现</a:t>
                      </a:r>
                      <a:r>
                        <a:rPr lang="en-US" altLang="zh-CN" sz="1350" b="0">
                          <a:solidFill>
                            <a:srgbClr val="EBF1FA"/>
                          </a:solidFill>
                          <a:latin typeface="微软雅黑" panose="020B0503020204020204" charset="-122"/>
                          <a:ea typeface="微软雅黑" panose="020B0503020204020204" charset="-122"/>
                          <a:cs typeface="微软雅黑" panose="020B0503020204020204" charset="-122"/>
                        </a:rPr>
                        <a:t>A2AService</a:t>
                      </a:r>
                      <a:r>
                        <a:rPr lang="zh-CN" altLang="en-US" sz="1350" b="0">
                          <a:solidFill>
                            <a:srgbClr val="EBF1FA"/>
                          </a:solidFill>
                          <a:latin typeface="微软雅黑" panose="020B0503020204020204" charset="-122"/>
                          <a:ea typeface="微软雅黑" panose="020B0503020204020204" charset="-122"/>
                          <a:cs typeface="微软雅黑" panose="020B0503020204020204" charset="-122"/>
                        </a:rPr>
                        <a:t>，支持</a:t>
                      </a:r>
                      <a:r>
                        <a:rPr lang="en-US" altLang="zh-CN" sz="1350" b="0">
                          <a:solidFill>
                            <a:srgbClr val="EBF1FA"/>
                          </a:solidFill>
                          <a:latin typeface="微软雅黑" panose="020B0503020204020204" charset="-122"/>
                          <a:ea typeface="微软雅黑" panose="020B0503020204020204" charset="-122"/>
                          <a:cs typeface="微软雅黑" panose="020B0503020204020204" charset="-122"/>
                        </a:rPr>
                        <a:t>TLS</a:t>
                      </a:r>
                      <a:r>
                        <a:rPr lang="zh-CN" altLang="en-US" sz="1350" b="0">
                          <a:solidFill>
                            <a:srgbClr val="EBF1FA"/>
                          </a:solidFill>
                          <a:latin typeface="微软雅黑" panose="020B0503020204020204" charset="-122"/>
                          <a:ea typeface="微软雅黑" panose="020B0503020204020204" charset="-122"/>
                          <a:cs typeface="微软雅黑" panose="020B0503020204020204" charset="-122"/>
                        </a:rPr>
                        <a:t>加密</a:t>
                      </a:r>
                      <a:endParaRPr lang="zh-CN" altLang="en-US" sz="1350" b="0">
                        <a:solidFill>
                          <a:srgbClr val="EBF1FA"/>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lnL>
                      <a:noFill/>
                    </a:lnL>
                    <a:lnR>
                      <a:noFill/>
                    </a:lnR>
                    <a:lnT>
                      <a:noFill/>
                    </a:lnT>
                    <a:lnB>
                      <a:noFill/>
                    </a:lnB>
                    <a:solidFill>
                      <a:srgbClr val="FFFFFF">
                        <a:alpha val="10196"/>
                      </a:srgbClr>
                    </a:solidFill>
                  </a:tcPr>
                </a:tc>
              </a:tr>
              <a:tr h="436215">
                <a:tc>
                  <a:txBody>
                    <a:bodyPr wrap="square"/>
                    <a:p>
                      <a:pPr algn="l"/>
                      <a:r>
                        <a:rPr sz="1350" b="0">
                          <a:solidFill>
                            <a:srgbClr val="EBF1FA"/>
                          </a:solidFill>
                          <a:latin typeface="微软雅黑" panose="020B0503020204020204" charset="-122"/>
                          <a:ea typeface="微软雅黑" panose="020B0503020204020204" charset="-122"/>
                        </a:rPr>
                        <a:t>HTTP+JSON/REST</a:t>
                      </a:r>
                      <a:endParaRPr sz="1350" b="0">
                        <a:solidFill>
                          <a:srgbClr val="EBF1FA"/>
                        </a:solidFill>
                        <a:latin typeface="微软雅黑" panose="020B0503020204020204" charset="-122"/>
                        <a:ea typeface="微软雅黑" panose="020B0503020204020204" charset="-122"/>
                      </a:endParaRPr>
                    </a:p>
                  </a:txBody>
                  <a:tcPr marL="114300" marR="114300" marT="76200" marB="76200" anchor="ctr">
                    <a:lnL>
                      <a:noFill/>
                    </a:lnL>
                    <a:lnR>
                      <a:noFill/>
                    </a:lnR>
                    <a:lnT>
                      <a:noFill/>
                    </a:lnT>
                    <a:lnB w="19050">
                      <a:solidFill>
                        <a:srgbClr val="FFFFFF">
                          <a:alpha val="14118"/>
                        </a:srgbClr>
                      </a:solidFill>
                      <a:prstDash val="solid"/>
                    </a:lnB>
                    <a:solidFill>
                      <a:srgbClr val="FFFFFF">
                        <a:alpha val="10196"/>
                      </a:srgbClr>
                    </a:solidFill>
                  </a:tcPr>
                </a:tc>
                <a:tc>
                  <a:txBody>
                    <a:bodyPr wrap="square"/>
                    <a:p>
                      <a:pPr algn="l"/>
                      <a:r>
                        <a:rPr lang="zh-CN" altLang="en-US" sz="1350" b="0">
                          <a:solidFill>
                            <a:srgbClr val="EBF1FA"/>
                          </a:solidFill>
                          <a:latin typeface="微软雅黑" panose="020B0503020204020204" charset="-122"/>
                          <a:ea typeface="微软雅黑" panose="020B0503020204020204" charset="-122"/>
                          <a:cs typeface="微软雅黑" panose="020B0503020204020204" charset="-122"/>
                        </a:rPr>
                        <a:t>规范</a:t>
                      </a:r>
                      <a:r>
                        <a:rPr lang="en-US" altLang="zh-CN" sz="1350" b="0">
                          <a:solidFill>
                            <a:srgbClr val="EBF1FA"/>
                          </a:solidFill>
                          <a:latin typeface="微软雅黑" panose="020B0503020204020204" charset="-122"/>
                          <a:ea typeface="微软雅黑" panose="020B0503020204020204" charset="-122"/>
                          <a:cs typeface="微软雅黑" panose="020B0503020204020204" charset="-122"/>
                        </a:rPr>
                        <a:t>HTTP</a:t>
                      </a:r>
                      <a:r>
                        <a:rPr lang="zh-CN" altLang="en-US" sz="1350" b="0">
                          <a:solidFill>
                            <a:srgbClr val="EBF1FA"/>
                          </a:solidFill>
                          <a:latin typeface="微软雅黑" panose="020B0503020204020204" charset="-122"/>
                          <a:ea typeface="微软雅黑" panose="020B0503020204020204" charset="-122"/>
                          <a:cs typeface="微软雅黑" panose="020B0503020204020204" charset="-122"/>
                        </a:rPr>
                        <a:t>请求，遵循</a:t>
                      </a:r>
                      <a:r>
                        <a:rPr lang="en-US" altLang="zh-CN" sz="1350" b="0">
                          <a:solidFill>
                            <a:srgbClr val="EBF1FA"/>
                          </a:solidFill>
                          <a:latin typeface="微软雅黑" panose="020B0503020204020204" charset="-122"/>
                          <a:ea typeface="微软雅黑" panose="020B0503020204020204" charset="-122"/>
                          <a:cs typeface="微软雅黑" panose="020B0503020204020204" charset="-122"/>
                        </a:rPr>
                        <a:t>URL</a:t>
                      </a:r>
                      <a:r>
                        <a:rPr lang="zh-CN" altLang="en-US" sz="1350" b="0">
                          <a:solidFill>
                            <a:srgbClr val="EBF1FA"/>
                          </a:solidFill>
                          <a:latin typeface="微软雅黑" panose="020B0503020204020204" charset="-122"/>
                          <a:ea typeface="微软雅黑" panose="020B0503020204020204" charset="-122"/>
                          <a:cs typeface="微软雅黑" panose="020B0503020204020204" charset="-122"/>
                        </a:rPr>
                        <a:t>路径模式，</a:t>
                      </a:r>
                      <a:r>
                        <a:rPr lang="en-US" altLang="zh-CN" sz="1350" b="0">
                          <a:solidFill>
                            <a:srgbClr val="EBF1FA"/>
                          </a:solidFill>
                          <a:latin typeface="微软雅黑" panose="020B0503020204020204" charset="-122"/>
                          <a:ea typeface="微软雅黑" panose="020B0503020204020204" charset="-122"/>
                          <a:cs typeface="微软雅黑" panose="020B0503020204020204" charset="-122"/>
                        </a:rPr>
                        <a:t>Content-Type</a:t>
                      </a:r>
                      <a:r>
                        <a:rPr lang="zh-CN" altLang="en-US" sz="1350" b="0">
                          <a:solidFill>
                            <a:srgbClr val="EBF1FA"/>
                          </a:solidFill>
                          <a:latin typeface="微软雅黑" panose="020B0503020204020204" charset="-122"/>
                          <a:ea typeface="微软雅黑" panose="020B0503020204020204" charset="-122"/>
                          <a:cs typeface="微软雅黑" panose="020B0503020204020204" charset="-122"/>
                        </a:rPr>
                        <a:t>为</a:t>
                      </a:r>
                      <a:r>
                        <a:rPr lang="en-US" altLang="zh-CN" sz="1350" b="0">
                          <a:solidFill>
                            <a:srgbClr val="EBF1FA"/>
                          </a:solidFill>
                          <a:latin typeface="微软雅黑" panose="020B0503020204020204" charset="-122"/>
                          <a:ea typeface="微软雅黑" panose="020B0503020204020204" charset="-122"/>
                          <a:cs typeface="微软雅黑" panose="020B0503020204020204" charset="-122"/>
                        </a:rPr>
                        <a:t>application/json</a:t>
                      </a:r>
                      <a:endParaRPr lang="en-US" altLang="zh-CN" sz="1350" b="0">
                        <a:solidFill>
                          <a:srgbClr val="EBF1FA"/>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lnL>
                      <a:noFill/>
                    </a:lnL>
                    <a:lnR>
                      <a:noFill/>
                    </a:lnR>
                    <a:lnT>
                      <a:noFill/>
                    </a:lnT>
                    <a:lnB w="19050">
                      <a:solidFill>
                        <a:srgbClr val="FFFFFF">
                          <a:alpha val="14118"/>
                        </a:srgbClr>
                      </a:solidFill>
                      <a:prstDash val="solid"/>
                    </a:lnB>
                    <a:solidFill>
                      <a:srgbClr val="FFFFFF">
                        <a:alpha val="10196"/>
                      </a:srgbClr>
                    </a:solidFill>
                  </a:tcPr>
                </a:tc>
              </a:tr>
            </a:tbl>
          </a:graphicData>
        </a:graphic>
      </p:graphicFrame>
      <p:sp>
        <p:nvSpPr>
          <p:cNvPr id="5" name="任意多边形 4"/>
          <p:cNvSpPr/>
          <p:nvPr>
            <p:custDataLst>
              <p:tags r:id="rId3"/>
            </p:custDataLst>
          </p:nvPr>
        </p:nvSpPr>
        <p:spPr>
          <a:xfrm>
            <a:off x="575945" y="3164840"/>
            <a:ext cx="5400675" cy="3307080"/>
          </a:xfrm>
          <a:custGeom>
            <a:avLst/>
            <a:gdLst>
              <a:gd name="sw" fmla="*/ 1 w 8505"/>
              <a:gd name="sh" fmla="*/ 1 h 5208"/>
              <a:gd name="mins" fmla="min sw sh"/>
              <a:gd name="dsw" fmla="+- 0 sw mins"/>
              <a:gd name="dsh" fmla="+- 0 sh mins"/>
              <a:gd name="p0x0" fmla="*/ 120 w 8505"/>
              <a:gd name="p0y0" fmla="*/ 0 h 5208"/>
              <a:gd name="p0x1" fmla="*/ 8385 w 8505"/>
              <a:gd name="p0y1" fmla="*/ 0 h 5208"/>
              <a:gd name="p0x2" fmla="*/ 8451 w 8505"/>
              <a:gd name="p0y2" fmla="*/ 0 h 5208"/>
              <a:gd name="p0x3" fmla="*/ 8505 w 8505"/>
              <a:gd name="p0y3" fmla="*/ 53 h 5208"/>
              <a:gd name="p0x4" fmla="*/ 8505 w 8505"/>
              <a:gd name="p0y4" fmla="*/ 120 h 5208"/>
              <a:gd name="p0x5" fmla="*/ 8505 w 8505"/>
              <a:gd name="p0y5" fmla="*/ 5088 h 5208"/>
              <a:gd name="p0x6" fmla="*/ 8505 w 8505"/>
              <a:gd name="p0y6" fmla="*/ 5154 h 5208"/>
              <a:gd name="p0x7" fmla="*/ 8451 w 8505"/>
              <a:gd name="p0y7" fmla="*/ 5208 h 5208"/>
              <a:gd name="p0x8" fmla="*/ 8385 w 8505"/>
              <a:gd name="p0y8" fmla="*/ 5208 h 5208"/>
              <a:gd name="p0x9" fmla="*/ 120 w 8505"/>
              <a:gd name="p0y9" fmla="*/ 5208 h 5208"/>
              <a:gd name="p0x10" fmla="*/ 53 w 8505"/>
              <a:gd name="p0y10" fmla="*/ 5208 h 5208"/>
              <a:gd name="p0x11" fmla="*/ 0 w 8505"/>
              <a:gd name="p0y11" fmla="*/ 5154 h 5208"/>
              <a:gd name="p0x12" fmla="*/ 0 w 8505"/>
              <a:gd name="p0y12" fmla="*/ 5088 h 5208"/>
              <a:gd name="p0x13" fmla="*/ 0 w 8505"/>
              <a:gd name="p0y13" fmla="*/ 120 h 5208"/>
              <a:gd name="p0x14" fmla="*/ 0 w 8505"/>
              <a:gd name="p0y14" fmla="*/ 53 h 5208"/>
              <a:gd name="p0x15" fmla="*/ 53 w 8505"/>
              <a:gd name="p0y15" fmla="*/ 0 h 5208"/>
              <a:gd name="p0x16" fmla="*/ 120 w 8505"/>
              <a:gd name="p0y16" fmla="*/ 0 h 5208"/>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任意多边形 5"/>
          <p:cNvSpPr/>
          <p:nvPr>
            <p:custDataLst>
              <p:tags r:id="rId4"/>
            </p:custDataLst>
          </p:nvPr>
        </p:nvSpPr>
        <p:spPr>
          <a:xfrm>
            <a:off x="771525" y="3359785"/>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7" name="图片 6"/>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rcRect l="-2273" t="-897" r="-2273" b="-897"/>
          <a:stretch>
            <a:fillRect/>
          </a:stretch>
        </p:blipFill>
        <p:spPr>
          <a:xfrm>
            <a:off x="871220" y="3441065"/>
            <a:ext cx="219075" cy="252095"/>
          </a:xfrm>
          <a:prstGeom prst="rect">
            <a:avLst/>
          </a:prstGeom>
        </p:spPr>
      </p:pic>
      <p:sp>
        <p:nvSpPr>
          <p:cNvPr id="8" name="文本框 7"/>
          <p:cNvSpPr txBox="1"/>
          <p:nvPr>
            <p:custDataLst>
              <p:tags r:id="rId8"/>
            </p:custDataLst>
          </p:nvPr>
        </p:nvSpPr>
        <p:spPr>
          <a:xfrm>
            <a:off x="1304925" y="3387061"/>
            <a:ext cx="1333500" cy="365760"/>
          </a:xfrm>
          <a:prstGeom prst="rect">
            <a:avLst/>
          </a:prstGeom>
          <a:noFill/>
        </p:spPr>
        <p:txBody>
          <a:bodyPr wrap="square" lIns="0" tIns="0" rIns="0" bIns="0" rtlCol="0" anchor="t">
            <a:noAutofit/>
          </a:bodyPr>
          <a:p>
            <a:pPr algn="l">
              <a:lnSpc>
                <a:spcPct val="104000"/>
              </a:lnSpc>
            </a:pPr>
            <a:r>
              <a:rPr sz="2100" b="1">
                <a:solidFill>
                  <a:srgbClr val="EBF1FA"/>
                </a:solidFill>
                <a:latin typeface="微软雅黑" panose="020B0503020204020204" charset="-122"/>
                <a:ea typeface="微软雅黑" panose="020B0503020204020204" charset="-122"/>
              </a:rPr>
              <a:t>异步传输</a:t>
            </a:r>
            <a:endParaRPr sz="2100" b="1">
              <a:solidFill>
                <a:srgbClr val="EBF1FA"/>
              </a:solidFill>
              <a:latin typeface="微软雅黑" panose="020B0503020204020204" charset="-122"/>
              <a:ea typeface="微软雅黑" panose="020B0503020204020204" charset="-122"/>
            </a:endParaRPr>
          </a:p>
        </p:txBody>
      </p:sp>
      <p:sp>
        <p:nvSpPr>
          <p:cNvPr id="9" name="任意多边形 8"/>
          <p:cNvSpPr/>
          <p:nvPr>
            <p:custDataLst>
              <p:tags r:id="rId9"/>
            </p:custDataLst>
          </p:nvPr>
        </p:nvSpPr>
        <p:spPr>
          <a:xfrm>
            <a:off x="771525" y="4477385"/>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0" name="图片 9"/>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rcRect t="-7143" b="-7143"/>
          <a:stretch>
            <a:fillRect/>
          </a:stretch>
        </p:blipFill>
        <p:spPr>
          <a:xfrm>
            <a:off x="838200" y="4534535"/>
            <a:ext cx="133350" cy="152400"/>
          </a:xfrm>
          <a:prstGeom prst="rect">
            <a:avLst/>
          </a:prstGeom>
        </p:spPr>
      </p:pic>
      <p:sp>
        <p:nvSpPr>
          <p:cNvPr id="11" name="文本框 10"/>
          <p:cNvSpPr txBox="1"/>
          <p:nvPr>
            <p:custDataLst>
              <p:tags r:id="rId13"/>
            </p:custDataLst>
          </p:nvPr>
        </p:nvSpPr>
        <p:spPr>
          <a:xfrm>
            <a:off x="1152525" y="4463434"/>
            <a:ext cx="2913755" cy="261938"/>
          </a:xfrm>
          <a:prstGeom prst="rect">
            <a:avLst/>
          </a:prstGeom>
          <a:noFill/>
        </p:spPr>
        <p:txBody>
          <a:bodyPr wrap="square" lIns="0" tIns="0" rIns="0" bIns="0" rtlCol="0" anchor="t">
            <a:noAutofit/>
          </a:bodyPr>
          <a:p>
            <a:pPr algn="l">
              <a:lnSpc>
                <a:spcPct val="104000"/>
              </a:lnSpc>
            </a:pPr>
            <a:r>
              <a:rPr lang="en-US" altLang="en-US" sz="1500" b="1">
                <a:solidFill>
                  <a:srgbClr val="EBF1FA"/>
                </a:solidFill>
                <a:latin typeface="微软雅黑" panose="020B0503020204020204" charset="-122"/>
                <a:ea typeface="微软雅黑" panose="020B0503020204020204" charset="-122"/>
                <a:cs typeface="微软雅黑" panose="020B0503020204020204" charset="-122"/>
              </a:rPr>
              <a:t>SSE</a:t>
            </a:r>
            <a:r>
              <a:rPr lang="zh-CN" altLang="en-US" sz="1500" b="1">
                <a:solidFill>
                  <a:srgbClr val="EBF1FA"/>
                </a:solidFill>
                <a:latin typeface="微软雅黑" panose="020B0503020204020204" charset="-122"/>
                <a:ea typeface="微软雅黑" panose="020B0503020204020204" charset="-122"/>
                <a:cs typeface="微软雅黑" panose="020B0503020204020204" charset="-122"/>
              </a:rPr>
              <a:t>（</a:t>
            </a:r>
            <a:r>
              <a:rPr lang="en-US" altLang="zh-CN" sz="1500" b="1">
                <a:solidFill>
                  <a:srgbClr val="EBF1FA"/>
                </a:solidFill>
                <a:latin typeface="微软雅黑" panose="020B0503020204020204" charset="-122"/>
                <a:ea typeface="微软雅黑" panose="020B0503020204020204" charset="-122"/>
                <a:cs typeface="微软雅黑" panose="020B0503020204020204" charset="-122"/>
              </a:rPr>
              <a:t>Server-Sent Events</a:t>
            </a:r>
            <a:r>
              <a:rPr lang="zh-CN" altLang="en-US" sz="1500" b="1">
                <a:solidFill>
                  <a:srgbClr val="EBF1FA"/>
                </a:solidFill>
                <a:latin typeface="微软雅黑" panose="020B0503020204020204" charset="-122"/>
                <a:ea typeface="微软雅黑" panose="020B0503020204020204" charset="-122"/>
                <a:cs typeface="微软雅黑" panose="020B0503020204020204" charset="-122"/>
              </a:rPr>
              <a:t>）</a:t>
            </a:r>
            <a:endParaRPr lang="zh-CN" altLang="en-US" sz="1500" b="1">
              <a:solidFill>
                <a:srgbClr val="EBF1FA"/>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custDataLst>
              <p:tags r:id="rId14"/>
            </p:custDataLst>
          </p:nvPr>
        </p:nvSpPr>
        <p:spPr>
          <a:xfrm>
            <a:off x="1152525" y="4738706"/>
            <a:ext cx="2532755" cy="297180"/>
          </a:xfrm>
          <a:prstGeom prst="rect">
            <a:avLst/>
          </a:prstGeom>
          <a:noFill/>
        </p:spPr>
        <p:txBody>
          <a:bodyPr wrap="square" lIns="0" tIns="0" rIns="0" bIns="0" rtlCol="0" anchor="t">
            <a:noAutofit/>
          </a:bodyPr>
          <a:p>
            <a:pPr algn="l">
              <a:lnSpc>
                <a:spcPct val="133000"/>
              </a:lnSpc>
            </a:pPr>
            <a:r>
              <a:rPr sz="1350">
                <a:solidFill>
                  <a:srgbClr val="EBF1FA">
                    <a:alpha val="72157"/>
                  </a:srgbClr>
                </a:solidFill>
                <a:latin typeface="微软雅黑" panose="020B0503020204020204" charset="-122"/>
                <a:ea typeface="微软雅黑" panose="020B0503020204020204" charset="-122"/>
              </a:rPr>
              <a:t>服务器主动推送消息</a:t>
            </a:r>
            <a:endParaRPr sz="1350">
              <a:solidFill>
                <a:srgbClr val="EBF1FA">
                  <a:alpha val="72157"/>
                </a:srgbClr>
              </a:solidFill>
              <a:latin typeface="微软雅黑" panose="020B0503020204020204" charset="-122"/>
              <a:ea typeface="微软雅黑" panose="020B0503020204020204" charset="-122"/>
            </a:endParaRPr>
          </a:p>
        </p:txBody>
      </p:sp>
      <p:sp>
        <p:nvSpPr>
          <p:cNvPr id="13" name="任意多边形 12"/>
          <p:cNvSpPr/>
          <p:nvPr>
            <p:custDataLst>
              <p:tags r:id="rId15"/>
            </p:custDataLst>
          </p:nvPr>
        </p:nvSpPr>
        <p:spPr>
          <a:xfrm>
            <a:off x="771525" y="5180330"/>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4" name="图片 13"/>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rcRect/>
          <a:stretch>
            <a:fillRect/>
          </a:stretch>
        </p:blipFill>
        <p:spPr>
          <a:xfrm>
            <a:off x="828675" y="5237480"/>
            <a:ext cx="152400" cy="152400"/>
          </a:xfrm>
          <a:prstGeom prst="rect">
            <a:avLst/>
          </a:prstGeom>
        </p:spPr>
      </p:pic>
      <p:sp>
        <p:nvSpPr>
          <p:cNvPr id="15" name="文本框 14"/>
          <p:cNvSpPr txBox="1"/>
          <p:nvPr>
            <p:custDataLst>
              <p:tags r:id="rId19"/>
            </p:custDataLst>
          </p:nvPr>
        </p:nvSpPr>
        <p:spPr>
          <a:xfrm>
            <a:off x="1152525" y="5166351"/>
            <a:ext cx="3600526" cy="261938"/>
          </a:xfrm>
          <a:prstGeom prst="rect">
            <a:avLst/>
          </a:prstGeom>
          <a:noFill/>
        </p:spPr>
        <p:txBody>
          <a:bodyPr wrap="square" lIns="0" tIns="0" rIns="0" bIns="0" rtlCol="0" anchor="t">
            <a:noAutofit/>
          </a:bodyPr>
          <a:p>
            <a:pPr algn="l">
              <a:lnSpc>
                <a:spcPct val="104000"/>
              </a:lnSpc>
            </a:pPr>
            <a:r>
              <a:rPr lang="en-US" sz="1500" b="1">
                <a:solidFill>
                  <a:srgbClr val="EBF1FA"/>
                </a:solidFill>
                <a:latin typeface="微软雅黑" panose="020B0503020204020204" charset="-122"/>
                <a:ea typeface="微软雅黑" panose="020B0503020204020204" charset="-122"/>
                <a:cs typeface="微软雅黑" panose="020B0503020204020204" charset="-122"/>
              </a:rPr>
              <a:t>Task</a:t>
            </a:r>
            <a:r>
              <a:rPr lang="zh-CN" sz="1500" b="1">
                <a:solidFill>
                  <a:srgbClr val="EBF1FA"/>
                </a:solidFill>
                <a:latin typeface="微软雅黑" panose="020B0503020204020204" charset="-122"/>
                <a:ea typeface="微软雅黑" panose="020B0503020204020204" charset="-122"/>
                <a:cs typeface="微软雅黑" panose="020B0503020204020204" charset="-122"/>
              </a:rPr>
              <a:t>机制</a:t>
            </a:r>
            <a:endParaRPr lang="zh-CN" sz="1500" b="1">
              <a:solidFill>
                <a:srgbClr val="EBF1FA"/>
              </a:solidFill>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custDataLst>
              <p:tags r:id="rId20"/>
            </p:custDataLst>
          </p:nvPr>
        </p:nvSpPr>
        <p:spPr>
          <a:xfrm>
            <a:off x="1152525" y="5441623"/>
            <a:ext cx="3943426" cy="297180"/>
          </a:xfrm>
          <a:prstGeom prst="rect">
            <a:avLst/>
          </a:prstGeom>
          <a:noFill/>
        </p:spPr>
        <p:txBody>
          <a:bodyPr wrap="square" lIns="0" tIns="0" rIns="0" bIns="0" rtlCol="0" anchor="t">
            <a:noAutofit/>
          </a:bodyPr>
          <a:p>
            <a:pPr algn="l">
              <a:lnSpc>
                <a:spcPct val="133000"/>
              </a:lnSpc>
            </a:pPr>
            <a:r>
              <a:rPr sz="1350">
                <a:solidFill>
                  <a:srgbClr val="EBF1FA">
                    <a:alpha val="72157"/>
                  </a:srgbClr>
                </a:solidFill>
                <a:latin typeface="微软雅黑" panose="020B0503020204020204" charset="-122"/>
                <a:ea typeface="微软雅黑" panose="020B0503020204020204" charset="-122"/>
              </a:rPr>
              <a:t>客户端订阅任务状态更新，推送增量内容和工件</a:t>
            </a:r>
            <a:endParaRPr sz="1350">
              <a:solidFill>
                <a:srgbClr val="EBF1FA">
                  <a:alpha val="72157"/>
                </a:srgbClr>
              </a:solidFill>
              <a:latin typeface="微软雅黑" panose="020B0503020204020204" charset="-122"/>
              <a:ea typeface="微软雅黑" panose="020B0503020204020204" charset="-122"/>
            </a:endParaRPr>
          </a:p>
        </p:txBody>
      </p:sp>
      <p:sp>
        <p:nvSpPr>
          <p:cNvPr id="17" name="任意多边形 16"/>
          <p:cNvSpPr/>
          <p:nvPr>
            <p:custDataLst>
              <p:tags r:id="rId21"/>
            </p:custDataLst>
          </p:nvPr>
        </p:nvSpPr>
        <p:spPr>
          <a:xfrm>
            <a:off x="6214745" y="3164840"/>
            <a:ext cx="5400675" cy="3307080"/>
          </a:xfrm>
          <a:custGeom>
            <a:avLst/>
            <a:gdLst>
              <a:gd name="sw" fmla="*/ 1 w 8505"/>
              <a:gd name="sh" fmla="*/ 1 h 5208"/>
              <a:gd name="mins" fmla="min sw sh"/>
              <a:gd name="dsw" fmla="+- 0 sw mins"/>
              <a:gd name="dsh" fmla="+- 0 sh mins"/>
              <a:gd name="p0x0" fmla="*/ 120 w 8505"/>
              <a:gd name="p0y0" fmla="*/ 0 h 5208"/>
              <a:gd name="p0x1" fmla="*/ 8385 w 8505"/>
              <a:gd name="p0y1" fmla="*/ 0 h 5208"/>
              <a:gd name="p0x2" fmla="*/ 8451 w 8505"/>
              <a:gd name="p0y2" fmla="*/ 0 h 5208"/>
              <a:gd name="p0x3" fmla="*/ 8505 w 8505"/>
              <a:gd name="p0y3" fmla="*/ 53 h 5208"/>
              <a:gd name="p0x4" fmla="*/ 8505 w 8505"/>
              <a:gd name="p0y4" fmla="*/ 120 h 5208"/>
              <a:gd name="p0x5" fmla="*/ 8505 w 8505"/>
              <a:gd name="p0y5" fmla="*/ 5088 h 5208"/>
              <a:gd name="p0x6" fmla="*/ 8505 w 8505"/>
              <a:gd name="p0y6" fmla="*/ 5154 h 5208"/>
              <a:gd name="p0x7" fmla="*/ 8451 w 8505"/>
              <a:gd name="p0y7" fmla="*/ 5208 h 5208"/>
              <a:gd name="p0x8" fmla="*/ 8385 w 8505"/>
              <a:gd name="p0y8" fmla="*/ 5208 h 5208"/>
              <a:gd name="p0x9" fmla="*/ 120 w 8505"/>
              <a:gd name="p0y9" fmla="*/ 5208 h 5208"/>
              <a:gd name="p0x10" fmla="*/ 53 w 8505"/>
              <a:gd name="p0y10" fmla="*/ 5208 h 5208"/>
              <a:gd name="p0x11" fmla="*/ 0 w 8505"/>
              <a:gd name="p0y11" fmla="*/ 5154 h 5208"/>
              <a:gd name="p0x12" fmla="*/ 0 w 8505"/>
              <a:gd name="p0y12" fmla="*/ 5088 h 5208"/>
              <a:gd name="p0x13" fmla="*/ 0 w 8505"/>
              <a:gd name="p0y13" fmla="*/ 120 h 5208"/>
              <a:gd name="p0x14" fmla="*/ 0 w 8505"/>
              <a:gd name="p0y14" fmla="*/ 53 h 5208"/>
              <a:gd name="p0x15" fmla="*/ 53 w 8505"/>
              <a:gd name="p0y15" fmla="*/ 0 h 5208"/>
              <a:gd name="p0x16" fmla="*/ 120 w 8505"/>
              <a:gd name="p0y16" fmla="*/ 0 h 5208"/>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任意多边形 17"/>
          <p:cNvSpPr/>
          <p:nvPr>
            <p:custDataLst>
              <p:tags r:id="rId22"/>
            </p:custDataLst>
          </p:nvPr>
        </p:nvSpPr>
        <p:spPr>
          <a:xfrm>
            <a:off x="6410325" y="3359785"/>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9" name="图片 18"/>
          <p:cNvPicPr>
            <a:picLocks noChangeAspect="1"/>
          </p:cNvPicPr>
          <p:nvPr>
            <p:custDataLst>
              <p:tags r:id="rId23"/>
            </p:custDataLst>
          </p:nvPr>
        </p:nvPicPr>
        <p:blipFill>
          <a:blip r:embed="rId24">
            <a:extLst>
              <a:ext uri="{96DAC541-7B7A-43D3-8B79-37D633B846F1}">
                <asvg:svgBlip xmlns:asvg="http://schemas.microsoft.com/office/drawing/2016/SVG/main" r:embed="rId25"/>
              </a:ext>
            </a:extLst>
          </a:blip>
          <a:srcRect l="-2273" t="-16167" r="-2273" b="-16167"/>
          <a:stretch>
            <a:fillRect/>
          </a:stretch>
        </p:blipFill>
        <p:spPr>
          <a:xfrm>
            <a:off x="6510020" y="3441065"/>
            <a:ext cx="219075" cy="252095"/>
          </a:xfrm>
          <a:prstGeom prst="rect">
            <a:avLst/>
          </a:prstGeom>
        </p:spPr>
      </p:pic>
      <p:sp>
        <p:nvSpPr>
          <p:cNvPr id="20" name="文本框 19"/>
          <p:cNvSpPr txBox="1"/>
          <p:nvPr>
            <p:custDataLst>
              <p:tags r:id="rId26"/>
            </p:custDataLst>
          </p:nvPr>
        </p:nvSpPr>
        <p:spPr>
          <a:xfrm>
            <a:off x="6943725" y="3387061"/>
            <a:ext cx="1333500" cy="365760"/>
          </a:xfrm>
          <a:prstGeom prst="rect">
            <a:avLst/>
          </a:prstGeom>
          <a:noFill/>
        </p:spPr>
        <p:txBody>
          <a:bodyPr wrap="square" lIns="0" tIns="0" rIns="0" bIns="0" rtlCol="0" anchor="t">
            <a:noAutofit/>
          </a:bodyPr>
          <a:p>
            <a:pPr algn="l">
              <a:lnSpc>
                <a:spcPct val="104000"/>
              </a:lnSpc>
            </a:pPr>
            <a:r>
              <a:rPr sz="2100" b="1">
                <a:solidFill>
                  <a:srgbClr val="EBF1FA"/>
                </a:solidFill>
                <a:latin typeface="微软雅黑" panose="020B0503020204020204" charset="-122"/>
                <a:ea typeface="微软雅黑" panose="020B0503020204020204" charset="-122"/>
              </a:rPr>
              <a:t>安全框架</a:t>
            </a:r>
            <a:endParaRPr sz="2100" b="1">
              <a:solidFill>
                <a:srgbClr val="EBF1FA"/>
              </a:solidFill>
              <a:latin typeface="微软雅黑" panose="020B0503020204020204" charset="-122"/>
              <a:ea typeface="微软雅黑" panose="020B0503020204020204" charset="-122"/>
            </a:endParaRPr>
          </a:p>
        </p:txBody>
      </p:sp>
      <p:sp>
        <p:nvSpPr>
          <p:cNvPr id="21" name="任意多边形 20"/>
          <p:cNvSpPr/>
          <p:nvPr>
            <p:custDataLst>
              <p:tags r:id="rId27"/>
            </p:custDataLst>
          </p:nvPr>
        </p:nvSpPr>
        <p:spPr>
          <a:xfrm>
            <a:off x="6410325" y="4477385"/>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2" name="图片 21"/>
          <p:cNvPicPr>
            <a:picLocks noChangeAspect="1"/>
          </p:cNvPicPr>
          <p:nvPr>
            <p:custDataLst>
              <p:tags r:id="rId28"/>
            </p:custDataLst>
          </p:nvPr>
        </p:nvPicPr>
        <p:blipFill>
          <a:blip r:embed="rId29">
            <a:extLst>
              <a:ext uri="{96DAC541-7B7A-43D3-8B79-37D633B846F1}">
                <asvg:svgBlip xmlns:asvg="http://schemas.microsoft.com/office/drawing/2016/SVG/main" r:embed="rId30"/>
              </a:ext>
            </a:extLst>
          </a:blip>
          <a:srcRect l="-3125" r="-3125"/>
          <a:stretch>
            <a:fillRect/>
          </a:stretch>
        </p:blipFill>
        <p:spPr>
          <a:xfrm>
            <a:off x="6486525" y="4534535"/>
            <a:ext cx="114300" cy="152400"/>
          </a:xfrm>
          <a:prstGeom prst="rect">
            <a:avLst/>
          </a:prstGeom>
        </p:spPr>
      </p:pic>
      <p:sp>
        <p:nvSpPr>
          <p:cNvPr id="23" name="文本框 22"/>
          <p:cNvSpPr txBox="1"/>
          <p:nvPr>
            <p:custDataLst>
              <p:tags r:id="rId31"/>
            </p:custDataLst>
          </p:nvPr>
        </p:nvSpPr>
        <p:spPr>
          <a:xfrm>
            <a:off x="6791325" y="4463434"/>
            <a:ext cx="1685258" cy="261938"/>
          </a:xfrm>
          <a:prstGeom prst="rect">
            <a:avLst/>
          </a:prstGeom>
          <a:noFill/>
        </p:spPr>
        <p:txBody>
          <a:bodyPr wrap="square" lIns="0" tIns="0" rIns="0" bIns="0" rtlCol="0" anchor="t">
            <a:noAutofit/>
          </a:bodyPr>
          <a:p>
            <a:pPr algn="l">
              <a:lnSpc>
                <a:spcPct val="104000"/>
              </a:lnSpc>
            </a:pPr>
            <a:r>
              <a:rPr sz="1500" b="1">
                <a:solidFill>
                  <a:srgbClr val="EBF1FA"/>
                </a:solidFill>
                <a:latin typeface="微软雅黑" panose="020B0503020204020204" charset="-122"/>
                <a:ea typeface="微软雅黑" panose="020B0503020204020204" charset="-122"/>
              </a:rPr>
              <a:t>传输通道安全</a:t>
            </a:r>
            <a:endParaRPr sz="1500" b="1">
              <a:solidFill>
                <a:srgbClr val="EBF1FA"/>
              </a:solidFill>
              <a:latin typeface="微软雅黑" panose="020B0503020204020204" charset="-122"/>
              <a:ea typeface="微软雅黑" panose="020B0503020204020204" charset="-122"/>
            </a:endParaRPr>
          </a:p>
        </p:txBody>
      </p:sp>
      <p:sp>
        <p:nvSpPr>
          <p:cNvPr id="24" name="文本框 23"/>
          <p:cNvSpPr txBox="1"/>
          <p:nvPr>
            <p:custDataLst>
              <p:tags r:id="rId32"/>
            </p:custDataLst>
          </p:nvPr>
        </p:nvSpPr>
        <p:spPr>
          <a:xfrm>
            <a:off x="6791325" y="4738706"/>
            <a:ext cx="1856708" cy="297180"/>
          </a:xfrm>
          <a:prstGeom prst="rect">
            <a:avLst/>
          </a:prstGeom>
          <a:noFill/>
        </p:spPr>
        <p:txBody>
          <a:bodyPr wrap="square" lIns="0" tIns="0" rIns="0" bIns="0" rtlCol="0" anchor="t">
            <a:noAutofit/>
          </a:bodyPr>
          <a:p>
            <a:pPr algn="l">
              <a:lnSpc>
                <a:spcPct val="133000"/>
              </a:lnSpc>
            </a:pPr>
            <a:r>
              <a:rPr lang="en-US" sz="1350">
                <a:solidFill>
                  <a:srgbClr val="EBF1FA">
                    <a:alpha val="72157"/>
                  </a:srgbClr>
                </a:solidFill>
                <a:latin typeface="微软雅黑" panose="020B0503020204020204" charset="-122"/>
                <a:ea typeface="微软雅黑" panose="020B0503020204020204" charset="-122"/>
                <a:cs typeface="微软雅黑" panose="020B0503020204020204" charset="-122"/>
              </a:rPr>
              <a:t>TLS 1.2+ HTTPS</a:t>
            </a:r>
            <a:r>
              <a:rPr lang="zh-CN" sz="1350">
                <a:solidFill>
                  <a:srgbClr val="EBF1FA">
                    <a:alpha val="72157"/>
                  </a:srgbClr>
                </a:solidFill>
                <a:latin typeface="微软雅黑" panose="020B0503020204020204" charset="-122"/>
                <a:ea typeface="微软雅黑" panose="020B0503020204020204" charset="-122"/>
                <a:cs typeface="微软雅黑" panose="020B0503020204020204" charset="-122"/>
              </a:rPr>
              <a:t>加密</a:t>
            </a:r>
            <a:endParaRPr lang="zh-CN" sz="135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25" name="任意多边形 24"/>
          <p:cNvSpPr/>
          <p:nvPr>
            <p:custDataLst>
              <p:tags r:id="rId33"/>
            </p:custDataLst>
          </p:nvPr>
        </p:nvSpPr>
        <p:spPr>
          <a:xfrm>
            <a:off x="6410325" y="5180330"/>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6" name="图片 25"/>
          <p:cNvPicPr>
            <a:picLocks noChangeAspect="1"/>
          </p:cNvPicPr>
          <p:nvPr>
            <p:custDataLst>
              <p:tags r:id="rId34"/>
            </p:custDataLst>
          </p:nvPr>
        </p:nvPicPr>
        <p:blipFill>
          <a:blip r:embed="rId35">
            <a:extLst>
              <a:ext uri="{96DAC541-7B7A-43D3-8B79-37D633B846F1}">
                <asvg:svgBlip xmlns:asvg="http://schemas.microsoft.com/office/drawing/2016/SVG/main" r:embed="rId36"/>
              </a:ext>
            </a:extLst>
          </a:blip>
          <a:srcRect/>
          <a:stretch>
            <a:fillRect/>
          </a:stretch>
        </p:blipFill>
        <p:spPr>
          <a:xfrm>
            <a:off x="6467475" y="5237480"/>
            <a:ext cx="152400" cy="152400"/>
          </a:xfrm>
          <a:prstGeom prst="rect">
            <a:avLst/>
          </a:prstGeom>
        </p:spPr>
      </p:pic>
      <p:sp>
        <p:nvSpPr>
          <p:cNvPr id="27" name="文本框 26"/>
          <p:cNvSpPr txBox="1"/>
          <p:nvPr>
            <p:custDataLst>
              <p:tags r:id="rId37"/>
            </p:custDataLst>
          </p:nvPr>
        </p:nvSpPr>
        <p:spPr>
          <a:xfrm>
            <a:off x="6791325" y="5166351"/>
            <a:ext cx="3199428" cy="261938"/>
          </a:xfrm>
          <a:prstGeom prst="rect">
            <a:avLst/>
          </a:prstGeom>
          <a:noFill/>
        </p:spPr>
        <p:txBody>
          <a:bodyPr wrap="square" lIns="0" tIns="0" rIns="0" bIns="0" rtlCol="0" anchor="t">
            <a:noAutofit/>
          </a:bodyPr>
          <a:p>
            <a:pPr algn="l">
              <a:lnSpc>
                <a:spcPct val="104000"/>
              </a:lnSpc>
            </a:pPr>
            <a:r>
              <a:rPr sz="1500" b="1">
                <a:solidFill>
                  <a:srgbClr val="EBF1FA"/>
                </a:solidFill>
                <a:latin typeface="微软雅黑" panose="020B0503020204020204" charset="-122"/>
                <a:ea typeface="微软雅黑" panose="020B0503020204020204" charset="-122"/>
              </a:rPr>
              <a:t>身份认证与授权</a:t>
            </a:r>
            <a:endParaRPr sz="1500" b="1">
              <a:solidFill>
                <a:srgbClr val="EBF1FA"/>
              </a:solidFill>
              <a:latin typeface="微软雅黑" panose="020B0503020204020204" charset="-122"/>
              <a:ea typeface="微软雅黑" panose="020B0503020204020204" charset="-122"/>
            </a:endParaRPr>
          </a:p>
        </p:txBody>
      </p:sp>
      <p:sp>
        <p:nvSpPr>
          <p:cNvPr id="28" name="文本框 27"/>
          <p:cNvSpPr txBox="1"/>
          <p:nvPr>
            <p:custDataLst>
              <p:tags r:id="rId38"/>
            </p:custDataLst>
          </p:nvPr>
        </p:nvSpPr>
        <p:spPr>
          <a:xfrm>
            <a:off x="6791325" y="5441623"/>
            <a:ext cx="3542328" cy="297180"/>
          </a:xfrm>
          <a:prstGeom prst="rect">
            <a:avLst/>
          </a:prstGeom>
          <a:noFill/>
        </p:spPr>
        <p:txBody>
          <a:bodyPr wrap="square" lIns="0" tIns="0" rIns="0" bIns="0" rtlCol="0" anchor="t">
            <a:noAutofit/>
          </a:bodyPr>
          <a:p>
            <a:pPr algn="l">
              <a:lnSpc>
                <a:spcPct val="133000"/>
              </a:lnSpc>
            </a:pPr>
            <a:r>
              <a:rPr lang="en-US" altLang="en-US" sz="1350">
                <a:solidFill>
                  <a:srgbClr val="EBF1FA">
                    <a:alpha val="72157"/>
                  </a:srgbClr>
                </a:solidFill>
                <a:latin typeface="微软雅黑" panose="020B0503020204020204" charset="-122"/>
                <a:ea typeface="微软雅黑" panose="020B0503020204020204" charset="-122"/>
                <a:cs typeface="微软雅黑" panose="020B0503020204020204" charset="-122"/>
              </a:rPr>
              <a:t>Bearer</a:t>
            </a:r>
            <a:r>
              <a:rPr lang="zh-CN" altLang="en-US" sz="1350">
                <a:solidFill>
                  <a:srgbClr val="EBF1FA">
                    <a:alpha val="72157"/>
                  </a:srgbClr>
                </a:solidFill>
                <a:latin typeface="微软雅黑" panose="020B0503020204020204" charset="-122"/>
                <a:ea typeface="微软雅黑" panose="020B0503020204020204" charset="-122"/>
                <a:cs typeface="微软雅黑" panose="020B0503020204020204" charset="-122"/>
              </a:rPr>
              <a:t>简易验证、</a:t>
            </a:r>
            <a:r>
              <a:rPr lang="en-US" altLang="zh-CN" sz="1350">
                <a:solidFill>
                  <a:srgbClr val="EBF1FA">
                    <a:alpha val="72157"/>
                  </a:srgbClr>
                </a:solidFill>
                <a:latin typeface="微软雅黑" panose="020B0503020204020204" charset="-122"/>
                <a:ea typeface="微软雅黑" panose="020B0503020204020204" charset="-122"/>
                <a:cs typeface="微软雅黑" panose="020B0503020204020204" charset="-122"/>
              </a:rPr>
              <a:t>OAuth2</a:t>
            </a:r>
            <a:r>
              <a:rPr lang="zh-CN" altLang="en-US" sz="1350">
                <a:solidFill>
                  <a:srgbClr val="EBF1FA">
                    <a:alpha val="72157"/>
                  </a:srgbClr>
                </a:solidFill>
                <a:latin typeface="微软雅黑" panose="020B0503020204020204" charset="-122"/>
                <a:ea typeface="微软雅黑" panose="020B0503020204020204" charset="-122"/>
                <a:cs typeface="微软雅黑" panose="020B0503020204020204" charset="-122"/>
              </a:rPr>
              <a:t>动态</a:t>
            </a:r>
            <a:r>
              <a:rPr lang="en-US" altLang="zh-CN" sz="1350">
                <a:solidFill>
                  <a:srgbClr val="EBF1FA">
                    <a:alpha val="72157"/>
                  </a:srgbClr>
                </a:solidFill>
                <a:latin typeface="微软雅黑" panose="020B0503020204020204" charset="-122"/>
                <a:ea typeface="微软雅黑" panose="020B0503020204020204" charset="-122"/>
                <a:cs typeface="微软雅黑" panose="020B0503020204020204" charset="-122"/>
              </a:rPr>
              <a:t>Token</a:t>
            </a:r>
            <a:r>
              <a:rPr lang="zh-CN" altLang="en-US" sz="1350">
                <a:solidFill>
                  <a:srgbClr val="EBF1FA">
                    <a:alpha val="72157"/>
                  </a:srgbClr>
                </a:solidFill>
                <a:latin typeface="微软雅黑" panose="020B0503020204020204" charset="-122"/>
                <a:ea typeface="微软雅黑" panose="020B0503020204020204" charset="-122"/>
                <a:cs typeface="微软雅黑" panose="020B0503020204020204" charset="-122"/>
              </a:rPr>
              <a:t>机制</a:t>
            </a:r>
            <a:endParaRPr lang="zh-CN" altLang="en-US" sz="135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16385"/>
            <p:custDataLst>
              <p:tags r:id="rId1"/>
            </p:custDataLst>
          </p:nvPr>
        </p:nvSpPr>
        <p:spPr/>
        <p:txBody>
          <a:bodyPr>
            <a:normAutofit/>
          </a:bodyPr>
          <a:p>
            <a:r>
              <a:rPr lang="zh-CN" altLang="en-US"/>
              <a:t>横向对比与应用场景</a:t>
            </a:r>
            <a:endParaRPr lang="zh-CN" altLang="en-US"/>
          </a:p>
        </p:txBody>
      </p:sp>
      <p:sp>
        <p:nvSpPr>
          <p:cNvPr id="3" name="节编号 3"/>
          <p:cNvSpPr>
            <a:spLocks noGrp="1"/>
          </p:cNvSpPr>
          <p:nvPr>
            <p:ph type="body" sz="quarter" idx="16386"/>
            <p:custDataLst>
              <p:tags r:id="rId2"/>
            </p:custDataLst>
          </p:nvPr>
        </p:nvSpPr>
        <p:spPr/>
        <p:txBody>
          <a:bodyPr/>
          <a:p>
            <a:r>
              <a:rPr lang="en-US" altLang="en-US"/>
              <a:t>04</a:t>
            </a:r>
            <a:endParaRPr lang="en-US" altLang="en-US"/>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188"/>
            <a:ext cx="11125200" cy="500063"/>
          </a:xfrm>
          <a:prstGeom prst="rect">
            <a:avLst/>
          </a:prstGeom>
          <a:noFill/>
        </p:spPr>
        <p:txBody>
          <a:bodyPr wrap="square" lIns="0" tIns="0" rIns="0" bIns="0" rtlCol="0" anchor="t">
            <a:noAutofit/>
          </a:bodyPr>
          <a:p>
            <a:pPr algn="l">
              <a:lnSpc>
                <a:spcPct val="100000"/>
              </a:lnSpc>
            </a:pPr>
            <a:r>
              <a:rPr lang="en-US" altLang="en-US" sz="3000" b="1">
                <a:solidFill>
                  <a:srgbClr val="EBF1FA"/>
                </a:solidFill>
                <a:latin typeface="微软雅黑" panose="020B0503020204020204" charset="-122"/>
                <a:ea typeface="微软雅黑" panose="020B0503020204020204" charset="-122"/>
                <a:cs typeface="微软雅黑" panose="020B0503020204020204" charset="-122"/>
              </a:rPr>
              <a:t>A2A</a:t>
            </a:r>
            <a:r>
              <a:rPr lang="zh-CN" altLang="en-US" sz="3000" b="1">
                <a:solidFill>
                  <a:srgbClr val="EBF1FA"/>
                </a:solidFill>
                <a:latin typeface="微软雅黑" panose="020B0503020204020204" charset="-122"/>
                <a:ea typeface="微软雅黑" panose="020B0503020204020204" charset="-122"/>
                <a:cs typeface="微软雅黑" panose="020B0503020204020204" charset="-122"/>
              </a:rPr>
              <a:t>与</a:t>
            </a:r>
            <a:r>
              <a:rPr lang="en-US" altLang="zh-CN" sz="3000" b="1">
                <a:solidFill>
                  <a:srgbClr val="EBF1FA"/>
                </a:solidFill>
                <a:latin typeface="微软雅黑" panose="020B0503020204020204" charset="-122"/>
                <a:ea typeface="微软雅黑" panose="020B0503020204020204" charset="-122"/>
                <a:cs typeface="微软雅黑" panose="020B0503020204020204" charset="-122"/>
              </a:rPr>
              <a:t>MCP</a:t>
            </a:r>
            <a:r>
              <a:rPr lang="zh-CN" altLang="en-US" sz="3000" b="1">
                <a:solidFill>
                  <a:srgbClr val="EBF1FA"/>
                </a:solidFill>
                <a:latin typeface="微软雅黑" panose="020B0503020204020204" charset="-122"/>
                <a:ea typeface="微软雅黑" panose="020B0503020204020204" charset="-122"/>
                <a:cs typeface="微软雅黑" panose="020B0503020204020204" charset="-122"/>
              </a:rPr>
              <a:t>对比</a:t>
            </a:r>
            <a:endParaRPr lang="zh-CN" altLang="en-US" sz="3000" b="1">
              <a:solidFill>
                <a:srgbClr val="EBF1FA"/>
              </a:solidFill>
              <a:latin typeface="微软雅黑" panose="020B0503020204020204" charset="-122"/>
              <a:ea typeface="微软雅黑" panose="020B0503020204020204" charset="-122"/>
              <a:cs typeface="微软雅黑" panose="020B0503020204020204" charset="-122"/>
            </a:endParaRPr>
          </a:p>
        </p:txBody>
      </p:sp>
      <p:sp>
        <p:nvSpPr>
          <p:cNvPr id="4" name="任意多边形 3"/>
          <p:cNvSpPr/>
          <p:nvPr>
            <p:custDataLst>
              <p:tags r:id="rId2"/>
            </p:custDataLst>
          </p:nvPr>
        </p:nvSpPr>
        <p:spPr>
          <a:xfrm>
            <a:off x="575945" y="1109345"/>
            <a:ext cx="5165725" cy="5362575"/>
          </a:xfrm>
          <a:custGeom>
            <a:avLst/>
            <a:gdLst>
              <a:gd name="sw" fmla="*/ 1 w 8135"/>
              <a:gd name="sh" fmla="*/ 1 h 8445"/>
              <a:gd name="mins" fmla="min sw sh"/>
              <a:gd name="dsw" fmla="+- 0 sw mins"/>
              <a:gd name="dsh" fmla="+- 0 sh mins"/>
              <a:gd name="p0x0" fmla="*/ 120 w 8135"/>
              <a:gd name="p0y0" fmla="*/ 0 h 8445"/>
              <a:gd name="p0x1" fmla="*/ 8015 w 8135"/>
              <a:gd name="p0y1" fmla="*/ 0 h 8445"/>
              <a:gd name="p0x2" fmla="*/ 8081 w 8135"/>
              <a:gd name="p0y2" fmla="*/ 0 h 8445"/>
              <a:gd name="p0x3" fmla="*/ 8135 w 8135"/>
              <a:gd name="p0y3" fmla="*/ 53 h 8445"/>
              <a:gd name="p0x4" fmla="*/ 8135 w 8135"/>
              <a:gd name="p0y4" fmla="*/ 120 h 8445"/>
              <a:gd name="p0x5" fmla="*/ 8135 w 8135"/>
              <a:gd name="p0y5" fmla="*/ 8325 h 8445"/>
              <a:gd name="p0x6" fmla="*/ 8135 w 8135"/>
              <a:gd name="p0y6" fmla="*/ 8391 h 8445"/>
              <a:gd name="p0x7" fmla="*/ 8081 w 8135"/>
              <a:gd name="p0y7" fmla="*/ 8445 h 8445"/>
              <a:gd name="p0x8" fmla="*/ 8015 w 8135"/>
              <a:gd name="p0y8" fmla="*/ 8445 h 8445"/>
              <a:gd name="p0x9" fmla="*/ 120 w 8135"/>
              <a:gd name="p0y9" fmla="*/ 8445 h 8445"/>
              <a:gd name="p0x10" fmla="*/ 53 w 8135"/>
              <a:gd name="p0y10" fmla="*/ 8445 h 8445"/>
              <a:gd name="p0x11" fmla="*/ 0 w 8135"/>
              <a:gd name="p0y11" fmla="*/ 8391 h 8445"/>
              <a:gd name="p0x12" fmla="*/ 0 w 8135"/>
              <a:gd name="p0y12" fmla="*/ 8325 h 8445"/>
              <a:gd name="p0x13" fmla="*/ 0 w 8135"/>
              <a:gd name="p0y13" fmla="*/ 120 h 8445"/>
              <a:gd name="p0x14" fmla="*/ 0 w 8135"/>
              <a:gd name="p0y14" fmla="*/ 53 h 8445"/>
              <a:gd name="p0x15" fmla="*/ 53 w 8135"/>
              <a:gd name="p0y15" fmla="*/ 0 h 8445"/>
              <a:gd name="p0x16" fmla="*/ 120 w 8135"/>
              <a:gd name="p0y16" fmla="*/ 0 h 844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任意多边形 4"/>
          <p:cNvSpPr/>
          <p:nvPr>
            <p:custDataLst>
              <p:tags r:id="rId3"/>
            </p:custDataLst>
          </p:nvPr>
        </p:nvSpPr>
        <p:spPr>
          <a:xfrm>
            <a:off x="771525" y="1376045"/>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 name="图片 5"/>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rcRect l="-2000" t="-7536" r="-2000" b="-7536"/>
          <a:stretch>
            <a:fillRect/>
          </a:stretch>
        </p:blipFill>
        <p:spPr>
          <a:xfrm>
            <a:off x="857250" y="1457325"/>
            <a:ext cx="247650" cy="252095"/>
          </a:xfrm>
          <a:prstGeom prst="rect">
            <a:avLst/>
          </a:prstGeom>
        </p:spPr>
      </p:pic>
      <p:sp>
        <p:nvSpPr>
          <p:cNvPr id="7" name="文本框 6"/>
          <p:cNvSpPr txBox="1"/>
          <p:nvPr>
            <p:custDataLst>
              <p:tags r:id="rId7"/>
            </p:custDataLst>
          </p:nvPr>
        </p:nvSpPr>
        <p:spPr>
          <a:xfrm>
            <a:off x="1304925" y="1288732"/>
            <a:ext cx="2990631" cy="365760"/>
          </a:xfrm>
          <a:prstGeom prst="rect">
            <a:avLst/>
          </a:prstGeom>
          <a:noFill/>
        </p:spPr>
        <p:txBody>
          <a:bodyPr wrap="square" lIns="0" tIns="0" rIns="0" bIns="0" rtlCol="0" anchor="t">
            <a:noAutofit/>
          </a:bodyPr>
          <a:p>
            <a:pPr algn="l">
              <a:lnSpc>
                <a:spcPct val="104000"/>
              </a:lnSpc>
            </a:pPr>
            <a:r>
              <a:rPr sz="2100" b="1">
                <a:solidFill>
                  <a:srgbClr val="EBF1FA"/>
                </a:solidFill>
                <a:latin typeface="微软雅黑" panose="020B0503020204020204" charset="-122"/>
                <a:ea typeface="微软雅黑" panose="020B0503020204020204" charset="-122"/>
              </a:rPr>
              <a:t>MCP</a:t>
            </a:r>
            <a:endParaRPr sz="2100" b="1">
              <a:solidFill>
                <a:srgbClr val="EBF1FA"/>
              </a:solidFill>
              <a:latin typeface="微软雅黑" panose="020B0503020204020204" charset="-122"/>
              <a:ea typeface="微软雅黑" panose="020B0503020204020204" charset="-122"/>
            </a:endParaRPr>
          </a:p>
        </p:txBody>
      </p:sp>
      <p:sp>
        <p:nvSpPr>
          <p:cNvPr id="8" name="文本框 7"/>
          <p:cNvSpPr txBox="1"/>
          <p:nvPr>
            <p:custDataLst>
              <p:tags r:id="rId8"/>
            </p:custDataLst>
          </p:nvPr>
        </p:nvSpPr>
        <p:spPr>
          <a:xfrm>
            <a:off x="1304925" y="1638300"/>
            <a:ext cx="3333531" cy="228600"/>
          </a:xfrm>
          <a:prstGeom prst="rect">
            <a:avLst/>
          </a:prstGeom>
          <a:noFill/>
        </p:spPr>
        <p:txBody>
          <a:bodyPr wrap="square" lIns="0" tIns="0" rIns="0" bIns="0" rtlCol="0" anchor="t">
            <a:noAutofit/>
          </a:bodyPr>
          <a:p>
            <a:pPr algn="l"/>
            <a:r>
              <a:rPr sz="1350">
                <a:solidFill>
                  <a:srgbClr val="EBF1FA"/>
                </a:solidFill>
                <a:latin typeface="微软雅黑" panose="020B0503020204020204" charset="-122"/>
                <a:ea typeface="微软雅黑" panose="020B0503020204020204" charset="-122"/>
              </a:rPr>
              <a:t>Model Context Protocol · Anthropic</a:t>
            </a:r>
            <a:endParaRPr sz="1350">
              <a:solidFill>
                <a:srgbClr val="EBF1FA"/>
              </a:solidFill>
              <a:latin typeface="微软雅黑" panose="020B0503020204020204" charset="-122"/>
              <a:ea typeface="微软雅黑" panose="020B0503020204020204" charset="-122"/>
            </a:endParaRPr>
          </a:p>
        </p:txBody>
      </p:sp>
      <p:sp>
        <p:nvSpPr>
          <p:cNvPr id="9" name="任意多边形 8"/>
          <p:cNvSpPr/>
          <p:nvPr>
            <p:custDataLst>
              <p:tags r:id="rId9"/>
            </p:custDataLst>
          </p:nvPr>
        </p:nvSpPr>
        <p:spPr>
          <a:xfrm>
            <a:off x="771525" y="2508250"/>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0" name="图片 9"/>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rcRect l="-2051" t="-4314" r="-2051" b="-4314"/>
          <a:stretch>
            <a:fillRect/>
          </a:stretch>
        </p:blipFill>
        <p:spPr>
          <a:xfrm>
            <a:off x="840105" y="2551430"/>
            <a:ext cx="128905" cy="175895"/>
          </a:xfrm>
          <a:prstGeom prst="rect">
            <a:avLst/>
          </a:prstGeom>
        </p:spPr>
      </p:pic>
      <p:sp>
        <p:nvSpPr>
          <p:cNvPr id="11" name="文本框 10"/>
          <p:cNvSpPr txBox="1"/>
          <p:nvPr>
            <p:custDataLst>
              <p:tags r:id="rId13"/>
            </p:custDataLst>
          </p:nvPr>
        </p:nvSpPr>
        <p:spPr>
          <a:xfrm>
            <a:off x="1152525" y="2475528"/>
            <a:ext cx="1824256" cy="328613"/>
          </a:xfrm>
          <a:prstGeom prst="rect">
            <a:avLst/>
          </a:prstGeom>
          <a:noFill/>
        </p:spPr>
        <p:txBody>
          <a:bodyPr wrap="square" lIns="0" tIns="0" rIns="0" bIns="0" rtlCol="0" anchor="t">
            <a:noAutofit/>
          </a:bodyPr>
          <a:p>
            <a:pPr algn="l">
              <a:lnSpc>
                <a:spcPct val="133000"/>
              </a:lnSpc>
            </a:pPr>
            <a:r>
              <a:rPr sz="1500" b="1">
                <a:solidFill>
                  <a:srgbClr val="EBF1FA"/>
                </a:solidFill>
                <a:latin typeface="微软雅黑" panose="020B0503020204020204" charset="-122"/>
                <a:ea typeface="微软雅黑" panose="020B0503020204020204" charset="-122"/>
              </a:rPr>
              <a:t>主导方：</a:t>
            </a:r>
            <a:r>
              <a:rPr sz="1500">
                <a:solidFill>
                  <a:srgbClr val="EBF1FA"/>
                </a:solidFill>
                <a:latin typeface="微软雅黑" panose="020B0503020204020204" charset="-122"/>
                <a:ea typeface="微软雅黑" panose="020B0503020204020204" charset="-122"/>
              </a:rPr>
              <a:t>Anthropic</a:t>
            </a:r>
            <a:endParaRPr sz="1500">
              <a:solidFill>
                <a:srgbClr val="EBF1FA"/>
              </a:solidFill>
              <a:latin typeface="微软雅黑" panose="020B0503020204020204" charset="-122"/>
              <a:ea typeface="微软雅黑" panose="020B0503020204020204" charset="-122"/>
            </a:endParaRPr>
          </a:p>
        </p:txBody>
      </p:sp>
      <p:sp>
        <p:nvSpPr>
          <p:cNvPr id="12" name="任意多边形 11"/>
          <p:cNvSpPr/>
          <p:nvPr>
            <p:custDataLst>
              <p:tags r:id="rId14"/>
            </p:custDataLst>
          </p:nvPr>
        </p:nvSpPr>
        <p:spPr>
          <a:xfrm>
            <a:off x="771525" y="3397885"/>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3" name="图片 12"/>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rcRect l="-6852" t="-1296" r="-6852" b="-1296"/>
          <a:stretch>
            <a:fillRect/>
          </a:stretch>
        </p:blipFill>
        <p:spPr>
          <a:xfrm>
            <a:off x="807085" y="3441065"/>
            <a:ext cx="194945" cy="175895"/>
          </a:xfrm>
          <a:prstGeom prst="rect">
            <a:avLst/>
          </a:prstGeom>
        </p:spPr>
      </p:pic>
      <p:sp>
        <p:nvSpPr>
          <p:cNvPr id="14" name="文本框 13"/>
          <p:cNvSpPr txBox="1"/>
          <p:nvPr>
            <p:custDataLst>
              <p:tags r:id="rId18"/>
            </p:custDataLst>
          </p:nvPr>
        </p:nvSpPr>
        <p:spPr>
          <a:xfrm>
            <a:off x="1152525" y="3365154"/>
            <a:ext cx="2823048" cy="328613"/>
          </a:xfrm>
          <a:prstGeom prst="rect">
            <a:avLst/>
          </a:prstGeom>
          <a:noFill/>
        </p:spPr>
        <p:txBody>
          <a:bodyPr wrap="square" lIns="0" tIns="0" rIns="0" bIns="0" rtlCol="0" anchor="t">
            <a:noAutofit/>
          </a:bodyPr>
          <a:p>
            <a:pPr algn="l">
              <a:lnSpc>
                <a:spcPct val="133000"/>
              </a:lnSpc>
            </a:pPr>
            <a:r>
              <a:rPr sz="1500" b="1">
                <a:solidFill>
                  <a:srgbClr val="EBF1FA"/>
                </a:solidFill>
                <a:latin typeface="微软雅黑" panose="020B0503020204020204" charset="-122"/>
                <a:ea typeface="微软雅黑" panose="020B0503020204020204" charset="-122"/>
              </a:rPr>
              <a:t>侧重点：</a:t>
            </a:r>
            <a:r>
              <a:rPr lang="en-US" sz="1500">
                <a:solidFill>
                  <a:srgbClr val="EBF1FA"/>
                </a:solidFill>
                <a:latin typeface="微软雅黑" panose="020B0503020204020204" charset="-122"/>
                <a:ea typeface="微软雅黑" panose="020B0503020204020204" charset="-122"/>
                <a:cs typeface="微软雅黑" panose="020B0503020204020204" charset="-122"/>
              </a:rPr>
              <a:t>Agent</a:t>
            </a:r>
            <a:r>
              <a:rPr lang="zh-CN" altLang="en-US" sz="1500">
                <a:solidFill>
                  <a:srgbClr val="EBF1FA"/>
                </a:solidFill>
                <a:latin typeface="微软雅黑" panose="020B0503020204020204" charset="-122"/>
                <a:ea typeface="微软雅黑" panose="020B0503020204020204" charset="-122"/>
                <a:cs typeface="微软雅黑" panose="020B0503020204020204" charset="-122"/>
              </a:rPr>
              <a:t>访问工具和资源</a:t>
            </a:r>
            <a:endParaRPr lang="zh-CN" altLang="en-US" sz="1500">
              <a:solidFill>
                <a:srgbClr val="EBF1FA"/>
              </a:solidFill>
              <a:latin typeface="微软雅黑" panose="020B0503020204020204" charset="-122"/>
              <a:ea typeface="微软雅黑" panose="020B0503020204020204" charset="-122"/>
              <a:cs typeface="微软雅黑" panose="020B0503020204020204" charset="-122"/>
            </a:endParaRPr>
          </a:p>
        </p:txBody>
      </p:sp>
      <p:sp>
        <p:nvSpPr>
          <p:cNvPr id="15" name="任意多边形 14"/>
          <p:cNvSpPr/>
          <p:nvPr>
            <p:custDataLst>
              <p:tags r:id="rId19"/>
            </p:custDataLst>
          </p:nvPr>
        </p:nvSpPr>
        <p:spPr>
          <a:xfrm>
            <a:off x="771525" y="4287520"/>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6" name="图片 15"/>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rcRect l="-3333" t="-1296" r="-3333" b="-1296"/>
          <a:stretch>
            <a:fillRect/>
          </a:stretch>
        </p:blipFill>
        <p:spPr>
          <a:xfrm>
            <a:off x="828675" y="4330700"/>
            <a:ext cx="152400" cy="175895"/>
          </a:xfrm>
          <a:prstGeom prst="rect">
            <a:avLst/>
          </a:prstGeom>
        </p:spPr>
      </p:pic>
      <p:sp>
        <p:nvSpPr>
          <p:cNvPr id="17" name="文本框 16"/>
          <p:cNvSpPr txBox="1"/>
          <p:nvPr>
            <p:custDataLst>
              <p:tags r:id="rId23"/>
            </p:custDataLst>
          </p:nvPr>
        </p:nvSpPr>
        <p:spPr>
          <a:xfrm>
            <a:off x="1152525" y="4254770"/>
            <a:ext cx="3238500" cy="328613"/>
          </a:xfrm>
          <a:prstGeom prst="rect">
            <a:avLst/>
          </a:prstGeom>
          <a:noFill/>
        </p:spPr>
        <p:txBody>
          <a:bodyPr wrap="square" lIns="0" tIns="0" rIns="0" bIns="0" rtlCol="0" anchor="t">
            <a:noAutofit/>
          </a:bodyPr>
          <a:p>
            <a:pPr algn="l">
              <a:lnSpc>
                <a:spcPct val="133000"/>
              </a:lnSpc>
            </a:pPr>
            <a:r>
              <a:rPr sz="1500" b="1">
                <a:solidFill>
                  <a:srgbClr val="EBF1FA"/>
                </a:solidFill>
                <a:latin typeface="微软雅黑" panose="020B0503020204020204" charset="-122"/>
                <a:ea typeface="微软雅黑" panose="020B0503020204020204" charset="-122"/>
              </a:rPr>
              <a:t>特点：</a:t>
            </a:r>
            <a:r>
              <a:rPr sz="1500">
                <a:solidFill>
                  <a:srgbClr val="EBF1FA"/>
                </a:solidFill>
                <a:latin typeface="微软雅黑" panose="020B0503020204020204" charset="-122"/>
                <a:ea typeface="微软雅黑" panose="020B0503020204020204" charset="-122"/>
              </a:rPr>
              <a:t>执行特定、通常无状态的功能</a:t>
            </a:r>
            <a:endParaRPr sz="1500">
              <a:solidFill>
                <a:srgbClr val="EBF1FA"/>
              </a:solidFill>
              <a:latin typeface="微软雅黑" panose="020B0503020204020204" charset="-122"/>
              <a:ea typeface="微软雅黑" panose="020B0503020204020204" charset="-122"/>
            </a:endParaRPr>
          </a:p>
        </p:txBody>
      </p:sp>
      <p:sp>
        <p:nvSpPr>
          <p:cNvPr id="18" name="任意多边形 17"/>
          <p:cNvSpPr/>
          <p:nvPr>
            <p:custDataLst>
              <p:tags r:id="rId24"/>
            </p:custDataLst>
          </p:nvPr>
        </p:nvSpPr>
        <p:spPr>
          <a:xfrm>
            <a:off x="771525" y="5329555"/>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9" name="图片 18"/>
          <p:cNvPicPr>
            <a:picLocks noChangeAspect="1"/>
          </p:cNvPicPr>
          <p:nvPr>
            <p:custDataLst>
              <p:tags r:id="rId25"/>
            </p:custDataLst>
          </p:nvPr>
        </p:nvPicPr>
        <p:blipFill>
          <a:blip r:embed="rId26">
            <a:extLst>
              <a:ext uri="{96DAC541-7B7A-43D3-8B79-37D633B846F1}">
                <asvg:svgBlip xmlns:asvg="http://schemas.microsoft.com/office/drawing/2016/SVG/main" r:embed="rId27"/>
              </a:ext>
            </a:extLst>
          </a:blip>
          <a:srcRect l="-2941" t="-4314" r="-2941" b="-4314"/>
          <a:stretch>
            <a:fillRect/>
          </a:stretch>
        </p:blipFill>
        <p:spPr>
          <a:xfrm>
            <a:off x="819150" y="5372735"/>
            <a:ext cx="171450" cy="175895"/>
          </a:xfrm>
          <a:prstGeom prst="rect">
            <a:avLst/>
          </a:prstGeom>
        </p:spPr>
      </p:pic>
      <p:sp>
        <p:nvSpPr>
          <p:cNvPr id="20" name="文本框 19"/>
          <p:cNvSpPr txBox="1"/>
          <p:nvPr>
            <p:custDataLst>
              <p:tags r:id="rId28"/>
            </p:custDataLst>
          </p:nvPr>
        </p:nvSpPr>
        <p:spPr>
          <a:xfrm>
            <a:off x="1152525" y="5144395"/>
            <a:ext cx="4394445" cy="633413"/>
          </a:xfrm>
          <a:prstGeom prst="rect">
            <a:avLst/>
          </a:prstGeom>
          <a:noFill/>
        </p:spPr>
        <p:txBody>
          <a:bodyPr wrap="square" lIns="0" tIns="0" rIns="0" bIns="0" rtlCol="0" anchor="t">
            <a:noAutofit/>
          </a:bodyPr>
          <a:p>
            <a:pPr algn="l">
              <a:lnSpc>
                <a:spcPct val="133000"/>
              </a:lnSpc>
            </a:pPr>
            <a:r>
              <a:rPr sz="1500" b="1">
                <a:solidFill>
                  <a:srgbClr val="EBF1FA"/>
                </a:solidFill>
                <a:latin typeface="微软雅黑" panose="020B0503020204020204" charset="-122"/>
                <a:ea typeface="微软雅黑" panose="020B0503020204020204" charset="-122"/>
              </a:rPr>
              <a:t>目标：</a:t>
            </a:r>
            <a:r>
              <a:rPr lang="zh-CN" sz="1500">
                <a:solidFill>
                  <a:srgbClr val="EBF1FA"/>
                </a:solidFill>
                <a:latin typeface="微软雅黑" panose="020B0503020204020204" charset="-122"/>
                <a:ea typeface="微软雅黑" panose="020B0503020204020204" charset="-122"/>
                <a:cs typeface="微软雅黑" panose="020B0503020204020204" charset="-122"/>
              </a:rPr>
              <a:t>标准化大模型、</a:t>
            </a:r>
            <a:r>
              <a:rPr lang="en-US" altLang="zh-CN" sz="1500">
                <a:solidFill>
                  <a:srgbClr val="EBF1FA"/>
                </a:solidFill>
                <a:latin typeface="微软雅黑" panose="020B0503020204020204" charset="-122"/>
                <a:ea typeface="微软雅黑" panose="020B0503020204020204" charset="-122"/>
                <a:cs typeface="微软雅黑" panose="020B0503020204020204" charset="-122"/>
              </a:rPr>
              <a:t>Agent</a:t>
            </a:r>
            <a:r>
              <a:rPr lang="zh-CN" altLang="en-US" sz="1500">
                <a:solidFill>
                  <a:srgbClr val="EBF1FA"/>
                </a:solidFill>
                <a:latin typeface="微软雅黑" panose="020B0503020204020204" charset="-122"/>
                <a:ea typeface="微软雅黑" panose="020B0503020204020204" charset="-122"/>
                <a:cs typeface="微软雅黑" panose="020B0503020204020204" charset="-122"/>
              </a:rPr>
              <a:t>、工具、资源的连接和交互</a:t>
            </a:r>
            <a:endParaRPr lang="zh-CN" altLang="en-US" sz="1500">
              <a:solidFill>
                <a:srgbClr val="EBF1FA"/>
              </a:solidFill>
              <a:latin typeface="微软雅黑" panose="020B0503020204020204" charset="-122"/>
              <a:ea typeface="微软雅黑" panose="020B0503020204020204" charset="-122"/>
              <a:cs typeface="微软雅黑" panose="020B0503020204020204" charset="-122"/>
            </a:endParaRPr>
          </a:p>
        </p:txBody>
      </p:sp>
      <p:sp>
        <p:nvSpPr>
          <p:cNvPr id="21" name="任意多边形 20"/>
          <p:cNvSpPr/>
          <p:nvPr>
            <p:custDataLst>
              <p:tags r:id="rId29"/>
            </p:custDataLst>
          </p:nvPr>
        </p:nvSpPr>
        <p:spPr>
          <a:xfrm>
            <a:off x="6017895" y="1109345"/>
            <a:ext cx="5597525" cy="3019425"/>
          </a:xfrm>
          <a:custGeom>
            <a:avLst/>
            <a:gdLst>
              <a:gd name="sw" fmla="*/ 1 w 8814"/>
              <a:gd name="sh" fmla="*/ 1 h 4755"/>
              <a:gd name="mins" fmla="min sw sh"/>
              <a:gd name="dsw" fmla="+- 0 sw mins"/>
              <a:gd name="dsh" fmla="+- 0 sh mins"/>
              <a:gd name="p0x0" fmla="*/ 120 w 8814"/>
              <a:gd name="p0y0" fmla="*/ 0 h 4755"/>
              <a:gd name="p0x1" fmla="*/ 8694 w 8814"/>
              <a:gd name="p0y1" fmla="*/ 0 h 4755"/>
              <a:gd name="p0x2" fmla="*/ 8760 w 8814"/>
              <a:gd name="p0y2" fmla="*/ 0 h 4755"/>
              <a:gd name="p0x3" fmla="*/ 8814 w 8814"/>
              <a:gd name="p0y3" fmla="*/ 53 h 4755"/>
              <a:gd name="p0x4" fmla="*/ 8814 w 8814"/>
              <a:gd name="p0y4" fmla="*/ 120 h 4755"/>
              <a:gd name="p0x5" fmla="*/ 8814 w 8814"/>
              <a:gd name="p0y5" fmla="*/ 4635 h 4755"/>
              <a:gd name="p0x6" fmla="*/ 8814 w 8814"/>
              <a:gd name="p0y6" fmla="*/ 4701 h 4755"/>
              <a:gd name="p0x7" fmla="*/ 8760 w 8814"/>
              <a:gd name="p0y7" fmla="*/ 4755 h 4755"/>
              <a:gd name="p0x8" fmla="*/ 8694 w 8814"/>
              <a:gd name="p0y8" fmla="*/ 4755 h 4755"/>
              <a:gd name="p0x9" fmla="*/ 120 w 8814"/>
              <a:gd name="p0y9" fmla="*/ 4755 h 4755"/>
              <a:gd name="p0x10" fmla="*/ 53 w 8814"/>
              <a:gd name="p0y10" fmla="*/ 4755 h 4755"/>
              <a:gd name="p0x11" fmla="*/ 0 w 8814"/>
              <a:gd name="p0y11" fmla="*/ 4701 h 4755"/>
              <a:gd name="p0x12" fmla="*/ 0 w 8814"/>
              <a:gd name="p0y12" fmla="*/ 4635 h 4755"/>
              <a:gd name="p0x13" fmla="*/ 0 w 8814"/>
              <a:gd name="p0y13" fmla="*/ 120 h 4755"/>
              <a:gd name="p0x14" fmla="*/ 0 w 8814"/>
              <a:gd name="p0y14" fmla="*/ 53 h 4755"/>
              <a:gd name="p0x15" fmla="*/ 53 w 8814"/>
              <a:gd name="p0y15" fmla="*/ 0 h 4755"/>
              <a:gd name="p0x16" fmla="*/ 120 w 8814"/>
              <a:gd name="p0y16" fmla="*/ 0 h 475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任意多边形 21"/>
          <p:cNvSpPr/>
          <p:nvPr>
            <p:custDataLst>
              <p:tags r:id="rId30"/>
            </p:custDataLst>
          </p:nvPr>
        </p:nvSpPr>
        <p:spPr>
          <a:xfrm>
            <a:off x="6213475" y="1376045"/>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3" name="图片 22"/>
          <p:cNvPicPr>
            <a:picLocks noChangeAspect="1"/>
          </p:cNvPicPr>
          <p:nvPr>
            <p:custDataLst>
              <p:tags r:id="rId31"/>
            </p:custDataLst>
          </p:nvPr>
        </p:nvPicPr>
        <p:blipFill>
          <a:blip r:embed="rId32">
            <a:extLst>
              <a:ext uri="{96DAC541-7B7A-43D3-8B79-37D633B846F1}">
                <asvg:svgBlip xmlns:asvg="http://schemas.microsoft.com/office/drawing/2016/SVG/main" r:embed="rId33"/>
              </a:ext>
            </a:extLst>
          </a:blip>
          <a:srcRect l="-2619" t="-10152" r="-2619" b="-10152"/>
          <a:stretch>
            <a:fillRect/>
          </a:stretch>
        </p:blipFill>
        <p:spPr>
          <a:xfrm>
            <a:off x="6282690" y="1457325"/>
            <a:ext cx="280670" cy="252095"/>
          </a:xfrm>
          <a:prstGeom prst="rect">
            <a:avLst/>
          </a:prstGeom>
        </p:spPr>
      </p:pic>
      <p:sp>
        <p:nvSpPr>
          <p:cNvPr id="24" name="文本框 23"/>
          <p:cNvSpPr txBox="1"/>
          <p:nvPr>
            <p:custDataLst>
              <p:tags r:id="rId34"/>
            </p:custDataLst>
          </p:nvPr>
        </p:nvSpPr>
        <p:spPr>
          <a:xfrm>
            <a:off x="6747119" y="1288732"/>
            <a:ext cx="1944139" cy="365760"/>
          </a:xfrm>
          <a:prstGeom prst="rect">
            <a:avLst/>
          </a:prstGeom>
          <a:noFill/>
        </p:spPr>
        <p:txBody>
          <a:bodyPr wrap="square" lIns="0" tIns="0" rIns="0" bIns="0" rtlCol="0" anchor="t">
            <a:noAutofit/>
          </a:bodyPr>
          <a:p>
            <a:pPr algn="l">
              <a:lnSpc>
                <a:spcPct val="104000"/>
              </a:lnSpc>
            </a:pPr>
            <a:r>
              <a:rPr sz="2100" b="1">
                <a:solidFill>
                  <a:srgbClr val="EBF1FA"/>
                </a:solidFill>
                <a:latin typeface="微软雅黑" panose="020B0503020204020204" charset="-122"/>
                <a:ea typeface="微软雅黑" panose="020B0503020204020204" charset="-122"/>
              </a:rPr>
              <a:t>A2A</a:t>
            </a:r>
            <a:endParaRPr sz="2100" b="1">
              <a:solidFill>
                <a:srgbClr val="EBF1FA"/>
              </a:solidFill>
              <a:latin typeface="微软雅黑" panose="020B0503020204020204" charset="-122"/>
              <a:ea typeface="微软雅黑" panose="020B0503020204020204" charset="-122"/>
            </a:endParaRPr>
          </a:p>
        </p:txBody>
      </p:sp>
      <p:sp>
        <p:nvSpPr>
          <p:cNvPr id="25" name="文本框 24"/>
          <p:cNvSpPr txBox="1"/>
          <p:nvPr>
            <p:custDataLst>
              <p:tags r:id="rId35"/>
            </p:custDataLst>
          </p:nvPr>
        </p:nvSpPr>
        <p:spPr>
          <a:xfrm>
            <a:off x="6747119" y="1638300"/>
            <a:ext cx="2115588" cy="228600"/>
          </a:xfrm>
          <a:prstGeom prst="rect">
            <a:avLst/>
          </a:prstGeom>
          <a:noFill/>
        </p:spPr>
        <p:txBody>
          <a:bodyPr wrap="square" lIns="0" tIns="0" rIns="0" bIns="0" rtlCol="0" anchor="t">
            <a:noAutofit/>
          </a:bodyPr>
          <a:p>
            <a:pPr algn="l"/>
            <a:r>
              <a:rPr sz="1350">
                <a:solidFill>
                  <a:srgbClr val="EBF1FA"/>
                </a:solidFill>
                <a:latin typeface="微软雅黑" panose="020B0503020204020204" charset="-122"/>
                <a:ea typeface="微软雅黑" panose="020B0503020204020204" charset="-122"/>
              </a:rPr>
              <a:t>Agent2Agent · Google</a:t>
            </a:r>
            <a:endParaRPr sz="1350">
              <a:solidFill>
                <a:srgbClr val="EBF1FA"/>
              </a:solidFill>
              <a:latin typeface="微软雅黑" panose="020B0503020204020204" charset="-122"/>
              <a:ea typeface="微软雅黑" panose="020B0503020204020204" charset="-122"/>
            </a:endParaRPr>
          </a:p>
        </p:txBody>
      </p:sp>
      <p:sp>
        <p:nvSpPr>
          <p:cNvPr id="26" name="任意多边形 25"/>
          <p:cNvSpPr/>
          <p:nvPr>
            <p:custDataLst>
              <p:tags r:id="rId36"/>
            </p:custDataLst>
          </p:nvPr>
        </p:nvSpPr>
        <p:spPr>
          <a:xfrm>
            <a:off x="6213475" y="2100580"/>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7" name="图片 26"/>
          <p:cNvPicPr>
            <a:picLocks noChangeAspect="1"/>
          </p:cNvPicPr>
          <p:nvPr>
            <p:custDataLst>
              <p:tags r:id="rId37"/>
            </p:custDataLst>
          </p:nvPr>
        </p:nvPicPr>
        <p:blipFill>
          <a:blip r:embed="rId38">
            <a:extLst>
              <a:ext uri="{96DAC541-7B7A-43D3-8B79-37D633B846F1}">
                <asvg:svgBlip xmlns:asvg="http://schemas.microsoft.com/office/drawing/2016/SVG/main" r:embed="rId39"/>
              </a:ext>
            </a:extLst>
          </a:blip>
          <a:srcRect l="-2941" t="-4314" r="-2941" b="-4314"/>
          <a:stretch>
            <a:fillRect/>
          </a:stretch>
        </p:blipFill>
        <p:spPr>
          <a:xfrm>
            <a:off x="6261100" y="2143760"/>
            <a:ext cx="171450" cy="175895"/>
          </a:xfrm>
          <a:prstGeom prst="rect">
            <a:avLst/>
          </a:prstGeom>
        </p:spPr>
      </p:pic>
      <p:sp>
        <p:nvSpPr>
          <p:cNvPr id="28" name="文本框 27"/>
          <p:cNvSpPr txBox="1"/>
          <p:nvPr>
            <p:custDataLst>
              <p:tags r:id="rId40"/>
            </p:custDataLst>
          </p:nvPr>
        </p:nvSpPr>
        <p:spPr>
          <a:xfrm>
            <a:off x="6594719" y="2067820"/>
            <a:ext cx="1605410" cy="328613"/>
          </a:xfrm>
          <a:prstGeom prst="rect">
            <a:avLst/>
          </a:prstGeom>
          <a:noFill/>
        </p:spPr>
        <p:txBody>
          <a:bodyPr wrap="square" lIns="0" tIns="0" rIns="0" bIns="0" rtlCol="0" anchor="t">
            <a:noAutofit/>
          </a:bodyPr>
          <a:p>
            <a:pPr algn="l">
              <a:lnSpc>
                <a:spcPct val="133000"/>
              </a:lnSpc>
            </a:pPr>
            <a:r>
              <a:rPr sz="1500" b="1">
                <a:solidFill>
                  <a:srgbClr val="EBF1FA"/>
                </a:solidFill>
                <a:latin typeface="微软雅黑" panose="020B0503020204020204" charset="-122"/>
                <a:ea typeface="微软雅黑" panose="020B0503020204020204" charset="-122"/>
              </a:rPr>
              <a:t>主导方：</a:t>
            </a:r>
            <a:r>
              <a:rPr sz="1500">
                <a:solidFill>
                  <a:srgbClr val="EBF1FA"/>
                </a:solidFill>
                <a:latin typeface="微软雅黑" panose="020B0503020204020204" charset="-122"/>
                <a:ea typeface="微软雅黑" panose="020B0503020204020204" charset="-122"/>
              </a:rPr>
              <a:t>Google</a:t>
            </a:r>
            <a:endParaRPr sz="1500">
              <a:solidFill>
                <a:srgbClr val="EBF1FA"/>
              </a:solidFill>
              <a:latin typeface="微软雅黑" panose="020B0503020204020204" charset="-122"/>
              <a:ea typeface="微软雅黑" panose="020B0503020204020204" charset="-122"/>
            </a:endParaRPr>
          </a:p>
        </p:txBody>
      </p:sp>
      <p:sp>
        <p:nvSpPr>
          <p:cNvPr id="29" name="任意多边形 28"/>
          <p:cNvSpPr/>
          <p:nvPr>
            <p:custDataLst>
              <p:tags r:id="rId41"/>
            </p:custDataLst>
          </p:nvPr>
        </p:nvSpPr>
        <p:spPr>
          <a:xfrm>
            <a:off x="6213475" y="2582545"/>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0" name="图片 29"/>
          <p:cNvPicPr>
            <a:picLocks noChangeAspect="1"/>
          </p:cNvPicPr>
          <p:nvPr>
            <p:custDataLst>
              <p:tags r:id="rId42"/>
            </p:custDataLst>
          </p:nvPr>
        </p:nvPicPr>
        <p:blipFill>
          <a:blip r:embed="rId43">
            <a:extLst>
              <a:ext uri="{96DAC541-7B7A-43D3-8B79-37D633B846F1}">
                <asvg:svgBlip xmlns:asvg="http://schemas.microsoft.com/office/drawing/2016/SVG/main" r:embed="rId44"/>
              </a:ext>
            </a:extLst>
          </a:blip>
          <a:srcRect l="-4035" t="-11556" r="-4035" b="-11556"/>
          <a:stretch>
            <a:fillRect/>
          </a:stretch>
        </p:blipFill>
        <p:spPr>
          <a:xfrm>
            <a:off x="6249035" y="2625725"/>
            <a:ext cx="195580" cy="175895"/>
          </a:xfrm>
          <a:prstGeom prst="rect">
            <a:avLst/>
          </a:prstGeom>
        </p:spPr>
      </p:pic>
      <p:sp>
        <p:nvSpPr>
          <p:cNvPr id="31" name="文本框 30"/>
          <p:cNvSpPr txBox="1"/>
          <p:nvPr>
            <p:custDataLst>
              <p:tags r:id="rId45"/>
            </p:custDataLst>
          </p:nvPr>
        </p:nvSpPr>
        <p:spPr>
          <a:xfrm>
            <a:off x="6594719" y="2549728"/>
            <a:ext cx="3741096" cy="328613"/>
          </a:xfrm>
          <a:prstGeom prst="rect">
            <a:avLst/>
          </a:prstGeom>
          <a:noFill/>
        </p:spPr>
        <p:txBody>
          <a:bodyPr wrap="square" lIns="0" tIns="0" rIns="0" bIns="0" rtlCol="0" anchor="t">
            <a:noAutofit/>
          </a:bodyPr>
          <a:p>
            <a:pPr algn="l">
              <a:lnSpc>
                <a:spcPct val="133000"/>
              </a:lnSpc>
            </a:pPr>
            <a:r>
              <a:rPr sz="1500" b="1">
                <a:solidFill>
                  <a:srgbClr val="EBF1FA"/>
                </a:solidFill>
                <a:latin typeface="微软雅黑" panose="020B0503020204020204" charset="-122"/>
                <a:ea typeface="微软雅黑" panose="020B0503020204020204" charset="-122"/>
              </a:rPr>
              <a:t>侧重点：</a:t>
            </a:r>
            <a:r>
              <a:rPr lang="en-US" sz="1500">
                <a:solidFill>
                  <a:srgbClr val="EBF1FA"/>
                </a:solidFill>
                <a:latin typeface="微软雅黑" panose="020B0503020204020204" charset="-122"/>
                <a:ea typeface="微软雅黑" panose="020B0503020204020204" charset="-122"/>
                <a:cs typeface="微软雅黑" panose="020B0503020204020204" charset="-122"/>
              </a:rPr>
              <a:t>Agent</a:t>
            </a:r>
            <a:r>
              <a:rPr lang="zh-CN" altLang="en-US" sz="1500">
                <a:solidFill>
                  <a:srgbClr val="EBF1FA"/>
                </a:solidFill>
                <a:latin typeface="微软雅黑" panose="020B0503020204020204" charset="-122"/>
                <a:ea typeface="微软雅黑" panose="020B0503020204020204" charset="-122"/>
                <a:cs typeface="微软雅黑" panose="020B0503020204020204" charset="-122"/>
              </a:rPr>
              <a:t>与</a:t>
            </a:r>
            <a:r>
              <a:rPr lang="en-US" altLang="zh-CN" sz="1500">
                <a:solidFill>
                  <a:srgbClr val="EBF1FA"/>
                </a:solidFill>
                <a:latin typeface="微软雅黑" panose="020B0503020204020204" charset="-122"/>
                <a:ea typeface="微软雅黑" panose="020B0503020204020204" charset="-122"/>
                <a:cs typeface="微软雅黑" panose="020B0503020204020204" charset="-122"/>
              </a:rPr>
              <a:t>Agent</a:t>
            </a:r>
            <a:r>
              <a:rPr lang="zh-CN" altLang="en-US" sz="1500">
                <a:solidFill>
                  <a:srgbClr val="EBF1FA"/>
                </a:solidFill>
                <a:latin typeface="微软雅黑" panose="020B0503020204020204" charset="-122"/>
                <a:ea typeface="微软雅黑" panose="020B0503020204020204" charset="-122"/>
                <a:cs typeface="微软雅黑" panose="020B0503020204020204" charset="-122"/>
              </a:rPr>
              <a:t>之间的互操作性</a:t>
            </a:r>
            <a:endParaRPr lang="zh-CN" altLang="en-US" sz="1500">
              <a:solidFill>
                <a:srgbClr val="EBF1FA"/>
              </a:solidFill>
              <a:latin typeface="微软雅黑" panose="020B0503020204020204" charset="-122"/>
              <a:ea typeface="微软雅黑" panose="020B0503020204020204" charset="-122"/>
              <a:cs typeface="微软雅黑" panose="020B0503020204020204" charset="-122"/>
            </a:endParaRPr>
          </a:p>
        </p:txBody>
      </p:sp>
      <p:sp>
        <p:nvSpPr>
          <p:cNvPr id="32" name="任意多边形 31"/>
          <p:cNvSpPr/>
          <p:nvPr>
            <p:custDataLst>
              <p:tags r:id="rId46"/>
            </p:custDataLst>
          </p:nvPr>
        </p:nvSpPr>
        <p:spPr>
          <a:xfrm>
            <a:off x="6213475" y="3064510"/>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3" name="图片 32"/>
          <p:cNvPicPr>
            <a:picLocks noChangeAspect="1"/>
          </p:cNvPicPr>
          <p:nvPr>
            <p:custDataLst>
              <p:tags r:id="rId47"/>
            </p:custDataLst>
          </p:nvPr>
        </p:nvPicPr>
        <p:blipFill>
          <a:blip r:embed="rId48">
            <a:extLst>
              <a:ext uri="{96DAC541-7B7A-43D3-8B79-37D633B846F1}">
                <asvg:svgBlip xmlns:asvg="http://schemas.microsoft.com/office/drawing/2016/SVG/main" r:embed="rId49"/>
              </a:ext>
            </a:extLst>
          </a:blip>
          <a:srcRect l="-10392" t="-4314" r="-10392" b="-4314"/>
          <a:stretch>
            <a:fillRect/>
          </a:stretch>
        </p:blipFill>
        <p:spPr>
          <a:xfrm>
            <a:off x="6249035" y="3107690"/>
            <a:ext cx="195580" cy="175895"/>
          </a:xfrm>
          <a:prstGeom prst="rect">
            <a:avLst/>
          </a:prstGeom>
        </p:spPr>
      </p:pic>
      <p:sp>
        <p:nvSpPr>
          <p:cNvPr id="34" name="文本框 33"/>
          <p:cNvSpPr txBox="1"/>
          <p:nvPr>
            <p:custDataLst>
              <p:tags r:id="rId50"/>
            </p:custDataLst>
          </p:nvPr>
        </p:nvSpPr>
        <p:spPr>
          <a:xfrm>
            <a:off x="6594719" y="3031627"/>
            <a:ext cx="3810000" cy="328613"/>
          </a:xfrm>
          <a:prstGeom prst="rect">
            <a:avLst/>
          </a:prstGeom>
          <a:noFill/>
        </p:spPr>
        <p:txBody>
          <a:bodyPr wrap="square" lIns="0" tIns="0" rIns="0" bIns="0" rtlCol="0" anchor="t">
            <a:noAutofit/>
          </a:bodyPr>
          <a:p>
            <a:pPr algn="l">
              <a:lnSpc>
                <a:spcPct val="133000"/>
              </a:lnSpc>
            </a:pPr>
            <a:r>
              <a:rPr sz="1500" b="1">
                <a:solidFill>
                  <a:srgbClr val="EBF1FA"/>
                </a:solidFill>
                <a:latin typeface="微软雅黑" panose="020B0503020204020204" charset="-122"/>
                <a:ea typeface="微软雅黑" panose="020B0503020204020204" charset="-122"/>
              </a:rPr>
              <a:t>特点：</a:t>
            </a:r>
            <a:r>
              <a:rPr sz="1500">
                <a:solidFill>
                  <a:srgbClr val="EBF1FA"/>
                </a:solidFill>
                <a:latin typeface="微软雅黑" panose="020B0503020204020204" charset="-122"/>
                <a:ea typeface="微软雅黑" panose="020B0503020204020204" charset="-122"/>
              </a:rPr>
              <a:t>长时间交互、保持状态、多回合对话</a:t>
            </a:r>
            <a:endParaRPr sz="1500">
              <a:solidFill>
                <a:srgbClr val="EBF1FA"/>
              </a:solidFill>
              <a:latin typeface="微软雅黑" panose="020B0503020204020204" charset="-122"/>
              <a:ea typeface="微软雅黑" panose="020B0503020204020204" charset="-122"/>
            </a:endParaRPr>
          </a:p>
        </p:txBody>
      </p:sp>
      <p:sp>
        <p:nvSpPr>
          <p:cNvPr id="35" name="任意多边形 34"/>
          <p:cNvSpPr/>
          <p:nvPr>
            <p:custDataLst>
              <p:tags r:id="rId51"/>
            </p:custDataLst>
          </p:nvPr>
        </p:nvSpPr>
        <p:spPr>
          <a:xfrm>
            <a:off x="6213475" y="3546475"/>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6" name="图片 35"/>
          <p:cNvPicPr>
            <a:picLocks noChangeAspect="1"/>
          </p:cNvPicPr>
          <p:nvPr>
            <p:custDataLst>
              <p:tags r:id="rId52"/>
            </p:custDataLst>
          </p:nvPr>
        </p:nvPicPr>
        <p:blipFill>
          <a:blip r:embed="rId53">
            <a:extLst>
              <a:ext uri="{96DAC541-7B7A-43D3-8B79-37D633B846F1}">
                <asvg:svgBlip xmlns:asvg="http://schemas.microsoft.com/office/drawing/2016/SVG/main" r:embed="rId54"/>
              </a:ext>
            </a:extLst>
          </a:blip>
          <a:srcRect l="-2941" t="-7708" r="-2941" b="-7708"/>
          <a:stretch>
            <a:fillRect/>
          </a:stretch>
        </p:blipFill>
        <p:spPr>
          <a:xfrm>
            <a:off x="6261100" y="3589655"/>
            <a:ext cx="171450" cy="175895"/>
          </a:xfrm>
          <a:prstGeom prst="rect">
            <a:avLst/>
          </a:prstGeom>
        </p:spPr>
      </p:pic>
      <p:sp>
        <p:nvSpPr>
          <p:cNvPr id="37" name="文本框 36"/>
          <p:cNvSpPr txBox="1"/>
          <p:nvPr>
            <p:custDataLst>
              <p:tags r:id="rId55"/>
            </p:custDataLst>
          </p:nvPr>
        </p:nvSpPr>
        <p:spPr>
          <a:xfrm>
            <a:off x="6594719" y="3513534"/>
            <a:ext cx="3048000" cy="328613"/>
          </a:xfrm>
          <a:prstGeom prst="rect">
            <a:avLst/>
          </a:prstGeom>
          <a:noFill/>
        </p:spPr>
        <p:txBody>
          <a:bodyPr wrap="square" lIns="0" tIns="0" rIns="0" bIns="0" rtlCol="0" anchor="t">
            <a:noAutofit/>
          </a:bodyPr>
          <a:p>
            <a:pPr algn="l">
              <a:lnSpc>
                <a:spcPct val="133000"/>
              </a:lnSpc>
            </a:pPr>
            <a:r>
              <a:rPr sz="1500" b="1">
                <a:solidFill>
                  <a:srgbClr val="EBF1FA"/>
                </a:solidFill>
                <a:latin typeface="微软雅黑" panose="020B0503020204020204" charset="-122"/>
                <a:ea typeface="微软雅黑" panose="020B0503020204020204" charset="-122"/>
              </a:rPr>
              <a:t>目标：</a:t>
            </a:r>
            <a:r>
              <a:rPr sz="1500">
                <a:solidFill>
                  <a:srgbClr val="EBF1FA"/>
                </a:solidFill>
                <a:latin typeface="微软雅黑" panose="020B0503020204020204" charset="-122"/>
                <a:ea typeface="微软雅黑" panose="020B0503020204020204" charset="-122"/>
              </a:rPr>
              <a:t>处理更广泛、更复杂的问题</a:t>
            </a:r>
            <a:endParaRPr sz="1500">
              <a:solidFill>
                <a:srgbClr val="EBF1FA"/>
              </a:solidFill>
              <a:latin typeface="微软雅黑" panose="020B0503020204020204" charset="-122"/>
              <a:ea typeface="微软雅黑" panose="020B0503020204020204" charset="-122"/>
            </a:endParaRPr>
          </a:p>
        </p:txBody>
      </p:sp>
      <p:sp>
        <p:nvSpPr>
          <p:cNvPr id="38" name="任意多边形 37"/>
          <p:cNvSpPr/>
          <p:nvPr>
            <p:custDataLst>
              <p:tags r:id="rId56"/>
            </p:custDataLst>
          </p:nvPr>
        </p:nvSpPr>
        <p:spPr>
          <a:xfrm>
            <a:off x="6017895" y="4328795"/>
            <a:ext cx="5597525" cy="2143125"/>
          </a:xfrm>
          <a:custGeom>
            <a:avLst/>
            <a:gdLst>
              <a:gd name="sw" fmla="*/ 1 w 8814"/>
              <a:gd name="sh" fmla="*/ 1 h 3375"/>
              <a:gd name="mins" fmla="min sw sh"/>
              <a:gd name="dsw" fmla="+- 0 sw mins"/>
              <a:gd name="dsh" fmla="+- 0 sh mins"/>
              <a:gd name="p0x0" fmla="*/ 120 w 8814"/>
              <a:gd name="p0y0" fmla="*/ 0 h 3375"/>
              <a:gd name="p0x1" fmla="*/ 8694 w 8814"/>
              <a:gd name="p0y1" fmla="*/ 0 h 3375"/>
              <a:gd name="p0x2" fmla="*/ 8760 w 8814"/>
              <a:gd name="p0y2" fmla="*/ 0 h 3375"/>
              <a:gd name="p0x3" fmla="*/ 8814 w 8814"/>
              <a:gd name="p0y3" fmla="*/ 53 h 3375"/>
              <a:gd name="p0x4" fmla="*/ 8814 w 8814"/>
              <a:gd name="p0y4" fmla="*/ 120 h 3375"/>
              <a:gd name="p0x5" fmla="*/ 8814 w 8814"/>
              <a:gd name="p0y5" fmla="*/ 3255 h 3375"/>
              <a:gd name="p0x6" fmla="*/ 8814 w 8814"/>
              <a:gd name="p0y6" fmla="*/ 3321 h 3375"/>
              <a:gd name="p0x7" fmla="*/ 8760 w 8814"/>
              <a:gd name="p0y7" fmla="*/ 3375 h 3375"/>
              <a:gd name="p0x8" fmla="*/ 8694 w 8814"/>
              <a:gd name="p0y8" fmla="*/ 3375 h 3375"/>
              <a:gd name="p0x9" fmla="*/ 120 w 8814"/>
              <a:gd name="p0y9" fmla="*/ 3375 h 3375"/>
              <a:gd name="p0x10" fmla="*/ 53 w 8814"/>
              <a:gd name="p0y10" fmla="*/ 3375 h 3375"/>
              <a:gd name="p0x11" fmla="*/ 0 w 8814"/>
              <a:gd name="p0y11" fmla="*/ 3321 h 3375"/>
              <a:gd name="p0x12" fmla="*/ 0 w 8814"/>
              <a:gd name="p0y12" fmla="*/ 3255 h 3375"/>
              <a:gd name="p0x13" fmla="*/ 0 w 8814"/>
              <a:gd name="p0y13" fmla="*/ 120 h 3375"/>
              <a:gd name="p0x14" fmla="*/ 0 w 8814"/>
              <a:gd name="p0y14" fmla="*/ 53 h 3375"/>
              <a:gd name="p0x15" fmla="*/ 53 w 8814"/>
              <a:gd name="p0y15" fmla="*/ 0 h 3375"/>
              <a:gd name="p0x16" fmla="*/ 120 w 8814"/>
              <a:gd name="p0y16" fmla="*/ 0 h 337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任意多边形 38"/>
          <p:cNvSpPr/>
          <p:nvPr>
            <p:custDataLst>
              <p:tags r:id="rId57"/>
            </p:custDataLst>
          </p:nvPr>
        </p:nvSpPr>
        <p:spPr>
          <a:xfrm>
            <a:off x="6213475" y="4524375"/>
            <a:ext cx="342900" cy="342900"/>
          </a:xfrm>
          <a:custGeom>
            <a:avLst/>
            <a:gdLst>
              <a:gd name="sw" fmla="*/ 1 w 540"/>
              <a:gd name="sh" fmla="*/ 1 h 540"/>
              <a:gd name="mins" fmla="min sw sh"/>
              <a:gd name="dsw" fmla="+- 0 sw mins"/>
              <a:gd name="dsh" fmla="+- 0 sh mins"/>
              <a:gd name="p0x0" fmla="*/ 120 w 540"/>
              <a:gd name="p0y0" fmla="*/ 0 h 540"/>
              <a:gd name="p0x1" fmla="*/ 420 w 540"/>
              <a:gd name="p0y1" fmla="*/ 0 h 540"/>
              <a:gd name="p0x2" fmla="*/ 486 w 540"/>
              <a:gd name="p0y2" fmla="*/ 0 h 540"/>
              <a:gd name="p0x3" fmla="*/ 540 w 540"/>
              <a:gd name="p0y3" fmla="*/ 53 h 540"/>
              <a:gd name="p0x4" fmla="*/ 540 w 540"/>
              <a:gd name="p0y4" fmla="*/ 120 h 540"/>
              <a:gd name="p0x5" fmla="*/ 540 w 540"/>
              <a:gd name="p0y5" fmla="*/ 420 h 540"/>
              <a:gd name="p0x6" fmla="*/ 540 w 540"/>
              <a:gd name="p0y6" fmla="*/ 486 h 540"/>
              <a:gd name="p0x7" fmla="*/ 486 w 540"/>
              <a:gd name="p0y7" fmla="*/ 540 h 540"/>
              <a:gd name="p0x8" fmla="*/ 420 w 540"/>
              <a:gd name="p0y8" fmla="*/ 540 h 540"/>
              <a:gd name="p0x9" fmla="*/ 120 w 540"/>
              <a:gd name="p0y9" fmla="*/ 540 h 540"/>
              <a:gd name="p0x10" fmla="*/ 53 w 540"/>
              <a:gd name="p0y10" fmla="*/ 540 h 540"/>
              <a:gd name="p0x11" fmla="*/ 0 w 540"/>
              <a:gd name="p0y11" fmla="*/ 486 h 540"/>
              <a:gd name="p0x12" fmla="*/ 0 w 540"/>
              <a:gd name="p0y12" fmla="*/ 420 h 540"/>
              <a:gd name="p0x13" fmla="*/ 0 w 540"/>
              <a:gd name="p0y13" fmla="*/ 120 h 540"/>
              <a:gd name="p0x14" fmla="*/ 0 w 540"/>
              <a:gd name="p0y14" fmla="*/ 53 h 540"/>
              <a:gd name="p0x15" fmla="*/ 53 w 540"/>
              <a:gd name="p0y15" fmla="*/ 0 h 540"/>
              <a:gd name="p0x16" fmla="*/ 120 w 540"/>
              <a:gd name="p0y16" fmla="*/ 0 h 54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0" name="图片 39"/>
          <p:cNvPicPr>
            <a:picLocks noChangeAspect="1"/>
          </p:cNvPicPr>
          <p:nvPr>
            <p:custDataLst>
              <p:tags r:id="rId58"/>
            </p:custDataLst>
          </p:nvPr>
        </p:nvPicPr>
        <p:blipFill>
          <a:blip r:embed="rId59">
            <a:extLst>
              <a:ext uri="{96DAC541-7B7A-43D3-8B79-37D633B846F1}">
                <asvg:svgBlip xmlns:asvg="http://schemas.microsoft.com/office/drawing/2016/SVG/main" r:embed="rId60"/>
              </a:ext>
            </a:extLst>
          </a:blip>
          <a:srcRect l="-2083" t="-12593" r="-2083" b="-12593"/>
          <a:stretch>
            <a:fillRect/>
          </a:stretch>
        </p:blipFill>
        <p:spPr>
          <a:xfrm>
            <a:off x="6265545" y="4585970"/>
            <a:ext cx="238125" cy="214630"/>
          </a:xfrm>
          <a:prstGeom prst="rect">
            <a:avLst/>
          </a:prstGeom>
        </p:spPr>
      </p:pic>
      <p:sp>
        <p:nvSpPr>
          <p:cNvPr id="41" name="文本框 40"/>
          <p:cNvSpPr txBox="1"/>
          <p:nvPr>
            <p:custDataLst>
              <p:tags r:id="rId61"/>
            </p:custDataLst>
          </p:nvPr>
        </p:nvSpPr>
        <p:spPr>
          <a:xfrm>
            <a:off x="6670919" y="4537710"/>
            <a:ext cx="1371676" cy="311467"/>
          </a:xfrm>
          <a:prstGeom prst="rect">
            <a:avLst/>
          </a:prstGeom>
          <a:noFill/>
        </p:spPr>
        <p:txBody>
          <a:bodyPr wrap="square" lIns="0" tIns="0" rIns="0" bIns="0" rtlCol="0" anchor="t">
            <a:noAutofit/>
          </a:bodyPr>
          <a:p>
            <a:pPr algn="l">
              <a:lnSpc>
                <a:spcPct val="104000"/>
              </a:lnSpc>
            </a:pPr>
            <a:r>
              <a:rPr b="1">
                <a:solidFill>
                  <a:srgbClr val="C8C9FF"/>
                </a:solidFill>
                <a:latin typeface="微软雅黑" panose="020B0503020204020204" charset="-122"/>
                <a:ea typeface="微软雅黑" panose="020B0503020204020204" charset="-122"/>
              </a:rPr>
              <a:t>互操作场景</a:t>
            </a:r>
            <a:endParaRPr b="1">
              <a:solidFill>
                <a:srgbClr val="C8C9FF"/>
              </a:solidFill>
              <a:latin typeface="微软雅黑" panose="020B0503020204020204" charset="-122"/>
              <a:ea typeface="微软雅黑" panose="020B0503020204020204" charset="-122"/>
            </a:endParaRPr>
          </a:p>
        </p:txBody>
      </p:sp>
      <p:sp>
        <p:nvSpPr>
          <p:cNvPr id="42" name="任意多边形 41"/>
          <p:cNvSpPr/>
          <p:nvPr>
            <p:custDataLst>
              <p:tags r:id="rId62"/>
            </p:custDataLst>
          </p:nvPr>
        </p:nvSpPr>
        <p:spPr>
          <a:xfrm>
            <a:off x="6213475" y="5203190"/>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3" name="图片 42"/>
          <p:cNvPicPr>
            <a:picLocks noChangeAspect="1"/>
          </p:cNvPicPr>
          <p:nvPr>
            <p:custDataLst>
              <p:tags r:id="rId63"/>
            </p:custDataLst>
          </p:nvPr>
        </p:nvPicPr>
        <p:blipFill>
          <a:blip r:embed="rId64">
            <a:extLst>
              <a:ext uri="{96DAC541-7B7A-43D3-8B79-37D633B846F1}">
                <asvg:svgBlip xmlns:asvg="http://schemas.microsoft.com/office/drawing/2016/SVG/main" r:embed="rId65"/>
              </a:ext>
            </a:extLst>
          </a:blip>
          <a:srcRect l="-2941" t="-4314" r="-2941" b="-4314"/>
          <a:stretch>
            <a:fillRect/>
          </a:stretch>
        </p:blipFill>
        <p:spPr>
          <a:xfrm>
            <a:off x="6261100" y="5246370"/>
            <a:ext cx="171450" cy="175895"/>
          </a:xfrm>
          <a:prstGeom prst="rect">
            <a:avLst/>
          </a:prstGeom>
        </p:spPr>
      </p:pic>
      <p:sp>
        <p:nvSpPr>
          <p:cNvPr id="44" name="文本框 43"/>
          <p:cNvSpPr txBox="1"/>
          <p:nvPr>
            <p:custDataLst>
              <p:tags r:id="rId66"/>
            </p:custDataLst>
          </p:nvPr>
        </p:nvSpPr>
        <p:spPr>
          <a:xfrm>
            <a:off x="6594719" y="5170437"/>
            <a:ext cx="4854549" cy="328613"/>
          </a:xfrm>
          <a:prstGeom prst="rect">
            <a:avLst/>
          </a:prstGeom>
          <a:noFill/>
        </p:spPr>
        <p:txBody>
          <a:bodyPr wrap="square" lIns="0" tIns="0" rIns="0" bIns="0" rtlCol="0" anchor="t">
            <a:noAutofit/>
          </a:bodyPr>
          <a:p>
            <a:pPr algn="l">
              <a:lnSpc>
                <a:spcPct val="133000"/>
              </a:lnSpc>
            </a:pPr>
            <a:r>
              <a:rPr lang="en-US" altLang="en-US" sz="1500">
                <a:solidFill>
                  <a:srgbClr val="C8C9FF"/>
                </a:solidFill>
                <a:latin typeface="微软雅黑" panose="020B0503020204020204" charset="-122"/>
                <a:ea typeface="微软雅黑" panose="020B0503020204020204" charset="-122"/>
                <a:cs typeface="微软雅黑" panose="020B0503020204020204" charset="-122"/>
              </a:rPr>
              <a:t>A2A Agent</a:t>
            </a:r>
            <a:r>
              <a:rPr lang="zh-CN" altLang="en-US" sz="1500">
                <a:solidFill>
                  <a:srgbClr val="C8C9FF"/>
                </a:solidFill>
                <a:latin typeface="微软雅黑" panose="020B0503020204020204" charset="-122"/>
                <a:ea typeface="微软雅黑" panose="020B0503020204020204" charset="-122"/>
                <a:cs typeface="微软雅黑" panose="020B0503020204020204" charset="-122"/>
              </a:rPr>
              <a:t>表示为</a:t>
            </a:r>
            <a:r>
              <a:rPr lang="en-US" altLang="zh-CN" sz="1500">
                <a:solidFill>
                  <a:srgbClr val="C8C9FF"/>
                </a:solidFill>
                <a:latin typeface="微软雅黑" panose="020B0503020204020204" charset="-122"/>
                <a:ea typeface="微软雅黑" panose="020B0503020204020204" charset="-122"/>
                <a:cs typeface="微软雅黑" panose="020B0503020204020204" charset="-122"/>
              </a:rPr>
              <a:t>MCP</a:t>
            </a:r>
            <a:r>
              <a:rPr lang="zh-CN" altLang="en-US" sz="1500">
                <a:solidFill>
                  <a:srgbClr val="C8C9FF"/>
                </a:solidFill>
                <a:latin typeface="微软雅黑" panose="020B0503020204020204" charset="-122"/>
                <a:ea typeface="微软雅黑" panose="020B0503020204020204" charset="-122"/>
                <a:cs typeface="微软雅黑" panose="020B0503020204020204" charset="-122"/>
              </a:rPr>
              <a:t>资源，参与大模型应用上下文</a:t>
            </a:r>
            <a:endParaRPr lang="zh-CN" altLang="en-US" sz="1500">
              <a:solidFill>
                <a:srgbClr val="C8C9FF"/>
              </a:solidFill>
              <a:latin typeface="微软雅黑" panose="020B0503020204020204" charset="-122"/>
              <a:ea typeface="微软雅黑" panose="020B0503020204020204" charset="-122"/>
              <a:cs typeface="微软雅黑" panose="020B0503020204020204" charset="-122"/>
            </a:endParaRPr>
          </a:p>
        </p:txBody>
      </p:sp>
      <p:sp>
        <p:nvSpPr>
          <p:cNvPr id="45" name="任意多边形 44"/>
          <p:cNvSpPr/>
          <p:nvPr>
            <p:custDataLst>
              <p:tags r:id="rId67"/>
            </p:custDataLst>
          </p:nvPr>
        </p:nvSpPr>
        <p:spPr>
          <a:xfrm>
            <a:off x="6213475" y="5787390"/>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6" name="图片 45"/>
          <p:cNvPicPr>
            <a:picLocks noChangeAspect="1"/>
          </p:cNvPicPr>
          <p:nvPr>
            <p:custDataLst>
              <p:tags r:id="rId68"/>
            </p:custDataLst>
          </p:nvPr>
        </p:nvPicPr>
        <p:blipFill>
          <a:blip r:embed="rId69">
            <a:extLst>
              <a:ext uri="{96DAC541-7B7A-43D3-8B79-37D633B846F1}">
                <asvg:svgBlip xmlns:asvg="http://schemas.microsoft.com/office/drawing/2016/SVG/main" r:embed="rId70"/>
              </a:ext>
            </a:extLst>
          </a:blip>
          <a:srcRect l="-3333" t="-1296" r="-3333" b="-1296"/>
          <a:stretch>
            <a:fillRect/>
          </a:stretch>
        </p:blipFill>
        <p:spPr>
          <a:xfrm>
            <a:off x="6270625" y="5830570"/>
            <a:ext cx="152400" cy="175895"/>
          </a:xfrm>
          <a:prstGeom prst="rect">
            <a:avLst/>
          </a:prstGeom>
        </p:spPr>
      </p:pic>
      <p:sp>
        <p:nvSpPr>
          <p:cNvPr id="47" name="文本框 46"/>
          <p:cNvSpPr txBox="1"/>
          <p:nvPr>
            <p:custDataLst>
              <p:tags r:id="rId71"/>
            </p:custDataLst>
          </p:nvPr>
        </p:nvSpPr>
        <p:spPr>
          <a:xfrm>
            <a:off x="6594719" y="5754586"/>
            <a:ext cx="2949550" cy="328613"/>
          </a:xfrm>
          <a:prstGeom prst="rect">
            <a:avLst/>
          </a:prstGeom>
          <a:noFill/>
        </p:spPr>
        <p:txBody>
          <a:bodyPr wrap="square" lIns="0" tIns="0" rIns="0" bIns="0" rtlCol="0" anchor="t">
            <a:noAutofit/>
          </a:bodyPr>
          <a:p>
            <a:pPr algn="l">
              <a:lnSpc>
                <a:spcPct val="133000"/>
              </a:lnSpc>
            </a:pPr>
            <a:r>
              <a:rPr lang="en-US" altLang="en-US" sz="1500">
                <a:solidFill>
                  <a:srgbClr val="C8C9FF"/>
                </a:solidFill>
                <a:latin typeface="微软雅黑" panose="020B0503020204020204" charset="-122"/>
                <a:ea typeface="微软雅黑" panose="020B0503020204020204" charset="-122"/>
                <a:cs typeface="微软雅黑" panose="020B0503020204020204" charset="-122"/>
              </a:rPr>
              <a:t>A2A Agent</a:t>
            </a:r>
            <a:r>
              <a:rPr lang="zh-CN" altLang="en-US" sz="1500">
                <a:solidFill>
                  <a:srgbClr val="C8C9FF"/>
                </a:solidFill>
                <a:latin typeface="微软雅黑" panose="020B0503020204020204" charset="-122"/>
                <a:ea typeface="微软雅黑" panose="020B0503020204020204" charset="-122"/>
                <a:cs typeface="微软雅黑" panose="020B0503020204020204" charset="-122"/>
              </a:rPr>
              <a:t>调用</a:t>
            </a:r>
            <a:r>
              <a:rPr lang="en-US" altLang="zh-CN" sz="1500">
                <a:solidFill>
                  <a:srgbClr val="C8C9FF"/>
                </a:solidFill>
                <a:latin typeface="微软雅黑" panose="020B0503020204020204" charset="-122"/>
                <a:ea typeface="微软雅黑" panose="020B0503020204020204" charset="-122"/>
                <a:cs typeface="微软雅黑" panose="020B0503020204020204" charset="-122"/>
              </a:rPr>
              <a:t>MCP</a:t>
            </a:r>
            <a:r>
              <a:rPr lang="zh-CN" altLang="en-US" sz="1500">
                <a:solidFill>
                  <a:srgbClr val="C8C9FF"/>
                </a:solidFill>
                <a:latin typeface="微软雅黑" panose="020B0503020204020204" charset="-122"/>
                <a:ea typeface="微软雅黑" panose="020B0503020204020204" charset="-122"/>
                <a:cs typeface="微软雅黑" panose="020B0503020204020204" charset="-122"/>
              </a:rPr>
              <a:t>封装的工具</a:t>
            </a:r>
            <a:endParaRPr lang="zh-CN" altLang="en-US" sz="1500">
              <a:solidFill>
                <a:srgbClr val="C8C9F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188"/>
            <a:ext cx="11125200" cy="500063"/>
          </a:xfrm>
          <a:prstGeom prst="rect">
            <a:avLst/>
          </a:prstGeom>
          <a:noFill/>
        </p:spPr>
        <p:txBody>
          <a:bodyPr wrap="square" lIns="0" tIns="0" rIns="0" bIns="0" rtlCol="0" anchor="t">
            <a:noAutofit/>
          </a:bodyPr>
          <a:p>
            <a:pPr algn="l">
              <a:lnSpc>
                <a:spcPct val="100000"/>
              </a:lnSpc>
            </a:pPr>
            <a:r>
              <a:rPr lang="en-US" altLang="en-US" sz="3000" b="1">
                <a:solidFill>
                  <a:srgbClr val="EBF1FA"/>
                </a:solidFill>
                <a:latin typeface="微软雅黑" panose="020B0503020204020204" charset="-122"/>
                <a:ea typeface="微软雅黑" panose="020B0503020204020204" charset="-122"/>
                <a:cs typeface="微软雅黑" panose="020B0503020204020204" charset="-122"/>
              </a:rPr>
              <a:t>A2A</a:t>
            </a:r>
            <a:r>
              <a:rPr lang="zh-CN" altLang="en-US" sz="3000" b="1">
                <a:solidFill>
                  <a:srgbClr val="EBF1FA"/>
                </a:solidFill>
                <a:latin typeface="微软雅黑" panose="020B0503020204020204" charset="-122"/>
                <a:ea typeface="微软雅黑" panose="020B0503020204020204" charset="-122"/>
                <a:cs typeface="微软雅黑" panose="020B0503020204020204" charset="-122"/>
              </a:rPr>
              <a:t>与</a:t>
            </a:r>
            <a:r>
              <a:rPr lang="en-US" altLang="zh-CN" sz="3000" b="1">
                <a:solidFill>
                  <a:srgbClr val="EBF1FA"/>
                </a:solidFill>
                <a:latin typeface="微软雅黑" panose="020B0503020204020204" charset="-122"/>
                <a:ea typeface="微软雅黑" panose="020B0503020204020204" charset="-122"/>
                <a:cs typeface="微软雅黑" panose="020B0503020204020204" charset="-122"/>
              </a:rPr>
              <a:t>MCP</a:t>
            </a:r>
            <a:r>
              <a:rPr lang="zh-CN" altLang="en-US" sz="3000" b="1">
                <a:solidFill>
                  <a:srgbClr val="EBF1FA"/>
                </a:solidFill>
                <a:latin typeface="微软雅黑" panose="020B0503020204020204" charset="-122"/>
                <a:ea typeface="微软雅黑" panose="020B0503020204020204" charset="-122"/>
                <a:cs typeface="微软雅黑" panose="020B0503020204020204" charset="-122"/>
              </a:rPr>
              <a:t>对比</a:t>
            </a:r>
            <a:endParaRPr lang="zh-CN" altLang="en-US" sz="3000" b="1">
              <a:solidFill>
                <a:srgbClr val="EBF1FA"/>
              </a:solidFill>
              <a:latin typeface="微软雅黑" panose="020B0503020204020204" charset="-122"/>
              <a:ea typeface="微软雅黑" panose="020B0503020204020204" charset="-122"/>
              <a:cs typeface="微软雅黑" panose="020B0503020204020204" charset="-122"/>
            </a:endParaRPr>
          </a:p>
        </p:txBody>
      </p:sp>
      <p:pic>
        <p:nvPicPr>
          <p:cNvPr id="2" name="图片 7" descr="图1-2"/>
          <p:cNvPicPr>
            <a:picLocks noChangeAspect="1"/>
          </p:cNvPicPr>
          <p:nvPr/>
        </p:nvPicPr>
        <p:blipFill>
          <a:blip r:embed="rId2"/>
          <a:stretch>
            <a:fillRect/>
          </a:stretch>
        </p:blipFill>
        <p:spPr>
          <a:xfrm>
            <a:off x="1463675" y="1118870"/>
            <a:ext cx="9523095" cy="5126355"/>
          </a:xfrm>
          <a:prstGeom prst="rect">
            <a:avLst/>
          </a:prstGeom>
          <a:ln w="6350">
            <a:solidFill>
              <a:schemeClr val="accent1"/>
            </a:solid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533400" y="357188"/>
            <a:ext cx="11125200" cy="500063"/>
          </a:xfrm>
          <a:prstGeom prst="rect">
            <a:avLst/>
          </a:prstGeom>
          <a:noFill/>
        </p:spPr>
        <p:txBody>
          <a:bodyPr wrap="square" lIns="0" tIns="0" rIns="0" bIns="0" rtlCol="0" anchor="t">
            <a:noAutofit/>
          </a:bodyPr>
          <a:p>
            <a:pPr algn="l">
              <a:lnSpc>
                <a:spcPct val="100000"/>
              </a:lnSpc>
            </a:pPr>
            <a:r>
              <a:rPr lang="en-US" altLang="en-US" sz="3000" b="1">
                <a:solidFill>
                  <a:srgbClr val="EBF1FA"/>
                </a:solidFill>
                <a:latin typeface="微软雅黑" panose="020B0503020204020204" charset="-122"/>
                <a:ea typeface="微软雅黑" panose="020B0503020204020204" charset="-122"/>
                <a:cs typeface="微软雅黑" panose="020B0503020204020204" charset="-122"/>
              </a:rPr>
              <a:t>A2A</a:t>
            </a:r>
            <a:r>
              <a:rPr lang="zh-CN" altLang="en-US" sz="3000" b="1">
                <a:solidFill>
                  <a:srgbClr val="EBF1FA"/>
                </a:solidFill>
                <a:latin typeface="微软雅黑" panose="020B0503020204020204" charset="-122"/>
                <a:ea typeface="微软雅黑" panose="020B0503020204020204" charset="-122"/>
                <a:cs typeface="微软雅黑" panose="020B0503020204020204" charset="-122"/>
              </a:rPr>
              <a:t>与</a:t>
            </a:r>
            <a:r>
              <a:rPr lang="en-US" altLang="zh-CN" sz="3000" b="1">
                <a:solidFill>
                  <a:srgbClr val="EBF1FA"/>
                </a:solidFill>
                <a:latin typeface="微软雅黑" panose="020B0503020204020204" charset="-122"/>
                <a:ea typeface="微软雅黑" panose="020B0503020204020204" charset="-122"/>
                <a:cs typeface="微软雅黑" panose="020B0503020204020204" charset="-122"/>
              </a:rPr>
              <a:t>Function-Calling</a:t>
            </a:r>
            <a:r>
              <a:rPr lang="zh-CN" altLang="en-US" sz="3000" b="1">
                <a:solidFill>
                  <a:srgbClr val="EBF1FA"/>
                </a:solidFill>
                <a:latin typeface="微软雅黑" panose="020B0503020204020204" charset="-122"/>
                <a:ea typeface="微软雅黑" panose="020B0503020204020204" charset="-122"/>
                <a:cs typeface="微软雅黑" panose="020B0503020204020204" charset="-122"/>
              </a:rPr>
              <a:t>对比</a:t>
            </a:r>
            <a:endParaRPr lang="zh-CN" altLang="en-US" sz="3000" b="1">
              <a:solidFill>
                <a:srgbClr val="EBF1FA"/>
              </a:solidFill>
              <a:latin typeface="微软雅黑" panose="020B0503020204020204" charset="-122"/>
              <a:ea typeface="微软雅黑" panose="020B0503020204020204" charset="-122"/>
              <a:cs typeface="微软雅黑" panose="020B0503020204020204" charset="-122"/>
            </a:endParaRPr>
          </a:p>
        </p:txBody>
      </p:sp>
      <p:sp>
        <p:nvSpPr>
          <p:cNvPr id="4" name="任意多边形 3"/>
          <p:cNvSpPr/>
          <p:nvPr>
            <p:custDataLst>
              <p:tags r:id="rId2"/>
            </p:custDataLst>
          </p:nvPr>
        </p:nvSpPr>
        <p:spPr>
          <a:xfrm>
            <a:off x="575945" y="1109345"/>
            <a:ext cx="5438775" cy="5362575"/>
          </a:xfrm>
          <a:custGeom>
            <a:avLst/>
            <a:gdLst>
              <a:gd name="sw" fmla="*/ 1 w 8565"/>
              <a:gd name="sh" fmla="*/ 1 h 8445"/>
              <a:gd name="mins" fmla="min sw sh"/>
              <a:gd name="dsw" fmla="+- 0 sw mins"/>
              <a:gd name="dsh" fmla="+- 0 sh mins"/>
              <a:gd name="p0x0" fmla="*/ 180 w 8565"/>
              <a:gd name="p0y0" fmla="*/ 0 h 8445"/>
              <a:gd name="p0x1" fmla="*/ 8385 w 8565"/>
              <a:gd name="p0y1" fmla="*/ 0 h 8445"/>
              <a:gd name="p0x2" fmla="*/ 8484 w 8565"/>
              <a:gd name="p0y2" fmla="*/ 0 h 8445"/>
              <a:gd name="p0x3" fmla="*/ 8565 w 8565"/>
              <a:gd name="p0y3" fmla="*/ 80 h 8445"/>
              <a:gd name="p0x4" fmla="*/ 8565 w 8565"/>
              <a:gd name="p0y4" fmla="*/ 180 h 8445"/>
              <a:gd name="p0x5" fmla="*/ 8565 w 8565"/>
              <a:gd name="p0y5" fmla="*/ 8265 h 8445"/>
              <a:gd name="p0x6" fmla="*/ 8565 w 8565"/>
              <a:gd name="p0y6" fmla="*/ 8364 h 8445"/>
              <a:gd name="p0x7" fmla="*/ 8484 w 8565"/>
              <a:gd name="p0y7" fmla="*/ 8445 h 8445"/>
              <a:gd name="p0x8" fmla="*/ 8385 w 8565"/>
              <a:gd name="p0y8" fmla="*/ 8445 h 8445"/>
              <a:gd name="p0x9" fmla="*/ 180 w 8565"/>
              <a:gd name="p0y9" fmla="*/ 8445 h 8445"/>
              <a:gd name="p0x10" fmla="*/ 80 w 8565"/>
              <a:gd name="p0y10" fmla="*/ 8445 h 8445"/>
              <a:gd name="p0x11" fmla="*/ 0 w 8565"/>
              <a:gd name="p0y11" fmla="*/ 8364 h 8445"/>
              <a:gd name="p0x12" fmla="*/ 0 w 8565"/>
              <a:gd name="p0y12" fmla="*/ 8265 h 8445"/>
              <a:gd name="p0x13" fmla="*/ 0 w 8565"/>
              <a:gd name="p0y13" fmla="*/ 180 h 8445"/>
              <a:gd name="p0x14" fmla="*/ 0 w 8565"/>
              <a:gd name="p0y14" fmla="*/ 80 h 8445"/>
              <a:gd name="p0x15" fmla="*/ 80 w 8565"/>
              <a:gd name="p0y15" fmla="*/ 0 h 8445"/>
              <a:gd name="p0x16" fmla="*/ 180 w 8565"/>
              <a:gd name="p0y16" fmla="*/ 0 h 844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FFFFFF">
              <a:alpha val="10196"/>
            </a:srgbClr>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任意多边形 4"/>
          <p:cNvSpPr/>
          <p:nvPr>
            <p:custDataLst>
              <p:tags r:id="rId3"/>
            </p:custDataLst>
          </p:nvPr>
        </p:nvSpPr>
        <p:spPr>
          <a:xfrm>
            <a:off x="771525" y="1304925"/>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6" name="图片 5"/>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rcRect l="-2000" t="-23704" r="-2000" b="-23704"/>
          <a:stretch>
            <a:fillRect/>
          </a:stretch>
        </p:blipFill>
        <p:spPr>
          <a:xfrm>
            <a:off x="857250" y="1385570"/>
            <a:ext cx="247650" cy="252730"/>
          </a:xfrm>
          <a:prstGeom prst="rect">
            <a:avLst/>
          </a:prstGeom>
        </p:spPr>
      </p:pic>
      <p:sp>
        <p:nvSpPr>
          <p:cNvPr id="7" name="文本框 6"/>
          <p:cNvSpPr txBox="1"/>
          <p:nvPr>
            <p:custDataLst>
              <p:tags r:id="rId7"/>
            </p:custDataLst>
          </p:nvPr>
        </p:nvSpPr>
        <p:spPr>
          <a:xfrm>
            <a:off x="1304925" y="1331595"/>
            <a:ext cx="2352894" cy="365760"/>
          </a:xfrm>
          <a:prstGeom prst="rect">
            <a:avLst/>
          </a:prstGeom>
          <a:noFill/>
        </p:spPr>
        <p:txBody>
          <a:bodyPr wrap="square" lIns="0" tIns="0" rIns="0" bIns="0" rtlCol="0" anchor="t">
            <a:noAutofit/>
          </a:bodyPr>
          <a:p>
            <a:pPr algn="l">
              <a:lnSpc>
                <a:spcPct val="104000"/>
              </a:lnSpc>
            </a:pPr>
            <a:r>
              <a:rPr sz="2100" b="1">
                <a:solidFill>
                  <a:srgbClr val="EBF1FA"/>
                </a:solidFill>
                <a:latin typeface="微软雅黑" panose="020B0503020204020204" charset="-122"/>
                <a:ea typeface="微软雅黑" panose="020B0503020204020204" charset="-122"/>
              </a:rPr>
              <a:t>Function-Calling</a:t>
            </a:r>
            <a:endParaRPr sz="2100" b="1">
              <a:solidFill>
                <a:srgbClr val="EBF1FA"/>
              </a:solidFill>
              <a:latin typeface="微软雅黑" panose="020B0503020204020204" charset="-122"/>
              <a:ea typeface="微软雅黑" panose="020B0503020204020204" charset="-122"/>
            </a:endParaRPr>
          </a:p>
        </p:txBody>
      </p:sp>
      <p:sp>
        <p:nvSpPr>
          <p:cNvPr id="8" name="任意多边形 7"/>
          <p:cNvSpPr/>
          <p:nvPr>
            <p:custDataLst>
              <p:tags r:id="rId8"/>
            </p:custDataLst>
          </p:nvPr>
        </p:nvSpPr>
        <p:spPr>
          <a:xfrm>
            <a:off x="771525" y="2340610"/>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9" name="图片 8"/>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rcRect l="-4792" t="-5641" r="-4792" b="-5641"/>
          <a:stretch>
            <a:fillRect/>
          </a:stretch>
        </p:blipFill>
        <p:spPr>
          <a:xfrm>
            <a:off x="821055" y="2402840"/>
            <a:ext cx="167005" cy="137795"/>
          </a:xfrm>
          <a:prstGeom prst="rect">
            <a:avLst/>
          </a:prstGeom>
        </p:spPr>
      </p:pic>
      <p:sp>
        <p:nvSpPr>
          <p:cNvPr id="10" name="文本框 9"/>
          <p:cNvSpPr txBox="1"/>
          <p:nvPr>
            <p:custDataLst>
              <p:tags r:id="rId12"/>
            </p:custDataLst>
          </p:nvPr>
        </p:nvSpPr>
        <p:spPr>
          <a:xfrm>
            <a:off x="1152525" y="2307879"/>
            <a:ext cx="2667000" cy="328613"/>
          </a:xfrm>
          <a:prstGeom prst="rect">
            <a:avLst/>
          </a:prstGeom>
          <a:noFill/>
        </p:spPr>
        <p:txBody>
          <a:bodyPr wrap="square" lIns="0" tIns="0" rIns="0" bIns="0" rtlCol="0" anchor="t">
            <a:noAutofit/>
          </a:bodyPr>
          <a:p>
            <a:pPr algn="l">
              <a:lnSpc>
                <a:spcPct val="133000"/>
              </a:lnSpc>
            </a:pPr>
            <a:r>
              <a:rPr sz="1500" b="1">
                <a:solidFill>
                  <a:srgbClr val="EBF1FA"/>
                </a:solidFill>
                <a:latin typeface="微软雅黑" panose="020B0503020204020204" charset="-122"/>
                <a:ea typeface="微软雅黑" panose="020B0503020204020204" charset="-122"/>
              </a:rPr>
              <a:t>交互主体：</a:t>
            </a:r>
            <a:r>
              <a:rPr sz="1500">
                <a:solidFill>
                  <a:srgbClr val="EBF1FA">
                    <a:alpha val="72157"/>
                  </a:srgbClr>
                </a:solidFill>
                <a:latin typeface="微软雅黑" panose="020B0503020204020204" charset="-122"/>
                <a:ea typeface="微软雅黑" panose="020B0503020204020204" charset="-122"/>
              </a:rPr>
              <a:t>大语言模型与工具</a:t>
            </a:r>
            <a:endParaRPr sz="1500">
              <a:solidFill>
                <a:srgbClr val="EBF1FA">
                  <a:alpha val="72157"/>
                </a:srgbClr>
              </a:solidFill>
              <a:latin typeface="微软雅黑" panose="020B0503020204020204" charset="-122"/>
              <a:ea typeface="微软雅黑" panose="020B0503020204020204" charset="-122"/>
            </a:endParaRPr>
          </a:p>
        </p:txBody>
      </p:sp>
      <p:sp>
        <p:nvSpPr>
          <p:cNvPr id="11" name="任意多边形 10"/>
          <p:cNvSpPr/>
          <p:nvPr>
            <p:custDataLst>
              <p:tags r:id="rId13"/>
            </p:custDataLst>
          </p:nvPr>
        </p:nvSpPr>
        <p:spPr>
          <a:xfrm>
            <a:off x="771525" y="3205480"/>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2" name="图片 11"/>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rcRect l="-8444" t="-5641" r="-8444" b="-5641"/>
          <a:stretch>
            <a:fillRect/>
          </a:stretch>
        </p:blipFill>
        <p:spPr>
          <a:xfrm>
            <a:off x="821055" y="3267710"/>
            <a:ext cx="167005" cy="137795"/>
          </a:xfrm>
          <a:prstGeom prst="rect">
            <a:avLst/>
          </a:prstGeom>
        </p:spPr>
      </p:pic>
      <p:sp>
        <p:nvSpPr>
          <p:cNvPr id="13" name="文本框 12"/>
          <p:cNvSpPr txBox="1"/>
          <p:nvPr>
            <p:custDataLst>
              <p:tags r:id="rId17"/>
            </p:custDataLst>
          </p:nvPr>
        </p:nvSpPr>
        <p:spPr>
          <a:xfrm>
            <a:off x="1152525" y="3172720"/>
            <a:ext cx="2596753" cy="328613"/>
          </a:xfrm>
          <a:prstGeom prst="rect">
            <a:avLst/>
          </a:prstGeom>
          <a:noFill/>
        </p:spPr>
        <p:txBody>
          <a:bodyPr wrap="square" lIns="0" tIns="0" rIns="0" bIns="0" rtlCol="0" anchor="t">
            <a:noAutofit/>
          </a:bodyPr>
          <a:p>
            <a:pPr algn="l">
              <a:lnSpc>
                <a:spcPct val="133000"/>
              </a:lnSpc>
            </a:pPr>
            <a:r>
              <a:rPr lang="en-US" sz="1500" b="1">
                <a:solidFill>
                  <a:srgbClr val="EBF1FA"/>
                </a:solidFill>
                <a:latin typeface="微软雅黑" panose="020B0503020204020204" charset="-122"/>
                <a:ea typeface="微软雅黑" panose="020B0503020204020204" charset="-122"/>
                <a:cs typeface="微软雅黑" panose="020B0503020204020204" charset="-122"/>
              </a:rPr>
              <a:t>Agent</a:t>
            </a:r>
            <a:r>
              <a:rPr lang="zh-CN" sz="1500" b="1">
                <a:solidFill>
                  <a:srgbClr val="EBF1FA"/>
                </a:solidFill>
                <a:latin typeface="微软雅黑" panose="020B0503020204020204" charset="-122"/>
                <a:ea typeface="微软雅黑" panose="020B0503020204020204" charset="-122"/>
                <a:cs typeface="微软雅黑" panose="020B0503020204020204" charset="-122"/>
              </a:rPr>
              <a:t>角色：</a:t>
            </a:r>
            <a:r>
              <a:rPr 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模型的</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执行者</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a:t>
            </a:r>
            <a:endPar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14" name="任意多边形 13"/>
          <p:cNvSpPr/>
          <p:nvPr>
            <p:custDataLst>
              <p:tags r:id="rId18"/>
            </p:custDataLst>
          </p:nvPr>
        </p:nvSpPr>
        <p:spPr>
          <a:xfrm>
            <a:off x="771525" y="4222750"/>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5" name="图片 14"/>
          <p:cNvPicPr>
            <a:picLocks noChangeAspect="1"/>
          </p:cNvPicPr>
          <p:nvPr>
            <p:custDataLst>
              <p:tags r:id="rId19"/>
            </p:custDataLst>
          </p:nvPr>
        </p:nvPicPr>
        <p:blipFill>
          <a:blip r:embed="rId20">
            <a:extLst>
              <a:ext uri="{96DAC541-7B7A-43D3-8B79-37D633B846F1}">
                <asvg:svgBlip xmlns:asvg="http://schemas.microsoft.com/office/drawing/2016/SVG/main" r:embed="rId21"/>
              </a:ext>
            </a:extLst>
          </a:blip>
          <a:srcRect l="-3333" t="-40417" r="-3333" b="-40417"/>
          <a:stretch>
            <a:fillRect/>
          </a:stretch>
        </p:blipFill>
        <p:spPr>
          <a:xfrm>
            <a:off x="828675" y="4284980"/>
            <a:ext cx="152400" cy="137795"/>
          </a:xfrm>
          <a:prstGeom prst="rect">
            <a:avLst/>
          </a:prstGeom>
        </p:spPr>
      </p:pic>
      <p:sp>
        <p:nvSpPr>
          <p:cNvPr id="16" name="文本框 15"/>
          <p:cNvSpPr txBox="1"/>
          <p:nvPr>
            <p:custDataLst>
              <p:tags r:id="rId22"/>
            </p:custDataLst>
          </p:nvPr>
        </p:nvSpPr>
        <p:spPr>
          <a:xfrm>
            <a:off x="1152525" y="4037562"/>
            <a:ext cx="4667250" cy="633413"/>
          </a:xfrm>
          <a:prstGeom prst="rect">
            <a:avLst/>
          </a:prstGeom>
          <a:noFill/>
        </p:spPr>
        <p:txBody>
          <a:bodyPr wrap="square" lIns="0" tIns="0" rIns="0" bIns="0" rtlCol="0" anchor="t">
            <a:noAutofit/>
          </a:bodyPr>
          <a:p>
            <a:pPr algn="l">
              <a:lnSpc>
                <a:spcPct val="133000"/>
              </a:lnSpc>
            </a:pPr>
            <a:r>
              <a:rPr sz="1500" b="1">
                <a:solidFill>
                  <a:srgbClr val="EBF1FA"/>
                </a:solidFill>
                <a:latin typeface="微软雅黑" panose="020B0503020204020204" charset="-122"/>
                <a:ea typeface="微软雅黑" panose="020B0503020204020204" charset="-122"/>
              </a:rPr>
              <a:t>交互逻辑：</a:t>
            </a:r>
            <a:r>
              <a:rPr 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线性流程（用户提问</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模型生成函数调用</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执行</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返回结果</a:t>
            </a:r>
            <a:r>
              <a:rPr lang="en-US" altLang="zh-CN" sz="1500">
                <a:solidFill>
                  <a:srgbClr val="EBF1FA">
                    <a:alpha val="72157"/>
                  </a:srgbClr>
                </a:solidFill>
                <a:latin typeface="微软雅黑" panose="020B0503020204020204" charset="-122"/>
                <a:ea typeface="微软雅黑" panose="020B0503020204020204" charset="-122"/>
                <a:cs typeface="微软雅黑" panose="020B0503020204020204" charset="-122"/>
              </a:rPr>
              <a:t>→</a:t>
            </a:r>
            <a:r>
              <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rPr>
              <a:t>整理回答）</a:t>
            </a:r>
            <a:endParaRPr lang="zh-CN" altLang="en-US" sz="1500">
              <a:solidFill>
                <a:srgbClr val="EBF1FA">
                  <a:alpha val="72157"/>
                </a:srgbClr>
              </a:solidFill>
              <a:latin typeface="微软雅黑" panose="020B0503020204020204" charset="-122"/>
              <a:ea typeface="微软雅黑" panose="020B0503020204020204" charset="-122"/>
              <a:cs typeface="微软雅黑" panose="020B0503020204020204" charset="-122"/>
            </a:endParaRPr>
          </a:p>
        </p:txBody>
      </p:sp>
      <p:sp>
        <p:nvSpPr>
          <p:cNvPr id="17" name="任意多边形 16"/>
          <p:cNvSpPr/>
          <p:nvPr>
            <p:custDataLst>
              <p:tags r:id="rId23"/>
            </p:custDataLst>
          </p:nvPr>
        </p:nvSpPr>
        <p:spPr>
          <a:xfrm>
            <a:off x="771525" y="5392420"/>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8" name="图片 17"/>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rcRect l="-12619" t="-5641" r="-12619" b="-5641"/>
          <a:stretch>
            <a:fillRect/>
          </a:stretch>
        </p:blipFill>
        <p:spPr>
          <a:xfrm>
            <a:off x="821055" y="5454650"/>
            <a:ext cx="167005" cy="137795"/>
          </a:xfrm>
          <a:prstGeom prst="rect">
            <a:avLst/>
          </a:prstGeom>
        </p:spPr>
      </p:pic>
      <p:sp>
        <p:nvSpPr>
          <p:cNvPr id="19" name="文本框 18"/>
          <p:cNvSpPr txBox="1"/>
          <p:nvPr>
            <p:custDataLst>
              <p:tags r:id="rId27"/>
            </p:custDataLst>
          </p:nvPr>
        </p:nvSpPr>
        <p:spPr>
          <a:xfrm>
            <a:off x="1152525" y="5207203"/>
            <a:ext cx="4667250" cy="633413"/>
          </a:xfrm>
          <a:prstGeom prst="rect">
            <a:avLst/>
          </a:prstGeom>
          <a:noFill/>
        </p:spPr>
        <p:txBody>
          <a:bodyPr wrap="square" lIns="0" tIns="0" rIns="0" bIns="0" rtlCol="0" anchor="t">
            <a:noAutofit/>
          </a:bodyPr>
          <a:p>
            <a:pPr algn="l">
              <a:lnSpc>
                <a:spcPct val="133000"/>
              </a:lnSpc>
            </a:pPr>
            <a:r>
              <a:rPr sz="1500" b="1">
                <a:solidFill>
                  <a:srgbClr val="EBF1FA"/>
                </a:solidFill>
                <a:latin typeface="微软雅黑" panose="020B0503020204020204" charset="-122"/>
                <a:ea typeface="微软雅黑" panose="020B0503020204020204" charset="-122"/>
              </a:rPr>
              <a:t>应用场景：</a:t>
            </a:r>
            <a:r>
              <a:rPr sz="1500">
                <a:solidFill>
                  <a:srgbClr val="EBF1FA">
                    <a:alpha val="72157"/>
                  </a:srgbClr>
                </a:solidFill>
                <a:latin typeface="微软雅黑" panose="020B0503020204020204" charset="-122"/>
                <a:ea typeface="微软雅黑" panose="020B0503020204020204" charset="-122"/>
              </a:rPr>
              <a:t>获取实时天气、调用计算器等特定计算或查询</a:t>
            </a:r>
            <a:endParaRPr sz="1500">
              <a:solidFill>
                <a:srgbClr val="EBF1FA">
                  <a:alpha val="72157"/>
                </a:srgbClr>
              </a:solidFill>
              <a:latin typeface="微软雅黑" panose="020B0503020204020204" charset="-122"/>
              <a:ea typeface="微软雅黑" panose="020B0503020204020204" charset="-122"/>
            </a:endParaRPr>
          </a:p>
        </p:txBody>
      </p:sp>
      <p:sp>
        <p:nvSpPr>
          <p:cNvPr id="23" name="任意多边形 22"/>
          <p:cNvSpPr/>
          <p:nvPr>
            <p:custDataLst>
              <p:tags r:id="rId28"/>
            </p:custDataLst>
          </p:nvPr>
        </p:nvSpPr>
        <p:spPr>
          <a:xfrm>
            <a:off x="6176645" y="1109345"/>
            <a:ext cx="5438775" cy="5362575"/>
          </a:xfrm>
          <a:custGeom>
            <a:avLst/>
            <a:gdLst>
              <a:gd name="sw" fmla="*/ 1 w 8565"/>
              <a:gd name="sh" fmla="*/ 1 h 8445"/>
              <a:gd name="mins" fmla="min sw sh"/>
              <a:gd name="dsw" fmla="+- 0 sw mins"/>
              <a:gd name="dsh" fmla="+- 0 sh mins"/>
              <a:gd name="p0x0" fmla="*/ 180 w 8565"/>
              <a:gd name="p0y0" fmla="*/ 0 h 8445"/>
              <a:gd name="p0x1" fmla="*/ 8385 w 8565"/>
              <a:gd name="p0y1" fmla="*/ 0 h 8445"/>
              <a:gd name="p0x2" fmla="*/ 8484 w 8565"/>
              <a:gd name="p0y2" fmla="*/ 0 h 8445"/>
              <a:gd name="p0x3" fmla="*/ 8565 w 8565"/>
              <a:gd name="p0y3" fmla="*/ 80 h 8445"/>
              <a:gd name="p0x4" fmla="*/ 8565 w 8565"/>
              <a:gd name="p0y4" fmla="*/ 180 h 8445"/>
              <a:gd name="p0x5" fmla="*/ 8565 w 8565"/>
              <a:gd name="p0y5" fmla="*/ 8265 h 8445"/>
              <a:gd name="p0x6" fmla="*/ 8565 w 8565"/>
              <a:gd name="p0y6" fmla="*/ 8364 h 8445"/>
              <a:gd name="p0x7" fmla="*/ 8484 w 8565"/>
              <a:gd name="p0y7" fmla="*/ 8445 h 8445"/>
              <a:gd name="p0x8" fmla="*/ 8385 w 8565"/>
              <a:gd name="p0y8" fmla="*/ 8445 h 8445"/>
              <a:gd name="p0x9" fmla="*/ 180 w 8565"/>
              <a:gd name="p0y9" fmla="*/ 8445 h 8445"/>
              <a:gd name="p0x10" fmla="*/ 80 w 8565"/>
              <a:gd name="p0y10" fmla="*/ 8445 h 8445"/>
              <a:gd name="p0x11" fmla="*/ 0 w 8565"/>
              <a:gd name="p0y11" fmla="*/ 8364 h 8445"/>
              <a:gd name="p0x12" fmla="*/ 0 w 8565"/>
              <a:gd name="p0y12" fmla="*/ 8265 h 8445"/>
              <a:gd name="p0x13" fmla="*/ 0 w 8565"/>
              <a:gd name="p0y13" fmla="*/ 180 h 8445"/>
              <a:gd name="p0x14" fmla="*/ 0 w 8565"/>
              <a:gd name="p0y14" fmla="*/ 80 h 8445"/>
              <a:gd name="p0x15" fmla="*/ 80 w 8565"/>
              <a:gd name="p0y15" fmla="*/ 0 h 8445"/>
              <a:gd name="p0x16" fmla="*/ 180 w 8565"/>
              <a:gd name="p0y16" fmla="*/ 0 h 8445"/>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solidFill>
          <a:ln w="9525" cmpd="sng">
            <a:solidFill>
              <a:srgbClr val="FFFFFF">
                <a:alpha val="7059"/>
              </a:srgbClr>
            </a:solidFill>
            <a:prstDash val="solid"/>
          </a:ln>
          <a:effectLst>
            <a:outerShdw blurRad="314325" algn="ctr" rotWithShape="0">
              <a:srgbClr val="696CFF">
                <a:alpha val="27843"/>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任意多边形 23"/>
          <p:cNvSpPr/>
          <p:nvPr>
            <p:custDataLst>
              <p:tags r:id="rId29"/>
            </p:custDataLst>
          </p:nvPr>
        </p:nvSpPr>
        <p:spPr>
          <a:xfrm>
            <a:off x="6372225" y="1304925"/>
            <a:ext cx="419100" cy="419100"/>
          </a:xfrm>
          <a:custGeom>
            <a:avLst/>
            <a:gdLst>
              <a:gd name="sw" fmla="*/ 1 w 660"/>
              <a:gd name="sh" fmla="*/ 1 h 660"/>
              <a:gd name="mins" fmla="min sw sh"/>
              <a:gd name="dsw" fmla="+- 0 sw mins"/>
              <a:gd name="dsh" fmla="+- 0 sh mins"/>
              <a:gd name="p0x0" fmla="*/ 120 w 660"/>
              <a:gd name="p0y0" fmla="*/ 0 h 660"/>
              <a:gd name="p0x1" fmla="*/ 540 w 660"/>
              <a:gd name="p0y1" fmla="*/ 0 h 660"/>
              <a:gd name="p0x2" fmla="*/ 606 w 660"/>
              <a:gd name="p0y2" fmla="*/ 0 h 660"/>
              <a:gd name="p0x3" fmla="*/ 660 w 660"/>
              <a:gd name="p0y3" fmla="*/ 53 h 660"/>
              <a:gd name="p0x4" fmla="*/ 660 w 660"/>
              <a:gd name="p0y4" fmla="*/ 120 h 660"/>
              <a:gd name="p0x5" fmla="*/ 660 w 660"/>
              <a:gd name="p0y5" fmla="*/ 540 h 660"/>
              <a:gd name="p0x6" fmla="*/ 660 w 660"/>
              <a:gd name="p0y6" fmla="*/ 606 h 660"/>
              <a:gd name="p0x7" fmla="*/ 606 w 660"/>
              <a:gd name="p0y7" fmla="*/ 660 h 660"/>
              <a:gd name="p0x8" fmla="*/ 540 w 660"/>
              <a:gd name="p0y8" fmla="*/ 660 h 660"/>
              <a:gd name="p0x9" fmla="*/ 120 w 660"/>
              <a:gd name="p0y9" fmla="*/ 660 h 660"/>
              <a:gd name="p0x10" fmla="*/ 53 w 660"/>
              <a:gd name="p0y10" fmla="*/ 660 h 660"/>
              <a:gd name="p0x11" fmla="*/ 0 w 660"/>
              <a:gd name="p0y11" fmla="*/ 606 h 660"/>
              <a:gd name="p0x12" fmla="*/ 0 w 660"/>
              <a:gd name="p0y12" fmla="*/ 540 h 660"/>
              <a:gd name="p0x13" fmla="*/ 0 w 660"/>
              <a:gd name="p0y13" fmla="*/ 120 h 660"/>
              <a:gd name="p0x14" fmla="*/ 0 w 660"/>
              <a:gd name="p0y14" fmla="*/ 53 h 660"/>
              <a:gd name="p0x15" fmla="*/ 53 w 660"/>
              <a:gd name="p0y15" fmla="*/ 0 h 660"/>
              <a:gd name="p0x16" fmla="*/ 120 w 660"/>
              <a:gd name="p0y16" fmla="*/ 0 h 66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5" name="图片 24"/>
          <p:cNvPicPr>
            <a:picLocks noChangeAspect="1"/>
          </p:cNvPicPr>
          <p:nvPr>
            <p:custDataLst>
              <p:tags r:id="rId30"/>
            </p:custDataLst>
          </p:nvPr>
        </p:nvPicPr>
        <p:blipFill>
          <a:blip r:embed="rId31">
            <a:extLst>
              <a:ext uri="{96DAC541-7B7A-43D3-8B79-37D633B846F1}">
                <asvg:svgBlip xmlns:asvg="http://schemas.microsoft.com/office/drawing/2016/SVG/main" r:embed="rId32"/>
              </a:ext>
            </a:extLst>
          </a:blip>
          <a:srcRect l="-2738" t="-10303" r="-2738" b="-10303"/>
          <a:stretch>
            <a:fillRect/>
          </a:stretch>
        </p:blipFill>
        <p:spPr>
          <a:xfrm>
            <a:off x="6440805" y="1385570"/>
            <a:ext cx="281305" cy="252730"/>
          </a:xfrm>
          <a:prstGeom prst="rect">
            <a:avLst/>
          </a:prstGeom>
        </p:spPr>
      </p:pic>
      <p:sp>
        <p:nvSpPr>
          <p:cNvPr id="26" name="文本框 25"/>
          <p:cNvSpPr txBox="1"/>
          <p:nvPr>
            <p:custDataLst>
              <p:tags r:id="rId33"/>
            </p:custDataLst>
          </p:nvPr>
        </p:nvSpPr>
        <p:spPr>
          <a:xfrm>
            <a:off x="6905625" y="1331595"/>
            <a:ext cx="1338863" cy="365760"/>
          </a:xfrm>
          <a:prstGeom prst="rect">
            <a:avLst/>
          </a:prstGeom>
          <a:noFill/>
        </p:spPr>
        <p:txBody>
          <a:bodyPr wrap="square" lIns="0" tIns="0" rIns="0" bIns="0" rtlCol="0" anchor="t">
            <a:noAutofit/>
          </a:bodyPr>
          <a:p>
            <a:pPr algn="l">
              <a:lnSpc>
                <a:spcPct val="104000"/>
              </a:lnSpc>
            </a:pPr>
            <a:r>
              <a:rPr lang="en-US" sz="2100" b="1">
                <a:solidFill>
                  <a:srgbClr val="FFFFFF"/>
                </a:solidFill>
                <a:latin typeface="微软雅黑" panose="020B0503020204020204" charset="-122"/>
                <a:ea typeface="微软雅黑" panose="020B0503020204020204" charset="-122"/>
                <a:cs typeface="微软雅黑" panose="020B0503020204020204" charset="-122"/>
              </a:rPr>
              <a:t>A2A</a:t>
            </a:r>
            <a:r>
              <a:rPr lang="zh-CN" sz="2100" b="1">
                <a:solidFill>
                  <a:srgbClr val="FFFFFF"/>
                </a:solidFill>
                <a:latin typeface="微软雅黑" panose="020B0503020204020204" charset="-122"/>
                <a:ea typeface="微软雅黑" panose="020B0503020204020204" charset="-122"/>
                <a:cs typeface="微软雅黑" panose="020B0503020204020204" charset="-122"/>
              </a:rPr>
              <a:t>协议</a:t>
            </a:r>
            <a:endParaRPr lang="zh-CN" sz="21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7" name="任意多边形 26"/>
          <p:cNvSpPr/>
          <p:nvPr>
            <p:custDataLst>
              <p:tags r:id="rId34"/>
            </p:custDataLst>
          </p:nvPr>
        </p:nvSpPr>
        <p:spPr>
          <a:xfrm>
            <a:off x="6372225" y="2401570"/>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8" name="图片 27"/>
          <p:cNvPicPr>
            <a:picLocks noChangeAspect="1"/>
          </p:cNvPicPr>
          <p:nvPr>
            <p:custDataLst>
              <p:tags r:id="rId35"/>
            </p:custDataLst>
          </p:nvPr>
        </p:nvPicPr>
        <p:blipFill>
          <a:blip r:embed="rId36">
            <a:extLst>
              <a:ext uri="{96DAC541-7B7A-43D3-8B79-37D633B846F1}">
                <asvg:svgBlip xmlns:asvg="http://schemas.microsoft.com/office/drawing/2016/SVG/main" r:embed="rId37"/>
              </a:ext>
            </a:extLst>
          </a:blip>
          <a:srcRect l="-6667" t="-94667" r="-6667" b="-94667"/>
          <a:stretch>
            <a:fillRect/>
          </a:stretch>
        </p:blipFill>
        <p:spPr>
          <a:xfrm>
            <a:off x="6445885" y="2463800"/>
            <a:ext cx="118745" cy="137795"/>
          </a:xfrm>
          <a:prstGeom prst="rect">
            <a:avLst/>
          </a:prstGeom>
        </p:spPr>
      </p:pic>
      <p:sp>
        <p:nvSpPr>
          <p:cNvPr id="29" name="文本框 28"/>
          <p:cNvSpPr txBox="1"/>
          <p:nvPr>
            <p:custDataLst>
              <p:tags r:id="rId38"/>
            </p:custDataLst>
          </p:nvPr>
        </p:nvSpPr>
        <p:spPr>
          <a:xfrm>
            <a:off x="6753225" y="2368820"/>
            <a:ext cx="2251548" cy="328613"/>
          </a:xfrm>
          <a:prstGeom prst="rect">
            <a:avLst/>
          </a:prstGeom>
          <a:noFill/>
        </p:spPr>
        <p:txBody>
          <a:bodyPr wrap="square" lIns="0" tIns="0" rIns="0" bIns="0" rtlCol="0" anchor="t">
            <a:noAutofit/>
          </a:bodyPr>
          <a:p>
            <a:pPr algn="l">
              <a:lnSpc>
                <a:spcPct val="133000"/>
              </a:lnSpc>
            </a:pPr>
            <a:r>
              <a:rPr sz="1500" b="1">
                <a:solidFill>
                  <a:srgbClr val="FFFFFF"/>
                </a:solidFill>
                <a:latin typeface="微软雅黑" panose="020B0503020204020204" charset="-122"/>
                <a:ea typeface="微软雅黑" panose="020B0503020204020204" charset="-122"/>
              </a:rPr>
              <a:t>交互主体：</a:t>
            </a:r>
            <a:r>
              <a:rPr lang="zh-CN" sz="1500">
                <a:solidFill>
                  <a:srgbClr val="FFFFFF"/>
                </a:solidFill>
                <a:latin typeface="微软雅黑" panose="020B0503020204020204" charset="-122"/>
                <a:ea typeface="微软雅黑" panose="020B0503020204020204" charset="-122"/>
                <a:cs typeface="微软雅黑" panose="020B0503020204020204" charset="-122"/>
              </a:rPr>
              <a:t>平等的</a:t>
            </a:r>
            <a:r>
              <a:rPr lang="en-US" altLang="zh-CN" sz="1500">
                <a:solidFill>
                  <a:srgbClr val="FFFFFF"/>
                </a:solidFill>
                <a:latin typeface="微软雅黑" panose="020B0503020204020204" charset="-122"/>
                <a:ea typeface="微软雅黑" panose="020B0503020204020204" charset="-122"/>
                <a:cs typeface="微软雅黑" panose="020B0503020204020204" charset="-122"/>
              </a:rPr>
              <a:t>Agent</a:t>
            </a:r>
            <a:endParaRPr lang="en-US" altLang="zh-CN" sz="15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0" name="任意多边形 29"/>
          <p:cNvSpPr/>
          <p:nvPr>
            <p:custDataLst>
              <p:tags r:id="rId39"/>
            </p:custDataLst>
          </p:nvPr>
        </p:nvSpPr>
        <p:spPr>
          <a:xfrm>
            <a:off x="6372225" y="3327400"/>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1" name="图片 30"/>
          <p:cNvPicPr>
            <a:picLocks noChangeAspect="1"/>
          </p:cNvPicPr>
          <p:nvPr>
            <p:custDataLst>
              <p:tags r:id="rId40"/>
            </p:custDataLst>
          </p:nvPr>
        </p:nvPicPr>
        <p:blipFill>
          <a:blip r:embed="rId41">
            <a:extLst>
              <a:ext uri="{96DAC541-7B7A-43D3-8B79-37D633B846F1}">
                <asvg:svgBlip xmlns:asvg="http://schemas.microsoft.com/office/drawing/2016/SVG/main" r:embed="rId42"/>
              </a:ext>
            </a:extLst>
          </a:blip>
          <a:srcRect l="-3333" t="-15758" r="-3333" b="-15758"/>
          <a:stretch>
            <a:fillRect/>
          </a:stretch>
        </p:blipFill>
        <p:spPr>
          <a:xfrm>
            <a:off x="6429375" y="3389630"/>
            <a:ext cx="152400" cy="137795"/>
          </a:xfrm>
          <a:prstGeom prst="rect">
            <a:avLst/>
          </a:prstGeom>
        </p:spPr>
      </p:pic>
      <p:sp>
        <p:nvSpPr>
          <p:cNvPr id="32" name="文本框 31"/>
          <p:cNvSpPr txBox="1"/>
          <p:nvPr>
            <p:custDataLst>
              <p:tags r:id="rId43"/>
            </p:custDataLst>
          </p:nvPr>
        </p:nvSpPr>
        <p:spPr>
          <a:xfrm>
            <a:off x="6753225" y="3294612"/>
            <a:ext cx="4918548" cy="328613"/>
          </a:xfrm>
          <a:prstGeom prst="rect">
            <a:avLst/>
          </a:prstGeom>
          <a:noFill/>
        </p:spPr>
        <p:txBody>
          <a:bodyPr wrap="square" lIns="0" tIns="0" rIns="0" bIns="0" rtlCol="0" anchor="t">
            <a:noAutofit/>
          </a:bodyPr>
          <a:p>
            <a:pPr algn="l">
              <a:lnSpc>
                <a:spcPct val="133000"/>
              </a:lnSpc>
            </a:pPr>
            <a:r>
              <a:rPr lang="en-US" sz="1500" b="1">
                <a:solidFill>
                  <a:srgbClr val="FFFFFF"/>
                </a:solidFill>
                <a:latin typeface="微软雅黑" panose="020B0503020204020204" charset="-122"/>
                <a:ea typeface="微软雅黑" panose="020B0503020204020204" charset="-122"/>
                <a:cs typeface="微软雅黑" panose="020B0503020204020204" charset="-122"/>
              </a:rPr>
              <a:t>Agent</a:t>
            </a:r>
            <a:r>
              <a:rPr lang="zh-CN" sz="1500" b="1">
                <a:solidFill>
                  <a:srgbClr val="FFFFFF"/>
                </a:solidFill>
                <a:latin typeface="微软雅黑" panose="020B0503020204020204" charset="-122"/>
                <a:ea typeface="微软雅黑" panose="020B0503020204020204" charset="-122"/>
                <a:cs typeface="微软雅黑" panose="020B0503020204020204" charset="-122"/>
              </a:rPr>
              <a:t>能力：</a:t>
            </a:r>
            <a:r>
              <a:rPr sz="1500">
                <a:solidFill>
                  <a:srgbClr val="FFFFFF"/>
                </a:solidFill>
                <a:latin typeface="微软雅黑" panose="020B0503020204020204" charset="-122"/>
                <a:ea typeface="微软雅黑" panose="020B0503020204020204" charset="-122"/>
              </a:rPr>
              <a:t>独立身份标识、技能集合、任务处理能力</a:t>
            </a:r>
            <a:endParaRPr sz="1500">
              <a:solidFill>
                <a:srgbClr val="FFFFFF"/>
              </a:solidFill>
              <a:latin typeface="微软雅黑" panose="020B0503020204020204" charset="-122"/>
              <a:ea typeface="微软雅黑" panose="020B0503020204020204" charset="-122"/>
            </a:endParaRPr>
          </a:p>
        </p:txBody>
      </p:sp>
      <p:sp>
        <p:nvSpPr>
          <p:cNvPr id="33" name="任意多边形 32"/>
          <p:cNvSpPr/>
          <p:nvPr>
            <p:custDataLst>
              <p:tags r:id="rId44"/>
            </p:custDataLst>
          </p:nvPr>
        </p:nvSpPr>
        <p:spPr>
          <a:xfrm>
            <a:off x="6372225" y="4253230"/>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4" name="图片 33"/>
          <p:cNvPicPr>
            <a:picLocks noChangeAspect="1"/>
          </p:cNvPicPr>
          <p:nvPr>
            <p:custDataLst>
              <p:tags r:id="rId45"/>
            </p:custDataLst>
          </p:nvPr>
        </p:nvPicPr>
        <p:blipFill>
          <a:blip r:embed="rId46">
            <a:extLst>
              <a:ext uri="{96DAC541-7B7A-43D3-8B79-37D633B846F1}">
                <asvg:svgBlip xmlns:asvg="http://schemas.microsoft.com/office/drawing/2016/SVG/main" r:embed="rId47"/>
              </a:ext>
            </a:extLst>
          </a:blip>
          <a:srcRect l="-3846" t="-5641" r="-3846" b="-5641"/>
          <a:stretch>
            <a:fillRect/>
          </a:stretch>
        </p:blipFill>
        <p:spPr>
          <a:xfrm>
            <a:off x="6438900" y="4315460"/>
            <a:ext cx="133350" cy="137795"/>
          </a:xfrm>
          <a:prstGeom prst="rect">
            <a:avLst/>
          </a:prstGeom>
        </p:spPr>
      </p:pic>
      <p:sp>
        <p:nvSpPr>
          <p:cNvPr id="35" name="文本框 34"/>
          <p:cNvSpPr txBox="1"/>
          <p:nvPr>
            <p:custDataLst>
              <p:tags r:id="rId48"/>
            </p:custDataLst>
          </p:nvPr>
        </p:nvSpPr>
        <p:spPr>
          <a:xfrm>
            <a:off x="6753225" y="4220394"/>
            <a:ext cx="3810000" cy="328613"/>
          </a:xfrm>
          <a:prstGeom prst="rect">
            <a:avLst/>
          </a:prstGeom>
          <a:noFill/>
        </p:spPr>
        <p:txBody>
          <a:bodyPr wrap="square" lIns="0" tIns="0" rIns="0" bIns="0" rtlCol="0" anchor="t">
            <a:noAutofit/>
          </a:bodyPr>
          <a:p>
            <a:pPr algn="l">
              <a:lnSpc>
                <a:spcPct val="133000"/>
              </a:lnSpc>
            </a:pPr>
            <a:r>
              <a:rPr sz="1500" b="1">
                <a:solidFill>
                  <a:srgbClr val="FFFFFF"/>
                </a:solidFill>
                <a:latin typeface="微软雅黑" panose="020B0503020204020204" charset="-122"/>
                <a:ea typeface="微软雅黑" panose="020B0503020204020204" charset="-122"/>
              </a:rPr>
              <a:t>交互逻辑：</a:t>
            </a:r>
            <a:r>
              <a:rPr sz="1500">
                <a:solidFill>
                  <a:srgbClr val="FFFFFF"/>
                </a:solidFill>
                <a:latin typeface="微软雅黑" panose="020B0503020204020204" charset="-122"/>
                <a:ea typeface="微软雅黑" panose="020B0503020204020204" charset="-122"/>
              </a:rPr>
              <a:t>多轮协商、状态保持、协同工作</a:t>
            </a:r>
            <a:endParaRPr sz="1500">
              <a:solidFill>
                <a:srgbClr val="FFFFFF"/>
              </a:solidFill>
              <a:latin typeface="微软雅黑" panose="020B0503020204020204" charset="-122"/>
              <a:ea typeface="微软雅黑" panose="020B0503020204020204" charset="-122"/>
            </a:endParaRPr>
          </a:p>
        </p:txBody>
      </p:sp>
      <p:sp>
        <p:nvSpPr>
          <p:cNvPr id="36" name="任意多边形 35"/>
          <p:cNvSpPr/>
          <p:nvPr>
            <p:custDataLst>
              <p:tags r:id="rId49"/>
            </p:custDataLst>
          </p:nvPr>
        </p:nvSpPr>
        <p:spPr>
          <a:xfrm>
            <a:off x="6372225" y="5331460"/>
            <a:ext cx="266700" cy="266700"/>
          </a:xfrm>
          <a:custGeom>
            <a:avLst/>
            <a:gdLst>
              <a:gd name="sw" fmla="*/ 1 w 420"/>
              <a:gd name="sh" fmla="*/ 1 h 420"/>
              <a:gd name="mins" fmla="min sw sh"/>
              <a:gd name="dsw" fmla="+- 0 sw mins"/>
              <a:gd name="dsh" fmla="+- 0 sh mins"/>
              <a:gd name="p0x0" fmla="*/ 120 w 420"/>
              <a:gd name="p0y0" fmla="*/ 0 h 420"/>
              <a:gd name="p0x1" fmla="*/ 300 w 420"/>
              <a:gd name="p0y1" fmla="*/ 0 h 420"/>
              <a:gd name="p0x2" fmla="*/ 366 w 420"/>
              <a:gd name="p0y2" fmla="*/ 0 h 420"/>
              <a:gd name="p0x3" fmla="*/ 420 w 420"/>
              <a:gd name="p0y3" fmla="*/ 53 h 420"/>
              <a:gd name="p0x4" fmla="*/ 420 w 420"/>
              <a:gd name="p0y4" fmla="*/ 120 h 420"/>
              <a:gd name="p0x5" fmla="*/ 420 w 420"/>
              <a:gd name="p0y5" fmla="*/ 300 h 420"/>
              <a:gd name="p0x6" fmla="*/ 420 w 420"/>
              <a:gd name="p0y6" fmla="*/ 366 h 420"/>
              <a:gd name="p0x7" fmla="*/ 366 w 420"/>
              <a:gd name="p0y7" fmla="*/ 420 h 420"/>
              <a:gd name="p0x8" fmla="*/ 300 w 420"/>
              <a:gd name="p0y8" fmla="*/ 420 h 420"/>
              <a:gd name="p0x9" fmla="*/ 120 w 420"/>
              <a:gd name="p0y9" fmla="*/ 420 h 420"/>
              <a:gd name="p0x10" fmla="*/ 53 w 420"/>
              <a:gd name="p0y10" fmla="*/ 420 h 420"/>
              <a:gd name="p0x11" fmla="*/ 0 w 420"/>
              <a:gd name="p0y11" fmla="*/ 366 h 420"/>
              <a:gd name="p0x12" fmla="*/ 0 w 420"/>
              <a:gd name="p0y12" fmla="*/ 300 h 420"/>
              <a:gd name="p0x13" fmla="*/ 0 w 420"/>
              <a:gd name="p0y13" fmla="*/ 120 h 420"/>
              <a:gd name="p0x14" fmla="*/ 0 w 420"/>
              <a:gd name="p0y14" fmla="*/ 53 h 420"/>
              <a:gd name="p0x15" fmla="*/ 53 w 420"/>
              <a:gd name="p0y15" fmla="*/ 0 h 420"/>
              <a:gd name="p0x16" fmla="*/ 120 w 420"/>
              <a:gd name="p0y16" fmla="*/ 0 h 420"/>
            </a:gdLst>
            <a:ahLst/>
            <a:cxnLst/>
            <a:pathLst>
              <a:path>
                <a:moveTo>
                  <a:pt x="p0x0" y="p0y0"/>
                </a:moveTo>
                <a:lnTo>
                  <a:pt x="p0x1" y="p0y1"/>
                </a:lnTo>
                <a:cubicBezTo>
                  <a:pt x="p0x2" y="p0y2"/>
                  <a:pt x="p0x3" y="p0y3"/>
                  <a:pt x="p0x4" y="p0y4"/>
                </a:cubicBezTo>
                <a:lnTo>
                  <a:pt x="p0x5" y="p0y5"/>
                </a:lnTo>
                <a:cubicBezTo>
                  <a:pt x="p0x6" y="p0y6"/>
                  <a:pt x="p0x7" y="p0y7"/>
                  <a:pt x="p0x8" y="p0y8"/>
                </a:cubicBezTo>
                <a:lnTo>
                  <a:pt x="p0x9" y="p0y9"/>
                </a:lnTo>
                <a:cubicBezTo>
                  <a:pt x="p0x10" y="p0y10"/>
                  <a:pt x="p0x11" y="p0y11"/>
                  <a:pt x="p0x12" y="p0y12"/>
                </a:cubicBezTo>
                <a:lnTo>
                  <a:pt x="p0x13" y="p0y13"/>
                </a:lnTo>
                <a:cubicBezTo>
                  <a:pt x="p0x14" y="p0y14"/>
                  <a:pt x="p0x15" y="p0y15"/>
                  <a:pt x="p0x16" y="p0y16"/>
                </a:cubicBezTo>
                <a:close/>
              </a:path>
            </a:pathLst>
          </a:custGeom>
          <a:solidFill>
            <a:srgbClr val="696CFF">
              <a:alpha val="16078"/>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7" name="图片 36"/>
          <p:cNvPicPr>
            <a:picLocks noChangeAspect="1"/>
          </p:cNvPicPr>
          <p:nvPr>
            <p:custDataLst>
              <p:tags r:id="rId50"/>
            </p:custDataLst>
          </p:nvPr>
        </p:nvPicPr>
        <p:blipFill>
          <a:blip r:embed="rId51">
            <a:extLst>
              <a:ext uri="{96DAC541-7B7A-43D3-8B79-37D633B846F1}">
                <asvg:svgBlip xmlns:asvg="http://schemas.microsoft.com/office/drawing/2016/SVG/main" r:embed="rId52"/>
              </a:ext>
            </a:extLst>
          </a:blip>
          <a:srcRect l="-6667" t="-5641" r="-6667" b="-5641"/>
          <a:stretch>
            <a:fillRect/>
          </a:stretch>
        </p:blipFill>
        <p:spPr>
          <a:xfrm>
            <a:off x="6445885" y="5393690"/>
            <a:ext cx="118745" cy="137795"/>
          </a:xfrm>
          <a:prstGeom prst="rect">
            <a:avLst/>
          </a:prstGeom>
        </p:spPr>
      </p:pic>
      <p:sp>
        <p:nvSpPr>
          <p:cNvPr id="38" name="文本框 37"/>
          <p:cNvSpPr txBox="1"/>
          <p:nvPr>
            <p:custDataLst>
              <p:tags r:id="rId53"/>
            </p:custDataLst>
          </p:nvPr>
        </p:nvSpPr>
        <p:spPr>
          <a:xfrm>
            <a:off x="6753225" y="5146177"/>
            <a:ext cx="4667250" cy="633413"/>
          </a:xfrm>
          <a:prstGeom prst="rect">
            <a:avLst/>
          </a:prstGeom>
          <a:noFill/>
        </p:spPr>
        <p:txBody>
          <a:bodyPr wrap="square" lIns="0" tIns="0" rIns="0" bIns="0" rtlCol="0" anchor="t">
            <a:noAutofit/>
          </a:bodyPr>
          <a:p>
            <a:pPr algn="l">
              <a:lnSpc>
                <a:spcPct val="133000"/>
              </a:lnSpc>
            </a:pPr>
            <a:r>
              <a:rPr sz="1500" b="1">
                <a:solidFill>
                  <a:srgbClr val="FFFFFF"/>
                </a:solidFill>
                <a:latin typeface="微软雅黑" panose="020B0503020204020204" charset="-122"/>
                <a:ea typeface="微软雅黑" panose="020B0503020204020204" charset="-122"/>
              </a:rPr>
              <a:t>应用场景：</a:t>
            </a:r>
            <a:r>
              <a:rPr lang="zh-CN" sz="1500">
                <a:solidFill>
                  <a:srgbClr val="FFFFFF"/>
                </a:solidFill>
                <a:latin typeface="微软雅黑" panose="020B0503020204020204" charset="-122"/>
                <a:ea typeface="微软雅黑" panose="020B0503020204020204" charset="-122"/>
                <a:cs typeface="微软雅黑" panose="020B0503020204020204" charset="-122"/>
              </a:rPr>
              <a:t>智能客服系统中意图识别</a:t>
            </a:r>
            <a:r>
              <a:rPr lang="en-US" altLang="zh-CN" sz="1500">
                <a:solidFill>
                  <a:srgbClr val="FFFFFF"/>
                </a:solidFill>
                <a:latin typeface="微软雅黑" panose="020B0503020204020204" charset="-122"/>
                <a:ea typeface="微软雅黑" panose="020B0503020204020204" charset="-122"/>
                <a:cs typeface="微软雅黑" panose="020B0503020204020204" charset="-122"/>
              </a:rPr>
              <a:t>Agent</a:t>
            </a:r>
            <a:r>
              <a:rPr lang="zh-CN" altLang="en-US" sz="1500">
                <a:solidFill>
                  <a:srgbClr val="FFFFFF"/>
                </a:solidFill>
                <a:latin typeface="微软雅黑" panose="020B0503020204020204" charset="-122"/>
                <a:ea typeface="微软雅黑" panose="020B0503020204020204" charset="-122"/>
                <a:cs typeface="微软雅黑" panose="020B0503020204020204" charset="-122"/>
              </a:rPr>
              <a:t>与业务办理</a:t>
            </a:r>
            <a:r>
              <a:rPr lang="en-US" altLang="zh-CN" sz="1500">
                <a:solidFill>
                  <a:srgbClr val="FFFFFF"/>
                </a:solidFill>
                <a:latin typeface="微软雅黑" panose="020B0503020204020204" charset="-122"/>
                <a:ea typeface="微软雅黑" panose="020B0503020204020204" charset="-122"/>
                <a:cs typeface="微软雅黑" panose="020B0503020204020204" charset="-122"/>
              </a:rPr>
              <a:t>Agent</a:t>
            </a:r>
            <a:r>
              <a:rPr lang="zh-CN" altLang="en-US" sz="1500">
                <a:solidFill>
                  <a:srgbClr val="FFFFFF"/>
                </a:solidFill>
                <a:latin typeface="微软雅黑" panose="020B0503020204020204" charset="-122"/>
                <a:ea typeface="微软雅黑" panose="020B0503020204020204" charset="-122"/>
                <a:cs typeface="微软雅黑" panose="020B0503020204020204" charset="-122"/>
              </a:rPr>
              <a:t>协作</a:t>
            </a:r>
            <a:endParaRPr lang="zh-CN" altLang="en-US" sz="15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0" name="任意多边形 19"/>
          <p:cNvSpPr/>
          <p:nvPr>
            <p:custDataLst>
              <p:tags r:id="rId54"/>
            </p:custDataLst>
          </p:nvPr>
        </p:nvSpPr>
        <p:spPr>
          <a:xfrm>
            <a:off x="5829300" y="3524250"/>
            <a:ext cx="533400" cy="533400"/>
          </a:xfrm>
          <a:custGeom>
            <a:avLst/>
            <a:gdLst>
              <a:gd name="sw" fmla="*/ 1 w 840"/>
              <a:gd name="sh" fmla="*/ 1 h 840"/>
              <a:gd name="mins" fmla="min sw sh"/>
              <a:gd name="dsw" fmla="+- 0 sw mins"/>
              <a:gd name="dsh" fmla="+- 0 sh mins"/>
              <a:gd name="p0x0" fmla="*/ 420 w 840"/>
              <a:gd name="p0y0" fmla="*/ 0 h 840"/>
              <a:gd name="p0x1" fmla="*/ 651 w 840"/>
              <a:gd name="p0y1" fmla="*/ 0 h 840"/>
              <a:gd name="p0x2" fmla="*/ 840 w 840"/>
              <a:gd name="p0y2" fmla="*/ 188 h 840"/>
              <a:gd name="p0x3" fmla="*/ 840 w 840"/>
              <a:gd name="p0y3" fmla="*/ 420 h 840"/>
              <a:gd name="p0x4" fmla="*/ 840 w 840"/>
              <a:gd name="p0y4" fmla="*/ 651 h 840"/>
              <a:gd name="p0x5" fmla="*/ 651 w 840"/>
              <a:gd name="p0y5" fmla="*/ 840 h 840"/>
              <a:gd name="p0x6" fmla="*/ 420 w 840"/>
              <a:gd name="p0y6" fmla="*/ 840 h 840"/>
              <a:gd name="p0x7" fmla="*/ 188 w 840"/>
              <a:gd name="p0y7" fmla="*/ 840 h 840"/>
              <a:gd name="p0x8" fmla="*/ 0 w 840"/>
              <a:gd name="p0y8" fmla="*/ 651 h 840"/>
              <a:gd name="p0x9" fmla="*/ 0 w 840"/>
              <a:gd name="p0y9" fmla="*/ 420 h 840"/>
              <a:gd name="p0x10" fmla="*/ 0 w 840"/>
              <a:gd name="p0y10" fmla="*/ 188 h 840"/>
              <a:gd name="p0x11" fmla="*/ 188 w 840"/>
              <a:gd name="p0y11" fmla="*/ 0 h 840"/>
              <a:gd name="p0x12" fmla="*/ 420 w 840"/>
              <a:gd name="p0y12" fmla="*/ 0 h 840"/>
            </a:gdLst>
            <a:ahLst/>
            <a:cxnLst/>
            <a:pathLst>
              <a:path>
                <a:moveTo>
                  <a:pt x="p0x0" y="p0y0"/>
                </a:moveTo>
                <a:cubicBezTo>
                  <a:pt x="p0x1" y="p0y1"/>
                  <a:pt x="p0x2" y="p0y2"/>
                  <a:pt x="p0x3" y="p0y3"/>
                </a:cubicBezTo>
                <a:cubicBezTo>
                  <a:pt x="p0x4" y="p0y4"/>
                  <a:pt x="p0x5" y="p0y5"/>
                  <a:pt x="p0x6" y="p0y6"/>
                </a:cubicBezTo>
                <a:cubicBezTo>
                  <a:pt x="p0x7" y="p0y7"/>
                  <a:pt x="p0x8" y="p0y8"/>
                  <a:pt x="p0x9" y="p0y9"/>
                </a:cubicBezTo>
                <a:cubicBezTo>
                  <a:pt x="p0x10" y="p0y10"/>
                  <a:pt x="p0x11" y="p0y11"/>
                  <a:pt x="p0x12" y="p0y12"/>
                </a:cubicBezTo>
                <a:close/>
              </a:path>
            </a:pathLst>
          </a:custGeom>
          <a:solidFill>
            <a:srgbClr val="696CFF"/>
          </a:solidFill>
          <a:ln>
            <a:noFill/>
          </a:ln>
          <a:effectLst>
            <a:outerShdw blurRad="342900" algn="ctr" rotWithShape="0">
              <a:srgbClr val="283C78">
                <a:alpha val="45098"/>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文本框 20"/>
          <p:cNvSpPr txBox="1"/>
          <p:nvPr>
            <p:custDataLst>
              <p:tags r:id="rId55"/>
            </p:custDataLst>
          </p:nvPr>
        </p:nvSpPr>
        <p:spPr>
          <a:xfrm>
            <a:off x="5934075" y="3641090"/>
            <a:ext cx="552450" cy="299720"/>
          </a:xfrm>
          <a:prstGeom prst="rect">
            <a:avLst/>
          </a:prstGeom>
          <a:noFill/>
        </p:spPr>
        <p:txBody>
          <a:bodyPr wrap="square" lIns="0" tIns="0" rIns="0" bIns="0" rtlCol="0" anchor="t">
            <a:noAutofit/>
          </a:bodyPr>
          <a:p>
            <a:pPr algn="l"/>
            <a:r>
              <a:rPr b="1" spc="90">
                <a:solidFill>
                  <a:srgbClr val="FFFFFF"/>
                </a:solidFill>
                <a:latin typeface="微软雅黑" panose="020B0503020204020204" charset="-122"/>
                <a:ea typeface="微软雅黑" panose="020B0503020204020204" charset="-122"/>
              </a:rPr>
              <a:t>VS</a:t>
            </a:r>
            <a:endParaRPr b="1" spc="90">
              <a:solidFill>
                <a:srgbClr val="FFFFFF"/>
              </a:solidFill>
              <a:latin typeface="微软雅黑" panose="020B0503020204020204" charset="-122"/>
              <a:ea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副标题 2"/>
          <p:cNvSpPr>
            <a:spLocks noGrp="1"/>
          </p:cNvSpPr>
          <p:nvPr>
            <p:ph type="body" idx="16386"/>
            <p:custDataLst>
              <p:tags r:id="rId1"/>
            </p:custDataLst>
          </p:nvPr>
        </p:nvSpPr>
        <p:spPr/>
        <p:txBody>
          <a:bodyPr/>
          <a:p>
            <a:r>
              <a:rPr lang="zh-CN" altLang="en-US"/>
              <a:t>THE END</a:t>
            </a:r>
            <a:endParaRPr lang="zh-CN" altLang="en-US"/>
          </a:p>
        </p:txBody>
      </p:sp>
      <p:sp>
        <p:nvSpPr>
          <p:cNvPr id="3" name="标题 1"/>
          <p:cNvSpPr>
            <a:spLocks noGrp="1"/>
          </p:cNvSpPr>
          <p:nvPr>
            <p:ph type="ctrTitle" idx="16385"/>
            <p:custDataLst>
              <p:tags r:id="rId2"/>
            </p:custDataLst>
          </p:nvPr>
        </p:nvSpPr>
        <p:spPr/>
        <p:txBody>
          <a:bodyPr>
            <a:normAutofit fontScale="90000"/>
          </a:bodyPr>
          <a:p>
            <a:r>
              <a:rPr lang="zh-CN" altLang="en-US"/>
              <a:t>感谢聆听</a:t>
            </a:r>
            <a:endParaRPr lang="zh-CN" altLang="en-US"/>
          </a:p>
        </p:txBody>
      </p:sp>
    </p:spTree>
    <p:custDataLst>
      <p:tags r:id="rId3"/>
    </p:custDataLst>
  </p:cSld>
  <p:clrMapOvr>
    <a:masterClrMapping/>
  </p:clrMapOvr>
</p:sld>
</file>

<file path=ppt/tags/tag1.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2.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340"/>
</p:tagLst>
</file>

<file path=ppt/tags/tag3.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p="http://schemas.openxmlformats.org/presentationml/2006/main">
  <p:tag name="KSO_WM_UNIT_TYPE" val="i"/>
  <p:tag name="KSO_WM_UNIT_INDEX" val="1"/>
  <p:tag name="KSO_WM_BEAUTIFY_FLAG" val="#wm#"/>
  <p:tag name="KSO_WM_TAG_VERSION" val="3.0"/>
  <p:tag name="KSO_WM_UNIT_ID" val="_2*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xml><?xml version="1.0" encoding="utf-8"?>
<p:tagLst xmlns:p="http://schemas.openxmlformats.org/presentationml/2006/main">
  <p:tag name="KSO_WM_UNIT_TYPE" val="i"/>
  <p:tag name="KSO_WM_UNIT_INDEX" val="3"/>
  <p:tag name="KSO_WM_BEAUTIFY_FLAG" val="#wm#"/>
  <p:tag name="KSO_WM_TAG_VERSION" val="3.0"/>
  <p:tag name="KSO_WM_UNIT_ID" val="_2*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xml><?xml version="1.0" encoding="utf-8"?>
<p:tagLst xmlns:p="http://schemas.openxmlformats.org/presentationml/2006/main">
  <p:tag name="KSO_WM_UNIT_TYPE" val="i"/>
  <p:tag name="KSO_WM_UNIT_INDEX" val="4"/>
  <p:tag name="KSO_WM_BEAUTIFY_FLAG" val="#wm#"/>
  <p:tag name="KSO_WM_TAG_VERSION" val="3.0"/>
  <p:tag name="KSO_WM_UNIT_ID" val="_2*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xml><?xml version="1.0" encoding="utf-8"?>
<p:tagLst xmlns:p="http://schemas.openxmlformats.org/presentationml/2006/main">
  <p:tag name="KSO_WM_UNIT_TYPE" val="i"/>
  <p:tag name="KSO_WM_UNIT_INDEX" val="5"/>
  <p:tag name="KSO_WM_BEAUTIFY_FLAG" val="#wm#"/>
  <p:tag name="KSO_WM_TAG_VERSION" val="3.0"/>
  <p:tag name="KSO_WM_UNIT_ID" val="_2*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p="http://schemas.openxmlformats.org/presentationml/2006/main">
  <p:tag name="KSO_WM_UNIT_TYPE" val="i"/>
  <p:tag name="KSO_WM_UNIT_INDEX" val="2"/>
  <p:tag name="KSO_WM_BEAUTIFY_FLAG" val="#wm#"/>
  <p:tag name="KSO_WM_TAG_VERSION" val="3.0"/>
  <p:tag name="KSO_WM_UNIT_ID" val="_2*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3"/>
</p:tagLst>
</file>

<file path=ppt/tags/tag12.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0"/>
</p:tagLst>
</file>

<file path=ppt/tags/tag16.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3*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160"/>
</p:tagLst>
</file>

<file path=ppt/tags/tag17.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0;第二级&#10;第三级&#10;第四级&#10;第五级"/>
  <p:tag name="KSO_WM_UNIT_ID" val="_3*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Lst>
</file>

<file path=ppt/tags/tag18.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标题样式"/>
  <p:tag name="KSO_WM_UNIT_ID" val="_4*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 name="KSO_WM_UNIT_VALUE" val="20"/>
</p:tagLst>
</file>

<file path=ppt/tags/tag22.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4*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Lst>
</file>

<file path=ppt/tags/tag23.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标题样式"/>
  <p:tag name="KSO_WM_UNIT_ID" val="_4*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24.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4*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TEXT_LAYER_COUNT" val="1"/>
</p:tagLst>
</file>

<file path=ppt/tags/tag25.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29.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30.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2.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3.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4.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5.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6.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7*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UNIT_VALUE" val="408"/>
</p:tagLst>
</file>

<file path=ppt/tags/tag37.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8.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9.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0.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8*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41"/>
</p:tagLst>
</file>

<file path=ppt/tags/tag41.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2.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3.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8*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45.xml><?xml version="1.0" encoding="utf-8"?>
<p:tagLst xmlns:p="http://schemas.openxmlformats.org/presentationml/2006/main">
  <p:tag name="KSO_WM_UNIT_TYPE" val="i"/>
  <p:tag name="KSO_WM_UNIT_INDEX" val="2"/>
  <p:tag name="KSO_WM_BEAUTIFY_FLAG" val="#wm#"/>
  <p:tag name="KSO_WM_TAG_VERSION" val="3.0"/>
  <p:tag name="KSO_WM_UNIT_ID" val="_9*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6.xml><?xml version="1.0" encoding="utf-8"?>
<p:tagLst xmlns:p="http://schemas.openxmlformats.org/presentationml/2006/main">
  <p:tag name="KSO_WM_UNIT_TYPE" val="i"/>
  <p:tag name="KSO_WM_UNIT_INDEX" val="3"/>
  <p:tag name="KSO_WM_BEAUTIFY_FLAG" val="#wm#"/>
  <p:tag name="KSO_WM_TAG_VERSION" val="3.0"/>
  <p:tag name="KSO_WM_UNIT_ID" val="_9*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7.xml><?xml version="1.0" encoding="utf-8"?>
<p:tagLst xmlns:p="http://schemas.openxmlformats.org/presentationml/2006/main">
  <p:tag name="KSO_WM_UNIT_TYPE" val="i"/>
  <p:tag name="KSO_WM_UNIT_INDEX" val="5"/>
  <p:tag name="KSO_WM_BEAUTIFY_FLAG" val="#wm#"/>
  <p:tag name="KSO_WM_TAG_VERSION" val="3.0"/>
  <p:tag name="KSO_WM_UNIT_ID" val="_9*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8.xml><?xml version="1.0" encoding="utf-8"?>
<p:tagLst xmlns:p="http://schemas.openxmlformats.org/presentationml/2006/main">
  <p:tag name="KSO_WM_UNIT_TYPE" val="i"/>
  <p:tag name="KSO_WM_UNIT_INDEX" val="1"/>
  <p:tag name="KSO_WM_BEAUTIFY_FLAG" val="#wm#"/>
  <p:tag name="KSO_WM_TAG_VERSION" val="3.0"/>
  <p:tag name="KSO_WM_UNIT_ID" val="_9*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9.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0.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1.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2.xml><?xml version="1.0" encoding="utf-8"?>
<p:tagLst xmlns:p="http://schemas.openxmlformats.org/presentationml/2006/main">
  <p:tag name="KSO_WM_UNIT_TYPE" val="i"/>
  <p:tag name="KSO_WM_UNIT_INDEX" val="8"/>
  <p:tag name="KSO_WM_BEAUTIFY_FLAG" val="#wm#"/>
  <p:tag name="KSO_WM_TAG_VERSION" val="3.0"/>
  <p:tag name="KSO_WM_UNIT_ID" val="_9*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3.xml><?xml version="1.0" encoding="utf-8"?>
<p:tagLst xmlns:p="http://schemas.openxmlformats.org/presentationml/2006/main">
  <p:tag name="KSO_WM_BEAUTIFY_FLAG" val="#wm#"/>
  <p:tag name="KSO_WM_FIGMA_FLAG" val="#fgm#"/>
  <p:tag name="KSO_WM_UNIT_INDEX" val="1"/>
  <p:tag name="KSO_WM_UNIT_SUBTYPE" val="c"/>
  <p:tag name="KSO_WM_UNIT_TEXT_TYPE" val="1"/>
  <p:tag name="KSO_WM_UNIT_TYPE" val="f"/>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_9*f*1"/>
  <p:tag name="KSO_WM_UNIT_LAYERLEVEL" val="1"/>
  <p:tag name="KSO_WM_TAG_VERSION" val="3.0"/>
</p:tagLst>
</file>

<file path=ppt/tags/tag54.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e607e0f0fed19c47f8f97b31c4cfd264dbfa2ac9"/>
  <p:tag name="KSO_WM_NEWLAYOUT_ID" val="1457"/>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_9*a*1"/>
  <p:tag name="KSO_WM_UNIT_LAYERLEVEL" val="1"/>
  <p:tag name="KSO_WM_TAG_VERSION" val="3.0"/>
</p:tagLst>
</file>

<file path=ppt/tags/tag55.xml><?xml version="1.0" encoding="utf-8"?>
<p:tagLst xmlns:p="http://schemas.openxmlformats.org/presentationml/2006/main">
  <p:tag name="KSO_WM_BEAUTIFY_FLAG" val="#wm#"/>
  <p:tag name="KSO_WM_FIGMA_FLAG" val="#fgm#"/>
  <p:tag name="KSO_WM_UNIT_INDEX" val="2"/>
  <p:tag name="KSO_WM_UNIT_SUBTYPE" val="b"/>
  <p:tag name="KSO_WM_UNIT_TEXT_TYPE" val="1"/>
  <p:tag name="KSO_WM_UNIT_TYPE" val="f"/>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_9*f*2"/>
  <p:tag name="KSO_WM_UNIT_LAYERLEVEL" val="1"/>
  <p:tag name="KSO_WM_TAG_VERSION" val="3.0"/>
</p:tagLst>
</file>

<file path=ppt/tags/tag56.xml><?xml version="1.0" encoding="utf-8"?>
<p:tagLst xmlns:p="http://schemas.openxmlformats.org/presentationml/2006/main">
  <p:tag name="KSO_WM_UNIT_TYPE" val="i"/>
  <p:tag name="KSO_WM_UNIT_INDEX" val="1"/>
  <p:tag name="KSO_WM_BEAUTIFY_FLAG" val="#wm#"/>
  <p:tag name="KSO_WM_TAG_VERSION" val="3.0"/>
  <p:tag name="KSO_WM_UNIT_ID" val="_1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7.xml><?xml version="1.0" encoding="utf-8"?>
<p:tagLst xmlns:p="http://schemas.openxmlformats.org/presentationml/2006/main">
  <p:tag name="KSO_WM_UNIT_TYPE" val="i"/>
  <p:tag name="KSO_WM_UNIT_INDEX" val="3"/>
  <p:tag name="KSO_WM_BEAUTIFY_FLAG" val="#wm#"/>
  <p:tag name="KSO_WM_TAG_VERSION" val="3.0"/>
  <p:tag name="KSO_WM_UNIT_ID" val="_1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8.xml><?xml version="1.0" encoding="utf-8"?>
<p:tagLst xmlns:p="http://schemas.openxmlformats.org/presentationml/2006/main">
  <p:tag name="KSO_WM_UNIT_TYPE" val="i"/>
  <p:tag name="KSO_WM_UNIT_INDEX" val="4"/>
  <p:tag name="KSO_WM_BEAUTIFY_FLAG" val="#wm#"/>
  <p:tag name="KSO_WM_TAG_VERSION" val="3.0"/>
  <p:tag name="KSO_WM_UNIT_ID" val="_10*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9.xml><?xml version="1.0" encoding="utf-8"?>
<p:tagLst xmlns:p="http://schemas.openxmlformats.org/presentationml/2006/main">
  <p:tag name="KSO_WM_UNIT_TYPE" val="i"/>
  <p:tag name="KSO_WM_UNIT_INDEX" val="2"/>
  <p:tag name="KSO_WM_BEAUTIFY_FLAG" val="#wm#"/>
  <p:tag name="KSO_WM_TAG_VERSION" val="3.0"/>
  <p:tag name="KSO_WM_UNIT_ID" val="_1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0.xml><?xml version="1.0" encoding="utf-8"?>
<p:tagLst xmlns:p="http://schemas.openxmlformats.org/presentationml/2006/main">
  <p:tag name="KSO_WM_UNIT_TYPE" val="i"/>
  <p:tag name="KSO_WM_UNIT_INDEX" val="5"/>
  <p:tag name="KSO_WM_BEAUTIFY_FLAG" val="#wm#"/>
  <p:tag name="KSO_WM_TAG_VERSION" val="3.0"/>
  <p:tag name="KSO_WM_UNIT_ID" val="_10*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1.xml><?xml version="1.0" encoding="utf-8"?>
<p:tagLst xmlns:p="http://schemas.openxmlformats.org/presentationml/2006/main">
  <p:tag name="KSO_WM_UNIT_TYPE" val="i"/>
  <p:tag name="KSO_WM_UNIT_INDEX" val="6"/>
  <p:tag name="KSO_WM_BEAUTIFY_FLAG" val="#wm#"/>
  <p:tag name="KSO_WM_TAG_VERSION" val="3.0"/>
  <p:tag name="KSO_WM_UNIT_ID" val="_10*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2.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3.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4.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5.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b82659b96210c1a209ec02ca09f00b4672e01686"/>
  <p:tag name="KSO_WM_NEWLAYOUT_ID" val="1464"/>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_10*a*1"/>
  <p:tag name="KSO_WM_UNIT_LAYERLEVEL" val="1"/>
  <p:tag name="KSO_WM_TAG_VERSION" val="3.0"/>
</p:tagLst>
</file>

<file path=ppt/tags/tag66.xml><?xml version="1.0" encoding="utf-8"?>
<p:tagLst xmlns:p="http://schemas.openxmlformats.org/presentationml/2006/main">
  <p:tag name="KSO_WM_UNIT_TYPE" val="e"/>
  <p:tag name="KSO_WM_BEAUTIFY_FLAG" val="#wm#"/>
  <p:tag name="KSO_WM_FIGMA_FLAG" val="#fgm#"/>
  <p:tag name="KSO_WM_UNIT_INDEX" val="1"/>
  <p:tag name="KSO_WM_UNIT_PRESET_TEXT_INDEX" val="-1"/>
  <p:tag name="KSO_WM_UNIT_PRESET_TEXT_LEN" val="0"/>
  <p:tag name="KSO_WM_UNIT_NOCLEAR" val="0"/>
  <p:tag name="KSO_WM_UNIT_HIGHLIGHT" val="0"/>
  <p:tag name="KSO_WM_UNIT_COMPATIBLE" val="1"/>
  <p:tag name="KSO_WM_UNIT_DIAGRAM_ISNUMVISUAL" val="0"/>
  <p:tag name="KSO_WM_UNIT_DIAGRAM_ISREFERUNIT" val="0"/>
  <p:tag name="KSO_WM_UNIT_ID" val="_10*e*1"/>
  <p:tag name="KSO_WM_UNIT_LAYERLEVEL" val="1"/>
  <p:tag name="KSO_WM_TAG_VERSION" val="3.0"/>
</p:tagLst>
</file>

<file path=ppt/tags/tag67.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8.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9.xml><?xml version="1.0" encoding="utf-8"?>
<p:tagLst xmlns:p="http://schemas.openxmlformats.org/presentationml/2006/main">
  <p:tag name="KSO_WM_UNIT_TYPE" val="i"/>
  <p:tag name="KSO_WM_UNIT_INDEX" val="5"/>
  <p:tag name="KSO_WM_BEAUTIFY_FLAG" val="#wm#"/>
  <p:tag name="KSO_WM_TAG_VERSION" val="3.0"/>
  <p:tag name="KSO_WM_UNIT_ID" val="_1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0.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1.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2.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3.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4.xml><?xml version="1.0" encoding="utf-8"?>
<p:tagLst xmlns:p="http://schemas.openxmlformats.org/presentationml/2006/main">
  <p:tag name="KSO_WM_UNIT_TYPE" val="i"/>
  <p:tag name="KSO_WM_UNIT_INDEX" val="8"/>
  <p:tag name="KSO_WM_BEAUTIFY_FLAG" val="#wm#"/>
  <p:tag name="KSO_WM_TAG_VERSION" val="3.0"/>
  <p:tag name="KSO_WM_UNIT_ID" val="_1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5.xml><?xml version="1.0" encoding="utf-8"?>
<p:tagLst xmlns:p="http://schemas.openxmlformats.org/presentationml/2006/main">
  <p:tag name="KSO_WM_UNIT_TYPE" val="b"/>
  <p:tag name="KSO_WM_BEAUTIFY_FLAG" val="#wm#"/>
  <p:tag name="KSO_WM_FIGMA_FLAG" val="#fgm#"/>
  <p:tag name="KSO_WM_UNIT_INDEX" val="1"/>
  <p:tag name="KSO_WM_UNIT_TEXT_TYPE" val="1"/>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_11*b*1"/>
  <p:tag name="KSO_WM_UNIT_LAYERLEVEL" val="1"/>
  <p:tag name="KSO_WM_TAG_VERSION" val="3.0"/>
</p:tagLst>
</file>

<file path=ppt/tags/tag76.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b3ac57ad30ed8475e7cdcc030e84aa78f46cd29a"/>
  <p:tag name="KSO_WM_NEWLAYOUT_ID" val="1469"/>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_11*a*1"/>
  <p:tag name="KSO_WM_UNIT_LAYERLEVEL" val="1"/>
  <p:tag name="KSO_WM_TAG_VERSION" val="3.0"/>
</p:tagLst>
</file>

<file path=ppt/tags/tag77.xml><?xml version="1.0" encoding="utf-8"?>
<p:tagLst xmlns:p="http://schemas.openxmlformats.org/presentationml/2006/main">
  <p:tag name="KSO_WM_UNIT_ID" val="_1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8.xml><?xml version="1.0" encoding="utf-8"?>
<p:tagLst xmlns:p="http://schemas.openxmlformats.org/presentationml/2006/main">
  <p:tag name="KSO_WM_UNIT_ID" val="_1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9.xml><?xml version="1.0" encoding="utf-8"?>
<p:tagLst xmlns:p="http://schemas.openxmlformats.org/presentationml/2006/main">
  <p:tag name="KSO_WM_UNIT_ID" val="_1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0.xml><?xml version="1.0" encoding="utf-8"?>
<p:tagLst xmlns:p="http://schemas.openxmlformats.org/presentationml/2006/main">
  <p:tag name="KSO_WM_BEAUTIFY_FLAG" val="#wm#"/>
  <p:tag name="KSO_WM_FIGMA_FLAG" val="#fgm#"/>
  <p:tag name="KSO_WM_UNIT_INDEX" val="1"/>
  <p:tag name="KSO_WM_UNIT_TEXT_TYPE" val="1"/>
  <p:tag name="KSO_WM_UNIT_TYPE" val="b"/>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_12*b*1"/>
  <p:tag name="KSO_WM_UNIT_LAYERLEVEL" val="1"/>
  <p:tag name="KSO_WM_TAG_VERSION" val="3.0"/>
</p:tagLst>
</file>

<file path=ppt/tags/tag81.xml><?xml version="1.0" encoding="utf-8"?>
<p:tagLst xmlns:p="http://schemas.openxmlformats.org/presentationml/2006/main">
  <p:tag name="KSO_WM_BEAUTIFY_FLAG" val="#wm#"/>
  <p:tag name="KSO_WM_FIGMA_FLAG" val="#fgm#"/>
  <p:tag name="KSO_WM_UNIT_INDEX" val="1"/>
  <p:tag name="KSO_WM_UNIT_TEXT_TYPE" val="1"/>
  <p:tag name="KSO_WM_UNIT_TYPE" val="a"/>
  <p:tag name="KSO_WM_LAYOUT_CHECK_HASH" val="d6f18d6e8baa8f93fa1c319e53a41f22ec76a20d"/>
  <p:tag name="KSO_WM_NEWLAYOUT_ID" val="1"/>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_12*a*1"/>
  <p:tag name="KSO_WM_UNIT_LAYERLEVEL" val="1"/>
  <p:tag name="KSO_WM_TAG_VERSION" val="3.0"/>
</p:tagLst>
</file>

<file path=ppt/tags/tag82.xml><?xml version="1.0" encoding="utf-8"?>
<p:tagLst xmlns:p="http://schemas.openxmlformats.org/presentationml/2006/main">
  <p:tag name="KSO_WM_BEAUTIFY_FLAG" val="#wm#"/>
  <p:tag name="KSO_WM_FIGMA_FLAG" val="#fgm#"/>
  <p:tag name="KSO_WM_UNIT_INDEX" val="1_1_1"/>
  <p:tag name="KSO_WM_UNIT_SUBTYPE" val="d"/>
  <p:tag name="KSO_WM_UNIT_TYPE" val="l_h_i"/>
  <p:tag name="KSO_WM_UNIT_HIGHLIGHT" val="0"/>
  <p:tag name="KSO_WM_UNIT_COMPATIBLE" val="0"/>
  <p:tag name="KSO_WM_UNIT_DIAGRAM_ISNUMVISUAL" val="0"/>
  <p:tag name="KSO_WM_UNIT_DIAGRAM_ISREFERUNIT" val="0"/>
  <p:tag name="KSO_WM_UNIT_ID" val="_12*l_h_i*1_1_1"/>
  <p:tag name="KSO_WM_UNIT_LAYERLEVEL" val="1_1_1"/>
  <p:tag name="KSO_WM_TAG_VERSION" val="3.0"/>
</p:tagLst>
</file>

<file path=ppt/tags/tag83.xml><?xml version="1.0" encoding="utf-8"?>
<p:tagLst xmlns:p="http://schemas.openxmlformats.org/presentationml/2006/main">
  <p:tag name="KSO_WM_FIGMA_DECORATION_INDEX" val="25"/>
  <p:tag name="$PH_EXT" val="2"/>
  <p:tag name="KSO_WM_BEAUTIFY_FLAG" val="#wm#"/>
  <p:tag name="KSO_WM_FIGMA_FLAG" val="#fgm#"/>
  <p:tag name="KSO_WM_UNIT_INDEX" val="1_1_2"/>
  <p:tag name="KSO_WM_UNIT_TYPE" val="l_h_i"/>
  <p:tag name="KSO_WM_UNIT_HIGHLIGHT" val="0"/>
  <p:tag name="KSO_WM_UNIT_COMPATIBLE" val="0"/>
  <p:tag name="KSO_WM_UNIT_DIAGRAM_ISNUMVISUAL" val="0"/>
  <p:tag name="KSO_WM_UNIT_DIAGRAM_ISREFERUNIT" val="0"/>
  <p:tag name="KSO_WM_UNIT_ID" val="_12*l_h_i*1_1_2"/>
  <p:tag name="KSO_WM_UNIT_LAYERLEVEL" val="1_1_1"/>
  <p:tag name="KSO_WM_TAG_VERSION" val="3.0"/>
</p:tagLst>
</file>

<file path=ppt/tags/tag84.xml><?xml version="1.0" encoding="utf-8"?>
<p:tagLst xmlns:p="http://schemas.openxmlformats.org/presentationml/2006/main">
  <p:tag name="KSO_WM_BEAUTIFY_FLAG" val="#wm#"/>
  <p:tag name="KSO_WM_FIGMA_FLAG" val="#fgm#"/>
  <p:tag name="KSO_WM_UNIT_INDEX" val="1_1_1"/>
  <p:tag name="KSO_WM_UNIT_TYPE" val="l_h_a"/>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_12*l_h_a*1_1_1"/>
  <p:tag name="KSO_WM_UNIT_LAYERLEVEL" val="1_1_1"/>
  <p:tag name="KSO_WM_TAG_VERSION" val="3.0"/>
</p:tagLst>
</file>

<file path=ppt/tags/tag85.xml><?xml version="1.0" encoding="utf-8"?>
<p:tagLst xmlns:p="http://schemas.openxmlformats.org/presentationml/2006/main">
  <p:tag name="KSO_WM_BEAUTIFY_FLAG" val="#wm#"/>
  <p:tag name="KSO_WM_FIGMA_FLAG" val="#fgm#"/>
  <p:tag name="KSO_WM_UNIT_INDEX" val="1_2_1"/>
  <p:tag name="KSO_WM_UNIT_SUBTYPE" val="d"/>
  <p:tag name="KSO_WM_UNIT_TYPE" val="l_h_i"/>
  <p:tag name="KSO_WM_UNIT_HIGHLIGHT" val="0"/>
  <p:tag name="KSO_WM_UNIT_COMPATIBLE" val="0"/>
  <p:tag name="KSO_WM_UNIT_DIAGRAM_ISNUMVISUAL" val="0"/>
  <p:tag name="KSO_WM_UNIT_DIAGRAM_ISREFERUNIT" val="0"/>
  <p:tag name="KSO_WM_UNIT_ID" val="_12*l_h_i*1_2_1"/>
  <p:tag name="KSO_WM_UNIT_LAYERLEVEL" val="1_1_1"/>
  <p:tag name="KSO_WM_TAG_VERSION" val="3.0"/>
</p:tagLst>
</file>

<file path=ppt/tags/tag86.xml><?xml version="1.0" encoding="utf-8"?>
<p:tagLst xmlns:p="http://schemas.openxmlformats.org/presentationml/2006/main">
  <p:tag name="KSO_WM_FIGMA_DECORATION_INDEX" val="25"/>
  <p:tag name="$PH_EXT" val="2"/>
  <p:tag name="KSO_WM_BEAUTIFY_FLAG" val="#wm#"/>
  <p:tag name="KSO_WM_FIGMA_FLAG" val="#fgm#"/>
  <p:tag name="KSO_WM_UNIT_INDEX" val="1_2_2"/>
  <p:tag name="KSO_WM_UNIT_TYPE" val="l_h_i"/>
  <p:tag name="KSO_WM_UNIT_HIGHLIGHT" val="0"/>
  <p:tag name="KSO_WM_UNIT_COMPATIBLE" val="0"/>
  <p:tag name="KSO_WM_UNIT_DIAGRAM_ISNUMVISUAL" val="0"/>
  <p:tag name="KSO_WM_UNIT_DIAGRAM_ISREFERUNIT" val="0"/>
  <p:tag name="KSO_WM_UNIT_ID" val="_12*l_h_i*1_2_2"/>
  <p:tag name="KSO_WM_UNIT_LAYERLEVEL" val="1_1_1"/>
  <p:tag name="KSO_WM_TAG_VERSION" val="3.0"/>
</p:tagLst>
</file>

<file path=ppt/tags/tag87.xml><?xml version="1.0" encoding="utf-8"?>
<p:tagLst xmlns:p="http://schemas.openxmlformats.org/presentationml/2006/main">
  <p:tag name="KSO_WM_BEAUTIFY_FLAG" val="#wm#"/>
  <p:tag name="KSO_WM_FIGMA_FLAG" val="#fgm#"/>
  <p:tag name="KSO_WM_UNIT_INDEX" val="1_2_1"/>
  <p:tag name="KSO_WM_UNIT_TYPE" val="l_h_a"/>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_12*l_h_a*1_2_1"/>
  <p:tag name="KSO_WM_UNIT_LAYERLEVEL" val="1_1_1"/>
  <p:tag name="KSO_WM_TAG_VERSION" val="3.0"/>
</p:tagLst>
</file>

<file path=ppt/tags/tag88.xml><?xml version="1.0" encoding="utf-8"?>
<p:tagLst xmlns:p="http://schemas.openxmlformats.org/presentationml/2006/main">
  <p:tag name="KSO_WM_BEAUTIFY_FLAG" val="#wm#"/>
  <p:tag name="KSO_WM_FIGMA_FLAG" val="#fgm#"/>
  <p:tag name="KSO_WM_UNIT_INDEX" val="1_3_1"/>
  <p:tag name="KSO_WM_UNIT_SUBTYPE" val="d"/>
  <p:tag name="KSO_WM_UNIT_TYPE" val="l_h_i"/>
  <p:tag name="KSO_WM_UNIT_HIGHLIGHT" val="0"/>
  <p:tag name="KSO_WM_UNIT_COMPATIBLE" val="0"/>
  <p:tag name="KSO_WM_UNIT_DIAGRAM_ISNUMVISUAL" val="0"/>
  <p:tag name="KSO_WM_UNIT_DIAGRAM_ISREFERUNIT" val="0"/>
  <p:tag name="KSO_WM_UNIT_ID" val="_12*l_h_i*1_3_1"/>
  <p:tag name="KSO_WM_UNIT_LAYERLEVEL" val="1_1_1"/>
  <p:tag name="KSO_WM_TAG_VERSION" val="3.0"/>
</p:tagLst>
</file>

<file path=ppt/tags/tag89.xml><?xml version="1.0" encoding="utf-8"?>
<p:tagLst xmlns:p="http://schemas.openxmlformats.org/presentationml/2006/main">
  <p:tag name="KSO_WM_FIGMA_DECORATION_INDEX" val="25"/>
  <p:tag name="$PH_EXT" val="2"/>
  <p:tag name="KSO_WM_BEAUTIFY_FLAG" val="#wm#"/>
  <p:tag name="KSO_WM_FIGMA_FLAG" val="#fgm#"/>
  <p:tag name="KSO_WM_UNIT_INDEX" val="1_3_2"/>
  <p:tag name="KSO_WM_UNIT_TYPE" val="l_h_i"/>
  <p:tag name="KSO_WM_UNIT_HIGHLIGHT" val="0"/>
  <p:tag name="KSO_WM_UNIT_COMPATIBLE" val="0"/>
  <p:tag name="KSO_WM_UNIT_DIAGRAM_ISNUMVISUAL" val="0"/>
  <p:tag name="KSO_WM_UNIT_DIAGRAM_ISREFERUNIT" val="0"/>
  <p:tag name="KSO_WM_UNIT_ID" val="_12*l_h_i*1_3_2"/>
  <p:tag name="KSO_WM_UNIT_LAYERLEVEL" val="1_1_1"/>
  <p:tag name="KSO_WM_TAG_VERSION" val="3.0"/>
</p:tagLst>
</file>

<file path=ppt/tags/tag90.xml><?xml version="1.0" encoding="utf-8"?>
<p:tagLst xmlns:p="http://schemas.openxmlformats.org/presentationml/2006/main">
  <p:tag name="KSO_WM_BEAUTIFY_FLAG" val="#wm#"/>
  <p:tag name="KSO_WM_FIGMA_FLAG" val="#fgm#"/>
  <p:tag name="KSO_WM_UNIT_INDEX" val="1_3_1"/>
  <p:tag name="KSO_WM_UNIT_TYPE" val="l_h_a"/>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_12*l_h_a*1_3_1"/>
  <p:tag name="KSO_WM_UNIT_LAYERLEVEL" val="1_1_1"/>
  <p:tag name="KSO_WM_TAG_VERSION" val="3.0"/>
</p:tagLst>
</file>

<file path=ppt/tags/tag91.xml><?xml version="1.0" encoding="utf-8"?>
<p:tagLst xmlns:p="http://schemas.openxmlformats.org/presentationml/2006/main">
  <p:tag name="KSO_WM_BEAUTIFY_FLAG" val="#wm#"/>
  <p:tag name="KSO_WM_FIGMA_FLAG" val="#fgm#"/>
  <p:tag name="KSO_WM_UNIT_INDEX" val="1_4_1"/>
  <p:tag name="KSO_WM_UNIT_SUBTYPE" val="d"/>
  <p:tag name="KSO_WM_UNIT_TYPE" val="l_h_i"/>
  <p:tag name="KSO_WM_UNIT_HIGHLIGHT" val="0"/>
  <p:tag name="KSO_WM_UNIT_COMPATIBLE" val="0"/>
  <p:tag name="KSO_WM_UNIT_DIAGRAM_ISNUMVISUAL" val="0"/>
  <p:tag name="KSO_WM_UNIT_DIAGRAM_ISREFERUNIT" val="0"/>
  <p:tag name="KSO_WM_UNIT_ID" val="_12*l_h_i*1_4_1"/>
  <p:tag name="KSO_WM_UNIT_LAYERLEVEL" val="1_1_1"/>
  <p:tag name="KSO_WM_TAG_VERSION" val="3.0"/>
</p:tagLst>
</file>

<file path=ppt/tags/tag92.xml><?xml version="1.0" encoding="utf-8"?>
<p:tagLst xmlns:p="http://schemas.openxmlformats.org/presentationml/2006/main">
  <p:tag name="KSO_WM_FIGMA_DECORATION_INDEX" val="25"/>
  <p:tag name="$PH_EXT" val="2"/>
  <p:tag name="KSO_WM_BEAUTIFY_FLAG" val="#wm#"/>
  <p:tag name="KSO_WM_FIGMA_FLAG" val="#fgm#"/>
  <p:tag name="KSO_WM_UNIT_INDEX" val="1_4_2"/>
  <p:tag name="KSO_WM_UNIT_TYPE" val="l_h_i"/>
  <p:tag name="KSO_WM_UNIT_HIGHLIGHT" val="0"/>
  <p:tag name="KSO_WM_UNIT_COMPATIBLE" val="0"/>
  <p:tag name="KSO_WM_UNIT_DIAGRAM_ISNUMVISUAL" val="0"/>
  <p:tag name="KSO_WM_UNIT_DIAGRAM_ISREFERUNIT" val="0"/>
  <p:tag name="KSO_WM_UNIT_ID" val="_12*l_h_i*1_4_2"/>
  <p:tag name="KSO_WM_UNIT_LAYERLEVEL" val="1_1_1"/>
  <p:tag name="KSO_WM_TAG_VERSION" val="3.0"/>
</p:tagLst>
</file>

<file path=ppt/tags/tag93.xml><?xml version="1.0" encoding="utf-8"?>
<p:tagLst xmlns:p="http://schemas.openxmlformats.org/presentationml/2006/main">
  <p:tag name="KSO_WM_BEAUTIFY_FLAG" val="#wm#"/>
  <p:tag name="KSO_WM_FIGMA_FLAG" val="#fgm#"/>
  <p:tag name="KSO_WM_UNIT_INDEX" val="1_4_1"/>
  <p:tag name="KSO_WM_UNIT_TYPE" val="l_h_a"/>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_12*l_h_a*1_4_1"/>
  <p:tag name="KSO_WM_UNIT_LAYERLEVEL" val="1_1_1"/>
  <p:tag name="KSO_WM_TAG_VERSION" val="3.0"/>
</p:tagLst>
</file>

<file path=ppt/tags/tag94.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5.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6.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40495062"/>
</p:tagLst>
</file>

<file path=ppt/tags/tag97.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TEXT_LAYER_COUNT" val="1"/>
  <p:tag name="KSO_WM_TEMPLATE_CATEGORY" val="custom"/>
  <p:tag name="KSO_WM_TEMPLATE_INDEX" val="40495062"/>
</p:tagLst>
</file>

<file path=ppt/tags/tag98.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9.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0.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1.xml><?xml version="1.0" encoding="utf-8"?>
<p:tagLst xmlns:p="http://schemas.openxmlformats.org/presentationml/2006/main">
  <p:tag name="KSO_WM_TEMPLATE_SUBCATEGORY" val="29"/>
  <p:tag name="KSO_WM_BEAUTIFY_FLAG" val="#wm#"/>
  <p:tag name="KSO_WM_TEMPLATE_SLIDE_ID" val="slide_d799d37ec7ee1a76"/>
  <p:tag name="KSO_WM_TAG_VERSION" val="3.0"/>
  <p:tag name="KSO_WM_TEMPLATE_MASTER_TYPE" val="0"/>
  <p:tag name="KSO_WM_TEMPLATE_COLOR_TYPE" val="0"/>
  <p:tag name="KSO_WM_TEMPLATE_CATEGORY" val="custom"/>
  <p:tag name="KSO_WM_TEMPLATE_INDEX" val="40495062"/>
</p:tagLst>
</file>

<file path=ppt/tags/tag102.xml><?xml version="1.0" encoding="utf-8"?>
<p:tagLst xmlns:p="http://schemas.openxmlformats.org/presentationml/2006/main">
  <p:tag name="KSO_WM_AITEMPLATE_STYLE_ID" val="69796647374"/>
</p:tagLst>
</file>

<file path=ppt/tags/tag103.xml><?xml version="1.0" encoding="utf-8"?>
<p:tagLst xmlns:p="http://schemas.openxmlformats.org/presentationml/2006/main">
  <p:tag name="KSO_WM_BEAUTIFY_FLAG" val="#wm#"/>
  <p:tag name="KSO_WM_FIGMA_FLAG" val="#fgm#"/>
  <p:tag name="KSO_WM_UNIT_INDEX" val="1"/>
  <p:tag name="KSO_WM_UNIT_SUBTYPE" val="c"/>
  <p:tag name="KSO_WM_UNIT_TEXT_TYPE" val="1"/>
  <p:tag name="KSO_WM_UNIT_TYPE" val="f"/>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custom40495062_1*f*1"/>
  <p:tag name="KSO_WM_TEMPLATE_CATEGORY" val="custom"/>
  <p:tag name="KSO_WM_TEMPLATE_INDEX" val="40495062"/>
  <p:tag name="KSO_WM_UNIT_LAYERLEVEL" val="1"/>
  <p:tag name="KSO_WM_TAG_VERSION" val="3.0"/>
</p:tagLst>
</file>

<file path=ppt/tags/tag104.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e607e0f0fed19c47f8f97b31c4cfd264dbfa2ac9"/>
  <p:tag name="KSO_WM_NEWLAYOUT_ID" val="1457"/>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custom40495062_1*a*1"/>
  <p:tag name="KSO_WM_TEMPLATE_CATEGORY" val="custom"/>
  <p:tag name="KSO_WM_TEMPLATE_INDEX" val="40495062"/>
  <p:tag name="KSO_WM_UNIT_LAYERLEVEL" val="1"/>
  <p:tag name="KSO_WM_TAG_VERSION" val="3.0"/>
</p:tagLst>
</file>

<file path=ppt/tags/tag105.xml><?xml version="1.0" encoding="utf-8"?>
<p:tagLst xmlns:p="http://schemas.openxmlformats.org/presentationml/2006/main">
  <p:tag name="KSO_WM_BEAUTIFY_FLAG" val="#wm#"/>
  <p:tag name="KSO_WM_FIGMA_FLAG" val="#fgm#"/>
  <p:tag name="KSO_WM_UNIT_INDEX" val="2"/>
  <p:tag name="KSO_WM_UNIT_SUBTYPE" val="b"/>
  <p:tag name="KSO_WM_UNIT_TEXT_TYPE" val="1"/>
  <p:tag name="KSO_WM_UNIT_TYPE" val="f"/>
  <p:tag name="KSO_WM_UNIT_TEXT_LAYER_COUNT" val="1"/>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custom40495062_1*f*2"/>
  <p:tag name="KSO_WM_TEMPLATE_CATEGORY" val="custom"/>
  <p:tag name="KSO_WM_TEMPLATE_INDEX" val="40495062"/>
  <p:tag name="KSO_WM_UNIT_LAYERLEVEL" val="1"/>
  <p:tag name="KSO_WM_TAG_VERSION" val="3.0"/>
</p:tagLst>
</file>

<file path=ppt/tags/tag106.xml><?xml version="1.0" encoding="utf-8"?>
<p:tagLst xmlns:p="http://schemas.openxmlformats.org/presentationml/2006/main">
  <p:tag name="KSO_WM_SLIDE_CONTENT_ORIENTATION" val="left"/>
  <p:tag name="KSO_WM_SLIDE_HAS_MASK" val="0"/>
  <p:tag name="KSO_WM_SLIDE_ITEM_CNT" val="0"/>
  <p:tag name="KSO_WM_SLIDE_TYPE" val="title"/>
  <p:tag name="KSO_WM_TEMPLATE_SUBCATEGORY" val="29"/>
  <p:tag name="KSO_WM_BEAUTIFY_FLAG" val="#wm#"/>
  <p:tag name="KSO_WM_TEMPLATE_SLIDE_ID" val="slide_d799d37ec7ee1a76"/>
  <p:tag name="KSO_WM_TAG_VERSION" val="3.0"/>
  <p:tag name="KSO_WM_SLIDE_ID" val="custom40495062_1"/>
  <p:tag name="KSO_WM_TEMPLATE_MASTER_TYPE" val="0"/>
  <p:tag name="KSO_WM_TEMPLATE_COLOR_TYPE" val="0"/>
  <p:tag name="KSO_WM_SLIDE_INDEX" val="1"/>
  <p:tag name="KSO_WM_TEMPLATE_CATEGORY" val="custom"/>
  <p:tag name="KSO_WM_TEMPLATE_INDEX" val="40495062"/>
  <p:tag name="KSO_WM_SLIDE_LAYOUT" val="a_f"/>
  <p:tag name="KSO_WM_SLIDE_LAYOUT_CNT" val="1_2"/>
</p:tagLst>
</file>

<file path=ppt/tags/tag107.xml><?xml version="1.0" encoding="utf-8"?>
<p:tagLst xmlns:p="http://schemas.openxmlformats.org/presentationml/2006/main">
  <p:tag name="KSO_WM_UNIT_TYPE" val="b"/>
  <p:tag name="KSO_WM_UNIT_INDEX" val="1"/>
  <p:tag name="KSO_WM_BEAUTIFY_FLAG" val="#wm#"/>
  <p:tag name="KSO_WM_TAG_VERSION" val="3.0"/>
</p:tagLst>
</file>

<file path=ppt/tags/tag108.xml><?xml version="1.0" encoding="utf-8"?>
<p:tagLst xmlns:p="http://schemas.openxmlformats.org/presentationml/2006/main">
  <p:tag name="KSO_WM_UNIT_TYPE" val="i"/>
  <p:tag name="KSO_WM_UNIT_INDEX" val="4"/>
  <p:tag name="KSO_WM_BEAUTIFY_FLAG" val="#wm#"/>
  <p:tag name="KSO_WM_TAG_VERSION" val="3.0"/>
</p:tagLst>
</file>

<file path=ppt/tags/tag109.xml><?xml version="1.0" encoding="utf-8"?>
<p:tagLst xmlns:p="http://schemas.openxmlformats.org/presentationml/2006/main">
  <p:tag name="KSO_WM_UNIT_TYPE" val="i"/>
  <p:tag name="KSO_WM_UNIT_INDEX" val="6"/>
  <p:tag name="KSO_WM_BEAUTIFY_FLAG" val="#wm#"/>
  <p:tag name="KSO_WM_TAG_VERSION" val="3.0"/>
</p:tagLst>
</file>

<file path=ppt/tags/tag110.xml><?xml version="1.0" encoding="utf-8"?>
<p:tagLst xmlns:p="http://schemas.openxmlformats.org/presentationml/2006/main">
  <p:tag name="KSO_WM_UNIT_TYPE" val="f"/>
  <p:tag name="KSO_WM_UNIT_INDEX" val="2"/>
  <p:tag name="KSO_WM_BEAUTIFY_FLAG" val="#wm#"/>
  <p:tag name="KSO_WM_TAG_VERSION" val="3.0"/>
</p:tagLst>
</file>

<file path=ppt/tags/tag111.xml><?xml version="1.0" encoding="utf-8"?>
<p:tagLst xmlns:p="http://schemas.openxmlformats.org/presentationml/2006/main">
  <p:tag name="KSO_WM_UNIT_TYPE" val="i"/>
  <p:tag name="KSO_WM_UNIT_INDEX" val="8"/>
  <p:tag name="KSO_WM_BEAUTIFY_FLAG" val="#wm#"/>
  <p:tag name="KSO_WM_TAG_VERSION" val="3.0"/>
</p:tagLst>
</file>

<file path=ppt/tags/tag112.xml><?xml version="1.0" encoding="utf-8"?>
<p:tagLst xmlns:p="http://schemas.openxmlformats.org/presentationml/2006/main">
  <p:tag name="KSO_WM_UNIT_TYPE" val="i"/>
  <p:tag name="KSO_WM_UNIT_INDEX" val="10"/>
  <p:tag name="KSO_WM_BEAUTIFY_FLAG" val="#wm#"/>
  <p:tag name="KSO_WM_TAG_VERSION" val="3.0"/>
</p:tagLst>
</file>

<file path=ppt/tags/tag113.xml><?xml version="1.0" encoding="utf-8"?>
<p:tagLst xmlns:p="http://schemas.openxmlformats.org/presentationml/2006/main">
  <p:tag name="KSO_WM_UNIT_TYPE" val="f"/>
  <p:tag name="KSO_WM_UNIT_INDEX" val="4"/>
  <p:tag name="KSO_WM_BEAUTIFY_FLAG" val="#wm#"/>
  <p:tag name="KSO_WM_TAG_VERSION" val="3.0"/>
</p:tagLst>
</file>

<file path=ppt/tags/tag114.xml><?xml version="1.0" encoding="utf-8"?>
<p:tagLst xmlns:p="http://schemas.openxmlformats.org/presentationml/2006/main">
  <p:tag name="KSO_WM_UNIT_TYPE" val="i"/>
  <p:tag name="KSO_WM_UNIT_INDEX" val="12"/>
  <p:tag name="KSO_WM_BEAUTIFY_FLAG" val="#wm#"/>
  <p:tag name="KSO_WM_TAG_VERSION" val="3.0"/>
</p:tagLst>
</file>

<file path=ppt/tags/tag115.xml><?xml version="1.0" encoding="utf-8"?>
<p:tagLst xmlns:p="http://schemas.openxmlformats.org/presentationml/2006/main">
  <p:tag name="KSO_WM_UNIT_TYPE" val="i"/>
  <p:tag name="KSO_WM_UNIT_INDEX" val="14"/>
  <p:tag name="KSO_WM_BEAUTIFY_FLAG" val="#wm#"/>
  <p:tag name="KSO_WM_TAG_VERSION" val="3.0"/>
</p:tagLst>
</file>

<file path=ppt/tags/tag116.xml><?xml version="1.0" encoding="utf-8"?>
<p:tagLst xmlns:p="http://schemas.openxmlformats.org/presentationml/2006/main">
  <p:tag name="KSO_WM_UNIT_TYPE" val="f"/>
  <p:tag name="KSO_WM_UNIT_INDEX" val="6"/>
  <p:tag name="KSO_WM_BEAUTIFY_FLAG" val="#wm#"/>
  <p:tag name="KSO_WM_TAG_VERSION" val="3.0"/>
</p:tagLst>
</file>

<file path=ppt/tags/tag117.xml><?xml version="1.0" encoding="utf-8"?>
<p:tagLst xmlns:p="http://schemas.openxmlformats.org/presentationml/2006/main">
  <p:tag name="KSO_WM_UNIT_TYPE" val="i"/>
  <p:tag name="KSO_WM_UNIT_INDEX" val="16"/>
  <p:tag name="KSO_WM_BEAUTIFY_FLAG" val="#wm#"/>
  <p:tag name="KSO_WM_TAG_VERSION" val="3.0"/>
</p:tagLst>
</file>

<file path=ppt/tags/tag118.xml><?xml version="1.0" encoding="utf-8"?>
<p:tagLst xmlns:p="http://schemas.openxmlformats.org/presentationml/2006/main">
  <p:tag name="KSO_WM_UNIT_TYPE" val="i"/>
  <p:tag name="KSO_WM_UNIT_INDEX" val="18"/>
  <p:tag name="KSO_WM_BEAUTIFY_FLAG" val="#wm#"/>
  <p:tag name="KSO_WM_TAG_VERSION" val="3.0"/>
</p:tagLst>
</file>

<file path=ppt/tags/tag119.xml><?xml version="1.0" encoding="utf-8"?>
<p:tagLst xmlns:p="http://schemas.openxmlformats.org/presentationml/2006/main">
  <p:tag name="KSO_WM_UNIT_TYPE" val="f"/>
  <p:tag name="KSO_WM_UNIT_INDEX" val="8"/>
  <p:tag name="KSO_WM_BEAUTIFY_FLAG" val="#wm#"/>
  <p:tag name="KSO_WM_TAG_VERSION" val="3.0"/>
</p:tagLst>
</file>

<file path=ppt/tags/tag120.xml><?xml version="1.0" encoding="utf-8"?>
<p:tagLst xmlns:p="http://schemas.openxmlformats.org/presentationml/2006/main">
  <p:tag name="KSO_WM_UNIT_TYPE" val="f"/>
  <p:tag name="KSO_WM_UNIT_INDEX" val="1"/>
  <p:tag name="KSO_WM_BEAUTIFY_FLAG" val="#wm#"/>
  <p:tag name="KSO_WM_TAG_VERSION" val="3.0"/>
</p:tagLst>
</file>

<file path=ppt/tags/tag121.xml><?xml version="1.0" encoding="utf-8"?>
<p:tagLst xmlns:p="http://schemas.openxmlformats.org/presentationml/2006/main">
  <p:tag name="KSO_WM_UNIT_TYPE" val="f"/>
  <p:tag name="KSO_WM_UNIT_INDEX" val="3"/>
  <p:tag name="KSO_WM_BEAUTIFY_FLAG" val="#wm#"/>
  <p:tag name="KSO_WM_TAG_VERSION" val="3.0"/>
</p:tagLst>
</file>

<file path=ppt/tags/tag122.xml><?xml version="1.0" encoding="utf-8"?>
<p:tagLst xmlns:p="http://schemas.openxmlformats.org/presentationml/2006/main">
  <p:tag name="KSO_WM_UNIT_TYPE" val="f"/>
  <p:tag name="KSO_WM_UNIT_INDEX" val="5"/>
  <p:tag name="KSO_WM_BEAUTIFY_FLAG" val="#wm#"/>
  <p:tag name="KSO_WM_TAG_VERSION" val="3.0"/>
</p:tagLst>
</file>

<file path=ppt/tags/tag123.xml><?xml version="1.0" encoding="utf-8"?>
<p:tagLst xmlns:p="http://schemas.openxmlformats.org/presentationml/2006/main">
  <p:tag name="KSO_WM_UNIT_TYPE" val="f"/>
  <p:tag name="KSO_WM_UNIT_INDEX" val="7"/>
  <p:tag name="KSO_WM_BEAUTIFY_FLAG" val="#wm#"/>
  <p:tag name="KSO_WM_TAG_VERSION" val="3.0"/>
</p:tagLst>
</file>

<file path=ppt/tags/tag124.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b82659b96210c1a209ec02ca09f00b4672e01686"/>
  <p:tag name="KSO_WM_NEWLAYOUT_ID" val="1464"/>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custom40495062_3*a*1"/>
  <p:tag name="KSO_WM_TEMPLATE_CATEGORY" val="custom"/>
  <p:tag name="KSO_WM_TEMPLATE_INDEX" val="40495062"/>
  <p:tag name="KSO_WM_UNIT_LAYERLEVEL" val="1"/>
  <p:tag name="KSO_WM_TAG_VERSION" val="3.0"/>
</p:tagLst>
</file>

<file path=ppt/tags/tag125.xml><?xml version="1.0" encoding="utf-8"?>
<p:tagLst xmlns:p="http://schemas.openxmlformats.org/presentationml/2006/main">
  <p:tag name="KSO_WM_UNIT_TYPE" val="e"/>
  <p:tag name="KSO_WM_BEAUTIFY_FLAG" val="#wm#"/>
  <p:tag name="KSO_WM_FIGMA_FLAG" val="#fgm#"/>
  <p:tag name="KSO_WM_UNIT_INDEX" val="1"/>
  <p:tag name="KSO_WM_UNIT_PRESET_TEXT" val="01"/>
  <p:tag name="KSO_WM_UNIT_NOCLEAR" val="0"/>
  <p:tag name="KSO_WM_UNIT_HIGHLIGHT" val="0"/>
  <p:tag name="KSO_WM_UNIT_COMPATIBLE" val="1"/>
  <p:tag name="KSO_WM_UNIT_DIAGRAM_ISNUMVISUAL" val="0"/>
  <p:tag name="KSO_WM_UNIT_DIAGRAM_ISREFERUNIT" val="0"/>
  <p:tag name="KSO_WM_UNIT_ID" val="custom40495062_3*e*1"/>
  <p:tag name="KSO_WM_TEMPLATE_CATEGORY" val="custom"/>
  <p:tag name="KSO_WM_TEMPLATE_INDEX" val="40495062"/>
  <p:tag name="KSO_WM_UNIT_LAYERLEVEL" val="1"/>
  <p:tag name="KSO_WM_TAG_VERSION" val="3.0"/>
</p:tagLst>
</file>

<file path=ppt/tags/tag126.xml><?xml version="1.0" encoding="utf-8"?>
<p:tagLst xmlns:p="http://schemas.openxmlformats.org/presentationml/2006/main">
  <p:tag name="KSO_WM_SLIDE_CONTENT_ORIENTATION" val="center"/>
  <p:tag name="KSO_WM_SLIDE_HAS_MASK" val="0"/>
  <p:tag name="KSO_WM_SLIDE_ITEM_CNT" val="0"/>
  <p:tag name="KSO_WM_SLIDE_TYPE" val="sectionTitle"/>
  <p:tag name="KSO_WM_TEMPLATE_SUBCATEGORY" val="29"/>
  <p:tag name="KSO_WM_BEAUTIFY_FLAG" val="#wm#"/>
  <p:tag name="KSO_WM_TEMPLATE_SLIDE_ID" val="slide_8d1615941f9e1a55"/>
  <p:tag name="KSO_WM_TAG_VERSION" val="3.0"/>
  <p:tag name="KSO_WM_SLIDE_ID" val="custom40495062_3"/>
  <p:tag name="KSO_WM_TEMPLATE_MASTER_TYPE" val="0"/>
  <p:tag name="KSO_WM_TEMPLATE_COLOR_TYPE" val="0"/>
  <p:tag name="KSO_WM_SLIDE_INDEX" val="3"/>
  <p:tag name="KSO_WM_TEMPLATE_CATEGORY" val="custom"/>
  <p:tag name="KSO_WM_TEMPLATE_INDEX" val="40495062"/>
  <p:tag name="KSO_WM_SLIDE_LAYOUT" val="a_e"/>
  <p:tag name="KSO_WM_SLIDE_LAYOUT_CNT" val="1_1"/>
</p:tagLst>
</file>

<file path=ppt/tags/tag127.xml><?xml version="1.0" encoding="utf-8"?>
<p:tagLst xmlns:p="http://schemas.openxmlformats.org/presentationml/2006/main">
  <p:tag name="KSO_WM_UNIT_TYPE" val="b"/>
  <p:tag name="KSO_WM_UNIT_INDEX" val="1"/>
  <p:tag name="KSO_WM_BEAUTIFY_FLAG" val="#wm#"/>
  <p:tag name="KSO_WM_TAG_VERSION" val="3.0"/>
</p:tagLst>
</file>

<file path=ppt/tags/tag128.xml><?xml version="1.0" encoding="utf-8"?>
<p:tagLst xmlns:p="http://schemas.openxmlformats.org/presentationml/2006/main">
  <p:tag name="KSO_WM_UNIT_TYPE" val="i"/>
  <p:tag name="KSO_WM_UNIT_INDEX" val="4"/>
  <p:tag name="KSO_WM_BEAUTIFY_FLAG" val="#wm#"/>
  <p:tag name="KSO_WM_TAG_VERSION" val="3.0"/>
</p:tagLst>
</file>

<file path=ppt/tags/tag129.xml><?xml version="1.0" encoding="utf-8"?>
<p:tagLst xmlns:p="http://schemas.openxmlformats.org/presentationml/2006/main">
  <p:tag name="KSO_WM_UNIT_TYPE" val="f"/>
  <p:tag name="KSO_WM_UNIT_INDEX" val="1"/>
  <p:tag name="KSO_WM_BEAUTIFY_FLAG" val="#wm#"/>
  <p:tag name="KSO_WM_TAG_VERSION" val="3.0"/>
</p:tagLst>
</file>

<file path=ppt/tags/tag130.xml><?xml version="1.0" encoding="utf-8"?>
<p:tagLst xmlns:p="http://schemas.openxmlformats.org/presentationml/2006/main">
  <p:tag name="KSO_WM_UNIT_TYPE" val="i"/>
  <p:tag name="KSO_WM_UNIT_INDEX" val="6"/>
  <p:tag name="KSO_WM_BEAUTIFY_FLAG" val="#wm#"/>
  <p:tag name="KSO_WM_TAG_VERSION" val="3.0"/>
</p:tagLst>
</file>

<file path=ppt/tags/tag131.xml><?xml version="1.0" encoding="utf-8"?>
<p:tagLst xmlns:p="http://schemas.openxmlformats.org/presentationml/2006/main">
  <p:tag name="KSO_WM_UNIT_TYPE" val="i"/>
  <p:tag name="KSO_WM_UNIT_INDEX" val="8"/>
  <p:tag name="KSO_WM_BEAUTIFY_FLAG" val="#wm#"/>
  <p:tag name="KSO_WM_TAG_VERSION" val="3.0"/>
</p:tagLst>
</file>

<file path=ppt/tags/tag132.xml><?xml version="1.0" encoding="utf-8"?>
<p:tagLst xmlns:p="http://schemas.openxmlformats.org/presentationml/2006/main">
  <p:tag name="KSO_WM_UNIT_TYPE" val="x"/>
  <p:tag name="KSO_WM_UNIT_INDEX" val="1"/>
  <p:tag name="KSO_WM_BEAUTIFY_FLAG" val="#wm#"/>
  <p:tag name="KSO_WM_TAG_VERSION" val="3.0"/>
</p:tagLst>
</file>

<file path=ppt/tags/tag133.xml><?xml version="1.0" encoding="utf-8"?>
<p:tagLst xmlns:p="http://schemas.openxmlformats.org/presentationml/2006/main">
  <p:tag name="KSO_WM_UNIT_TYPE" val="f"/>
  <p:tag name="KSO_WM_UNIT_INDEX" val="2"/>
  <p:tag name="KSO_WM_BEAUTIFY_FLAG" val="#wm#"/>
  <p:tag name="KSO_WM_TAG_VERSION" val="3.0"/>
</p:tagLst>
</file>

<file path=ppt/tags/tag134.xml><?xml version="1.0" encoding="utf-8"?>
<p:tagLst xmlns:p="http://schemas.openxmlformats.org/presentationml/2006/main">
  <p:tag name="KSO_WM_UNIT_TYPE" val="f"/>
  <p:tag name="KSO_WM_UNIT_INDEX" val="3"/>
  <p:tag name="KSO_WM_BEAUTIFY_FLAG" val="#wm#"/>
  <p:tag name="KSO_WM_TAG_VERSION" val="3.0"/>
</p:tagLst>
</file>

<file path=ppt/tags/tag135.xml><?xml version="1.0" encoding="utf-8"?>
<p:tagLst xmlns:p="http://schemas.openxmlformats.org/presentationml/2006/main">
  <p:tag name="KSO_WM_UNIT_TYPE" val="i"/>
  <p:tag name="KSO_WM_UNIT_INDEX" val="10"/>
  <p:tag name="KSO_WM_BEAUTIFY_FLAG" val="#wm#"/>
  <p:tag name="KSO_WM_TAG_VERSION" val="3.0"/>
</p:tagLst>
</file>

<file path=ppt/tags/tag136.xml><?xml version="1.0" encoding="utf-8"?>
<p:tagLst xmlns:p="http://schemas.openxmlformats.org/presentationml/2006/main">
  <p:tag name="KSO_WM_UNIT_TYPE" val="i"/>
  <p:tag name="KSO_WM_UNIT_INDEX" val="12"/>
  <p:tag name="KSO_WM_BEAUTIFY_FLAG" val="#wm#"/>
  <p:tag name="KSO_WM_TAG_VERSION" val="3.0"/>
</p:tagLst>
</file>

<file path=ppt/tags/tag137.xml><?xml version="1.0" encoding="utf-8"?>
<p:tagLst xmlns:p="http://schemas.openxmlformats.org/presentationml/2006/main">
  <p:tag name="KSO_WM_UNIT_TYPE" val="x"/>
  <p:tag name="KSO_WM_UNIT_INDEX" val="2"/>
  <p:tag name="KSO_WM_BEAUTIFY_FLAG" val="#wm#"/>
  <p:tag name="KSO_WM_TAG_VERSION" val="3.0"/>
</p:tagLst>
</file>

<file path=ppt/tags/tag138.xml><?xml version="1.0" encoding="utf-8"?>
<p:tagLst xmlns:p="http://schemas.openxmlformats.org/presentationml/2006/main">
  <p:tag name="KSO_WM_UNIT_TYPE" val="f"/>
  <p:tag name="KSO_WM_UNIT_INDEX" val="4"/>
  <p:tag name="KSO_WM_BEAUTIFY_FLAG" val="#wm#"/>
  <p:tag name="KSO_WM_TAG_VERSION" val="3.0"/>
</p:tagLst>
</file>

<file path=ppt/tags/tag139.xml><?xml version="1.0" encoding="utf-8"?>
<p:tagLst xmlns:p="http://schemas.openxmlformats.org/presentationml/2006/main">
  <p:tag name="KSO_WM_UNIT_TYPE" val="i"/>
  <p:tag name="KSO_WM_UNIT_INDEX" val="14"/>
  <p:tag name="KSO_WM_BEAUTIFY_FLAG" val="#wm#"/>
  <p:tag name="KSO_WM_TAG_VERSION" val="3.0"/>
</p:tagLst>
</file>

<file path=ppt/tags/tag140.xml><?xml version="1.0" encoding="utf-8"?>
<p:tagLst xmlns:p="http://schemas.openxmlformats.org/presentationml/2006/main">
  <p:tag name="KSO_WM_UNIT_TYPE" val="x"/>
  <p:tag name="KSO_WM_UNIT_INDEX" val="3"/>
  <p:tag name="KSO_WM_BEAUTIFY_FLAG" val="#wm#"/>
  <p:tag name="KSO_WM_TAG_VERSION" val="3.0"/>
</p:tagLst>
</file>

<file path=ppt/tags/tag141.xml><?xml version="1.0" encoding="utf-8"?>
<p:tagLst xmlns:p="http://schemas.openxmlformats.org/presentationml/2006/main">
  <p:tag name="KSO_WM_UNIT_TYPE" val="f"/>
  <p:tag name="KSO_WM_UNIT_INDEX" val="5"/>
  <p:tag name="KSO_WM_BEAUTIFY_FLAG" val="#wm#"/>
  <p:tag name="KSO_WM_TAG_VERSION" val="3.0"/>
</p:tagLst>
</file>

<file path=ppt/tags/tag142.xml><?xml version="1.0" encoding="utf-8"?>
<p:tagLst xmlns:p="http://schemas.openxmlformats.org/presentationml/2006/main">
  <p:tag name="KSO_WM_UNIT_TYPE" val="f"/>
  <p:tag name="KSO_WM_UNIT_INDEX" val="6"/>
  <p:tag name="KSO_WM_BEAUTIFY_FLAG" val="#wm#"/>
  <p:tag name="KSO_WM_TAG_VERSION" val="3.0"/>
</p:tagLst>
</file>

<file path=ppt/tags/tag143.xml><?xml version="1.0" encoding="utf-8"?>
<p:tagLst xmlns:p="http://schemas.openxmlformats.org/presentationml/2006/main">
  <p:tag name="KSO_WM_UNIT_TYPE" val="i"/>
  <p:tag name="KSO_WM_UNIT_INDEX" val="16"/>
  <p:tag name="KSO_WM_BEAUTIFY_FLAG" val="#wm#"/>
  <p:tag name="KSO_WM_TAG_VERSION" val="3.0"/>
</p:tagLst>
</file>

<file path=ppt/tags/tag144.xml><?xml version="1.0" encoding="utf-8"?>
<p:tagLst xmlns:p="http://schemas.openxmlformats.org/presentationml/2006/main">
  <p:tag name="KSO_WM_UNIT_TYPE" val="x"/>
  <p:tag name="KSO_WM_UNIT_INDEX" val="4"/>
  <p:tag name="KSO_WM_BEAUTIFY_FLAG" val="#wm#"/>
  <p:tag name="KSO_WM_TAG_VERSION" val="3.0"/>
</p:tagLst>
</file>

<file path=ppt/tags/tag145.xml><?xml version="1.0" encoding="utf-8"?>
<p:tagLst xmlns:p="http://schemas.openxmlformats.org/presentationml/2006/main">
  <p:tag name="KSO_WM_UNIT_TYPE" val="f"/>
  <p:tag name="KSO_WM_UNIT_INDEX" val="7"/>
  <p:tag name="KSO_WM_BEAUTIFY_FLAG" val="#wm#"/>
  <p:tag name="KSO_WM_TAG_VERSION" val="3.0"/>
</p:tagLst>
</file>

<file path=ppt/tags/tag146.xml><?xml version="1.0" encoding="utf-8"?>
<p:tagLst xmlns:p="http://schemas.openxmlformats.org/presentationml/2006/main">
  <p:tag name="KSO_WM_UNIT_TYPE" val="f"/>
  <p:tag name="KSO_WM_UNIT_INDEX" val="8"/>
  <p:tag name="KSO_WM_BEAUTIFY_FLAG" val="#wm#"/>
  <p:tag name="KSO_WM_TAG_VERSION" val="3.0"/>
</p:tagLst>
</file>

<file path=ppt/tags/tag147.xml><?xml version="1.0" encoding="utf-8"?>
<p:tagLst xmlns:p="http://schemas.openxmlformats.org/presentationml/2006/main">
  <p:tag name="KSO_WM_UNIT_TYPE" val="b"/>
  <p:tag name="KSO_WM_UNIT_INDEX" val="1"/>
  <p:tag name="KSO_WM_BEAUTIFY_FLAG" val="#wm#"/>
  <p:tag name="KSO_WM_TAG_VERSION" val="3.0"/>
</p:tagLst>
</file>

<file path=ppt/tags/tag148.xml><?xml version="1.0" encoding="utf-8"?>
<p:tagLst xmlns:p="http://schemas.openxmlformats.org/presentationml/2006/main">
  <p:tag name="KSO_WM_UNIT_TYPE" val="f"/>
  <p:tag name="KSO_WM_UNIT_INDEX" val="1"/>
  <p:tag name="KSO_WM_BEAUTIFY_FLAG" val="#wm#"/>
  <p:tag name="KSO_WM_TAG_VERSION" val="3.0"/>
</p:tagLst>
</file>

<file path=ppt/tags/tag149.xml><?xml version="1.0" encoding="utf-8"?>
<p:tagLst xmlns:p="http://schemas.openxmlformats.org/presentationml/2006/main">
  <p:tag name="KSO_WM_UNIT_TYPE" val="f"/>
  <p:tag name="KSO_WM_UNIT_INDEX" val="2"/>
  <p:tag name="KSO_WM_BEAUTIFY_FLAG" val="#wm#"/>
  <p:tag name="KSO_WM_TAG_VERSION" val="3.0"/>
</p:tagLst>
</file>

<file path=ppt/tags/tag150.xml><?xml version="1.0" encoding="utf-8"?>
<p:tagLst xmlns:p="http://schemas.openxmlformats.org/presentationml/2006/main">
  <p:tag name="KSO_WM_UNIT_TYPE" val="i"/>
  <p:tag name="KSO_WM_UNIT_INDEX" val="4"/>
  <p:tag name="KSO_WM_BEAUTIFY_FLAG" val="#wm#"/>
  <p:tag name="KSO_WM_TAG_VERSION" val="3.0"/>
</p:tagLst>
</file>

<file path=ppt/tags/tag151.xml><?xml version="1.0" encoding="utf-8"?>
<p:tagLst xmlns:p="http://schemas.openxmlformats.org/presentationml/2006/main">
  <p:tag name="KSO_WM_UNIT_TYPE" val="x"/>
  <p:tag name="KSO_WM_UNIT_INDEX" val="1"/>
  <p:tag name="KSO_WM_BEAUTIFY_FLAG" val="#wm#"/>
  <p:tag name="KSO_WM_TAG_VERSION" val="3.0"/>
</p:tagLst>
</file>

<file path=ppt/tags/tag152.xml><?xml version="1.0" encoding="utf-8"?>
<p:tagLst xmlns:p="http://schemas.openxmlformats.org/presentationml/2006/main">
  <p:tag name="KSO_WM_UNIT_TYPE" val="f"/>
  <p:tag name="KSO_WM_UNIT_INDEX" val="3"/>
  <p:tag name="KSO_WM_BEAUTIFY_FLAG" val="#wm#"/>
  <p:tag name="KSO_WM_TAG_VERSION" val="3.0"/>
</p:tagLst>
</file>

<file path=ppt/tags/tag153.xml><?xml version="1.0" encoding="utf-8"?>
<p:tagLst xmlns:p="http://schemas.openxmlformats.org/presentationml/2006/main">
  <p:tag name="KSO_WM_UNIT_TYPE" val="i"/>
  <p:tag name="KSO_WM_UNIT_INDEX" val="6"/>
  <p:tag name="KSO_WM_BEAUTIFY_FLAG" val="#wm#"/>
  <p:tag name="KSO_WM_TAG_VERSION" val="3.0"/>
</p:tagLst>
</file>

<file path=ppt/tags/tag154.xml><?xml version="1.0" encoding="utf-8"?>
<p:tagLst xmlns:p="http://schemas.openxmlformats.org/presentationml/2006/main">
  <p:tag name="KSO_WM_UNIT_TYPE" val="x"/>
  <p:tag name="KSO_WM_UNIT_INDEX" val="2"/>
  <p:tag name="KSO_WM_BEAUTIFY_FLAG" val="#wm#"/>
  <p:tag name="KSO_WM_TAG_VERSION" val="3.0"/>
</p:tagLst>
</file>

<file path=ppt/tags/tag155.xml><?xml version="1.0" encoding="utf-8"?>
<p:tagLst xmlns:p="http://schemas.openxmlformats.org/presentationml/2006/main">
  <p:tag name="KSO_WM_UNIT_TYPE" val="f"/>
  <p:tag name="KSO_WM_UNIT_INDEX" val="4"/>
  <p:tag name="KSO_WM_BEAUTIFY_FLAG" val="#wm#"/>
  <p:tag name="KSO_WM_TAG_VERSION" val="3.0"/>
</p:tagLst>
</file>

<file path=ppt/tags/tag156.xml><?xml version="1.0" encoding="utf-8"?>
<p:tagLst xmlns:p="http://schemas.openxmlformats.org/presentationml/2006/main">
  <p:tag name="KSO_WM_UNIT_TYPE" val="f"/>
  <p:tag name="KSO_WM_UNIT_INDEX" val="5"/>
  <p:tag name="KSO_WM_BEAUTIFY_FLAG" val="#wm#"/>
  <p:tag name="KSO_WM_TAG_VERSION" val="3.0"/>
</p:tagLst>
</file>

<file path=ppt/tags/tag157.xml><?xml version="1.0" encoding="utf-8"?>
<p:tagLst xmlns:p="http://schemas.openxmlformats.org/presentationml/2006/main">
  <p:tag name="KSO_WM_UNIT_TYPE" val="f"/>
  <p:tag name="KSO_WM_UNIT_INDEX" val="6"/>
  <p:tag name="KSO_WM_BEAUTIFY_FLAG" val="#wm#"/>
  <p:tag name="KSO_WM_TAG_VERSION" val="3.0"/>
</p:tagLst>
</file>

<file path=ppt/tags/tag158.xml><?xml version="1.0" encoding="utf-8"?>
<p:tagLst xmlns:p="http://schemas.openxmlformats.org/presentationml/2006/main">
  <p:tag name="KSO_WM_UNIT_TYPE" val="i"/>
  <p:tag name="KSO_WM_UNIT_INDEX" val="8"/>
  <p:tag name="KSO_WM_BEAUTIFY_FLAG" val="#wm#"/>
  <p:tag name="KSO_WM_TAG_VERSION" val="3.0"/>
</p:tagLst>
</file>

<file path=ppt/tags/tag159.xml><?xml version="1.0" encoding="utf-8"?>
<p:tagLst xmlns:p="http://schemas.openxmlformats.org/presentationml/2006/main">
  <p:tag name="KSO_WM_UNIT_TYPE" val="x"/>
  <p:tag name="KSO_WM_UNIT_INDEX" val="3"/>
  <p:tag name="KSO_WM_BEAUTIFY_FLAG" val="#wm#"/>
  <p:tag name="KSO_WM_TAG_VERSION" val="3.0"/>
</p:tagLst>
</file>

<file path=ppt/tags/tag160.xml><?xml version="1.0" encoding="utf-8"?>
<p:tagLst xmlns:p="http://schemas.openxmlformats.org/presentationml/2006/main">
  <p:tag name="KSO_WM_UNIT_TYPE" val="f"/>
  <p:tag name="KSO_WM_UNIT_INDEX" val="7"/>
  <p:tag name="KSO_WM_BEAUTIFY_FLAG" val="#wm#"/>
  <p:tag name="KSO_WM_TAG_VERSION" val="3.0"/>
</p:tagLst>
</file>

<file path=ppt/tags/tag161.xml><?xml version="1.0" encoding="utf-8"?>
<p:tagLst xmlns:p="http://schemas.openxmlformats.org/presentationml/2006/main">
  <p:tag name="KSO_WM_UNIT_TYPE" val="i"/>
  <p:tag name="KSO_WM_UNIT_INDEX" val="10"/>
  <p:tag name="KSO_WM_BEAUTIFY_FLAG" val="#wm#"/>
  <p:tag name="KSO_WM_TAG_VERSION" val="3.0"/>
</p:tagLst>
</file>

<file path=ppt/tags/tag162.xml><?xml version="1.0" encoding="utf-8"?>
<p:tagLst xmlns:p="http://schemas.openxmlformats.org/presentationml/2006/main">
  <p:tag name="KSO_WM_UNIT_TYPE" val="x"/>
  <p:tag name="KSO_WM_UNIT_INDEX" val="4"/>
  <p:tag name="KSO_WM_BEAUTIFY_FLAG" val="#wm#"/>
  <p:tag name="KSO_WM_TAG_VERSION" val="3.0"/>
</p:tagLst>
</file>

<file path=ppt/tags/tag163.xml><?xml version="1.0" encoding="utf-8"?>
<p:tagLst xmlns:p="http://schemas.openxmlformats.org/presentationml/2006/main">
  <p:tag name="KSO_WM_UNIT_TYPE" val="f"/>
  <p:tag name="KSO_WM_UNIT_INDEX" val="8"/>
  <p:tag name="KSO_WM_BEAUTIFY_FLAG" val="#wm#"/>
  <p:tag name="KSO_WM_TAG_VERSION" val="3.0"/>
</p:tagLst>
</file>

<file path=ppt/tags/tag164.xml><?xml version="1.0" encoding="utf-8"?>
<p:tagLst xmlns:p="http://schemas.openxmlformats.org/presentationml/2006/main">
  <p:tag name="KSO_WM_UNIT_TYPE" val="f"/>
  <p:tag name="KSO_WM_UNIT_INDEX" val="9"/>
  <p:tag name="KSO_WM_BEAUTIFY_FLAG" val="#wm#"/>
  <p:tag name="KSO_WM_TAG_VERSION" val="3.0"/>
</p:tagLst>
</file>

<file path=ppt/tags/tag165.xml><?xml version="1.0" encoding="utf-8"?>
<p:tagLst xmlns:p="http://schemas.openxmlformats.org/presentationml/2006/main">
  <p:tag name="KSO_WM_UNIT_TYPE" val="f"/>
  <p:tag name="KSO_WM_UNIT_INDEX" val="10"/>
  <p:tag name="KSO_WM_BEAUTIFY_FLAG" val="#wm#"/>
  <p:tag name="KSO_WM_TAG_VERSION" val="3.0"/>
</p:tagLst>
</file>

<file path=ppt/tags/tag166.xml><?xml version="1.0" encoding="utf-8"?>
<p:tagLst xmlns:p="http://schemas.openxmlformats.org/presentationml/2006/main">
  <p:tag name="KSO_WM_UNIT_TYPE" val="i"/>
  <p:tag name="KSO_WM_UNIT_INDEX" val="12"/>
  <p:tag name="KSO_WM_BEAUTIFY_FLAG" val="#wm#"/>
  <p:tag name="KSO_WM_TAG_VERSION" val="3.0"/>
</p:tagLst>
</file>

<file path=ppt/tags/tag167.xml><?xml version="1.0" encoding="utf-8"?>
<p:tagLst xmlns:p="http://schemas.openxmlformats.org/presentationml/2006/main">
  <p:tag name="KSO_WM_UNIT_TYPE" val="x"/>
  <p:tag name="KSO_WM_UNIT_INDEX" val="5"/>
  <p:tag name="KSO_WM_BEAUTIFY_FLAG" val="#wm#"/>
  <p:tag name="KSO_WM_TAG_VERSION" val="3.0"/>
</p:tagLst>
</file>

<file path=ppt/tags/tag168.xml><?xml version="1.0" encoding="utf-8"?>
<p:tagLst xmlns:p="http://schemas.openxmlformats.org/presentationml/2006/main">
  <p:tag name="KSO_WM_UNIT_TYPE" val="f"/>
  <p:tag name="KSO_WM_UNIT_INDEX" val="11"/>
  <p:tag name="KSO_WM_BEAUTIFY_FLAG" val="#wm#"/>
  <p:tag name="KSO_WM_TAG_VERSION" val="3.0"/>
</p:tagLst>
</file>

<file path=ppt/tags/tag169.xml><?xml version="1.0" encoding="utf-8"?>
<p:tagLst xmlns:p="http://schemas.openxmlformats.org/presentationml/2006/main">
  <p:tag name="KSO_WM_UNIT_TYPE" val="i"/>
  <p:tag name="KSO_WM_UNIT_INDEX" val="14"/>
  <p:tag name="KSO_WM_BEAUTIFY_FLAG" val="#wm#"/>
  <p:tag name="KSO_WM_TAG_VERSION" val="3.0"/>
</p:tagLst>
</file>

<file path=ppt/tags/tag170.xml><?xml version="1.0" encoding="utf-8"?>
<p:tagLst xmlns:p="http://schemas.openxmlformats.org/presentationml/2006/main">
  <p:tag name="KSO_WM_UNIT_TYPE" val="x"/>
  <p:tag name="KSO_WM_UNIT_INDEX" val="6"/>
  <p:tag name="KSO_WM_BEAUTIFY_FLAG" val="#wm#"/>
  <p:tag name="KSO_WM_TAG_VERSION" val="3.0"/>
</p:tagLst>
</file>

<file path=ppt/tags/tag171.xml><?xml version="1.0" encoding="utf-8"?>
<p:tagLst xmlns:p="http://schemas.openxmlformats.org/presentationml/2006/main">
  <p:tag name="KSO_WM_UNIT_TYPE" val="f"/>
  <p:tag name="KSO_WM_UNIT_INDEX" val="12"/>
  <p:tag name="KSO_WM_BEAUTIFY_FLAG" val="#wm#"/>
  <p:tag name="KSO_WM_TAG_VERSION" val="3.0"/>
</p:tagLst>
</file>

<file path=ppt/tags/tag172.xml><?xml version="1.0" encoding="utf-8"?>
<p:tagLst xmlns:p="http://schemas.openxmlformats.org/presentationml/2006/main">
  <p:tag name="KSO_WM_UNIT_TYPE" val="i"/>
  <p:tag name="KSO_WM_UNIT_INDEX" val="16"/>
  <p:tag name="KSO_WM_BEAUTIFY_FLAG" val="#wm#"/>
  <p:tag name="KSO_WM_TAG_VERSION" val="3.0"/>
</p:tagLst>
</file>

<file path=ppt/tags/tag173.xml><?xml version="1.0" encoding="utf-8"?>
<p:tagLst xmlns:p="http://schemas.openxmlformats.org/presentationml/2006/main">
  <p:tag name="KSO_WM_UNIT_TYPE" val="x"/>
  <p:tag name="KSO_WM_UNIT_INDEX" val="7"/>
  <p:tag name="KSO_WM_BEAUTIFY_FLAG" val="#wm#"/>
  <p:tag name="KSO_WM_TAG_VERSION" val="3.0"/>
</p:tagLst>
</file>

<file path=ppt/tags/tag174.xml><?xml version="1.0" encoding="utf-8"?>
<p:tagLst xmlns:p="http://schemas.openxmlformats.org/presentationml/2006/main">
  <p:tag name="KSO_WM_UNIT_TYPE" val="f"/>
  <p:tag name="KSO_WM_UNIT_INDEX" val="13"/>
  <p:tag name="KSO_WM_BEAUTIFY_FLAG" val="#wm#"/>
  <p:tag name="KSO_WM_TAG_VERSION" val="3.0"/>
</p:tagLst>
</file>

<file path=ppt/tags/tag175.xml><?xml version="1.0" encoding="utf-8"?>
<p:tagLst xmlns:p="http://schemas.openxmlformats.org/presentationml/2006/main">
  <p:tag name="KSO_WM_UNIT_TYPE" val="f"/>
  <p:tag name="KSO_WM_UNIT_INDEX" val="14"/>
  <p:tag name="KSO_WM_BEAUTIFY_FLAG" val="#wm#"/>
  <p:tag name="KSO_WM_TAG_VERSION" val="3.0"/>
</p:tagLst>
</file>

<file path=ppt/tags/tag176.xml><?xml version="1.0" encoding="utf-8"?>
<p:tagLst xmlns:p="http://schemas.openxmlformats.org/presentationml/2006/main">
  <p:tag name="KSO_WM_UNIT_TYPE" val="f"/>
  <p:tag name="KSO_WM_UNIT_INDEX" val="15"/>
  <p:tag name="KSO_WM_BEAUTIFY_FLAG" val="#wm#"/>
  <p:tag name="KSO_WM_TAG_VERSION" val="3.0"/>
</p:tagLst>
</file>

<file path=ppt/tags/tag177.xml><?xml version="1.0" encoding="utf-8"?>
<p:tagLst xmlns:p="http://schemas.openxmlformats.org/presentationml/2006/main">
  <p:tag name="KSO_WM_UNIT_TYPE" val="i"/>
  <p:tag name="KSO_WM_UNIT_INDEX" val="18"/>
  <p:tag name="KSO_WM_BEAUTIFY_FLAG" val="#wm#"/>
  <p:tag name="KSO_WM_TAG_VERSION" val="3.0"/>
</p:tagLst>
</file>

<file path=ppt/tags/tag178.xml><?xml version="1.0" encoding="utf-8"?>
<p:tagLst xmlns:p="http://schemas.openxmlformats.org/presentationml/2006/main">
  <p:tag name="KSO_WM_UNIT_TYPE" val="x"/>
  <p:tag name="KSO_WM_UNIT_INDEX" val="8"/>
  <p:tag name="KSO_WM_BEAUTIFY_FLAG" val="#wm#"/>
  <p:tag name="KSO_WM_TAG_VERSION" val="3.0"/>
</p:tagLst>
</file>

<file path=ppt/tags/tag179.xml><?xml version="1.0" encoding="utf-8"?>
<p:tagLst xmlns:p="http://schemas.openxmlformats.org/presentationml/2006/main">
  <p:tag name="KSO_WM_UNIT_TYPE" val="f"/>
  <p:tag name="KSO_WM_UNIT_INDEX" val="16"/>
  <p:tag name="KSO_WM_BEAUTIFY_FLAG" val="#wm#"/>
  <p:tag name="KSO_WM_TAG_VERSION" val="3.0"/>
</p:tagLst>
</file>

<file path=ppt/tags/tag180.xml><?xml version="1.0" encoding="utf-8"?>
<p:tagLst xmlns:p="http://schemas.openxmlformats.org/presentationml/2006/main">
  <p:tag name="KSO_WM_UNIT_TYPE" val="i"/>
  <p:tag name="KSO_WM_UNIT_INDEX" val="20"/>
  <p:tag name="KSO_WM_BEAUTIFY_FLAG" val="#wm#"/>
  <p:tag name="KSO_WM_TAG_VERSION" val="3.0"/>
</p:tagLst>
</file>

<file path=ppt/tags/tag181.xml><?xml version="1.0" encoding="utf-8"?>
<p:tagLst xmlns:p="http://schemas.openxmlformats.org/presentationml/2006/main">
  <p:tag name="KSO_WM_UNIT_TYPE" val="x"/>
  <p:tag name="KSO_WM_UNIT_INDEX" val="9"/>
  <p:tag name="KSO_WM_BEAUTIFY_FLAG" val="#wm#"/>
  <p:tag name="KSO_WM_TAG_VERSION" val="3.0"/>
</p:tagLst>
</file>

<file path=ppt/tags/tag182.xml><?xml version="1.0" encoding="utf-8"?>
<p:tagLst xmlns:p="http://schemas.openxmlformats.org/presentationml/2006/main">
  <p:tag name="KSO_WM_UNIT_TYPE" val="f"/>
  <p:tag name="KSO_WM_UNIT_INDEX" val="17"/>
  <p:tag name="KSO_WM_BEAUTIFY_FLAG" val="#wm#"/>
  <p:tag name="KSO_WM_TAG_VERSION" val="3.0"/>
</p:tagLst>
</file>

<file path=ppt/tags/tag183.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b82659b96210c1a209ec02ca09f00b4672e01686"/>
  <p:tag name="KSO_WM_NEWLAYOUT_ID" val="1464"/>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custom40495062_3*a*1"/>
  <p:tag name="KSO_WM_TEMPLATE_CATEGORY" val="custom"/>
  <p:tag name="KSO_WM_TEMPLATE_INDEX" val="40495062"/>
  <p:tag name="KSO_WM_UNIT_LAYERLEVEL" val="1"/>
  <p:tag name="KSO_WM_TAG_VERSION" val="3.0"/>
</p:tagLst>
</file>

<file path=ppt/tags/tag184.xml><?xml version="1.0" encoding="utf-8"?>
<p:tagLst xmlns:p="http://schemas.openxmlformats.org/presentationml/2006/main">
  <p:tag name="KSO_WM_UNIT_TYPE" val="e"/>
  <p:tag name="KSO_WM_BEAUTIFY_FLAG" val="#wm#"/>
  <p:tag name="KSO_WM_FIGMA_FLAG" val="#fgm#"/>
  <p:tag name="KSO_WM_UNIT_INDEX" val="1"/>
  <p:tag name="KSO_WM_UNIT_PRESET_TEXT" val="01"/>
  <p:tag name="KSO_WM_UNIT_NOCLEAR" val="0"/>
  <p:tag name="KSO_WM_UNIT_HIGHLIGHT" val="0"/>
  <p:tag name="KSO_WM_UNIT_COMPATIBLE" val="1"/>
  <p:tag name="KSO_WM_UNIT_DIAGRAM_ISNUMVISUAL" val="0"/>
  <p:tag name="KSO_WM_UNIT_DIAGRAM_ISREFERUNIT" val="0"/>
  <p:tag name="KSO_WM_UNIT_ID" val="custom40495062_3*e*1"/>
  <p:tag name="KSO_WM_TEMPLATE_CATEGORY" val="custom"/>
  <p:tag name="KSO_WM_TEMPLATE_INDEX" val="40495062"/>
  <p:tag name="KSO_WM_UNIT_LAYERLEVEL" val="1"/>
  <p:tag name="KSO_WM_TAG_VERSION" val="3.0"/>
</p:tagLst>
</file>

<file path=ppt/tags/tag185.xml><?xml version="1.0" encoding="utf-8"?>
<p:tagLst xmlns:p="http://schemas.openxmlformats.org/presentationml/2006/main">
  <p:tag name="KSO_WM_SLIDE_CONTENT_ORIENTATION" val="center"/>
  <p:tag name="KSO_WM_SLIDE_HAS_MASK" val="0"/>
  <p:tag name="KSO_WM_SLIDE_ITEM_CNT" val="0"/>
  <p:tag name="KSO_WM_SLIDE_TYPE" val="sectionTitle"/>
  <p:tag name="KSO_WM_TEMPLATE_SUBCATEGORY" val="29"/>
  <p:tag name="KSO_WM_BEAUTIFY_FLAG" val="#wm#"/>
  <p:tag name="KSO_WM_TEMPLATE_SLIDE_ID" val="slide_8d1615941f9e1a55"/>
  <p:tag name="KSO_WM_TAG_VERSION" val="3.0"/>
  <p:tag name="KSO_WM_SLIDE_ID" val="custom40495062_3"/>
  <p:tag name="KSO_WM_TEMPLATE_MASTER_TYPE" val="0"/>
  <p:tag name="KSO_WM_TEMPLATE_COLOR_TYPE" val="0"/>
  <p:tag name="KSO_WM_SLIDE_INDEX" val="3"/>
  <p:tag name="KSO_WM_TEMPLATE_CATEGORY" val="custom"/>
  <p:tag name="KSO_WM_TEMPLATE_INDEX" val="40495062"/>
  <p:tag name="KSO_WM_SLIDE_LAYOUT" val="a_e"/>
  <p:tag name="KSO_WM_SLIDE_LAYOUT_CNT" val="1_1"/>
</p:tagLst>
</file>

<file path=ppt/tags/tag186.xml><?xml version="1.0" encoding="utf-8"?>
<p:tagLst xmlns:p="http://schemas.openxmlformats.org/presentationml/2006/main">
  <p:tag name="KSO_WM_UNIT_TYPE" val="b"/>
  <p:tag name="KSO_WM_UNIT_INDEX" val="1"/>
  <p:tag name="KSO_WM_BEAUTIFY_FLAG" val="#wm#"/>
  <p:tag name="KSO_WM_TAG_VERSION" val="3.0"/>
</p:tagLst>
</file>

<file path=ppt/tags/tag187.xml><?xml version="1.0" encoding="utf-8"?>
<p:tagLst xmlns:p="http://schemas.openxmlformats.org/presentationml/2006/main">
  <p:tag name="KSO_WM_UNIT_TYPE" val="i"/>
  <p:tag name="KSO_WM_UNIT_INDEX" val="4"/>
  <p:tag name="KSO_WM_BEAUTIFY_FLAG" val="#wm#"/>
  <p:tag name="KSO_WM_TAG_VERSION" val="3.0"/>
</p:tagLst>
</file>

<file path=ppt/tags/tag188.xml><?xml version="1.0" encoding="utf-8"?>
<p:tagLst xmlns:p="http://schemas.openxmlformats.org/presentationml/2006/main">
  <p:tag name="KSO_WM_UNIT_TYPE" val="i"/>
  <p:tag name="KSO_WM_UNIT_INDEX" val="6"/>
  <p:tag name="KSO_WM_BEAUTIFY_FLAG" val="#wm#"/>
  <p:tag name="KSO_WM_TAG_VERSION" val="3.0"/>
</p:tagLst>
</file>

<file path=ppt/tags/tag189.xml><?xml version="1.0" encoding="utf-8"?>
<p:tagLst xmlns:p="http://schemas.openxmlformats.org/presentationml/2006/main">
  <p:tag name="KSO_WM_UNIT_TYPE" val="x"/>
  <p:tag name="KSO_WM_UNIT_INDEX" val="1"/>
  <p:tag name="KSO_WM_BEAUTIFY_FLAG" val="#wm#"/>
  <p:tag name="KSO_WM_TAG_VERSION" val="3.0"/>
</p:tagLst>
</file>

<file path=ppt/tags/tag190.xml><?xml version="1.0" encoding="utf-8"?>
<p:tagLst xmlns:p="http://schemas.openxmlformats.org/presentationml/2006/main">
  <p:tag name="KSO_WM_UNIT_TYPE" val="f"/>
  <p:tag name="KSO_WM_UNIT_INDEX" val="1"/>
  <p:tag name="KSO_WM_BEAUTIFY_FLAG" val="#wm#"/>
  <p:tag name="KSO_WM_TAG_VERSION" val="3.0"/>
</p:tagLst>
</file>

<file path=ppt/tags/tag191.xml><?xml version="1.0" encoding="utf-8"?>
<p:tagLst xmlns:p="http://schemas.openxmlformats.org/presentationml/2006/main">
  <p:tag name="KSO_WM_UNIT_TYPE" val="f"/>
  <p:tag name="KSO_WM_UNIT_INDEX" val="2"/>
  <p:tag name="KSO_WM_BEAUTIFY_FLAG" val="#wm#"/>
  <p:tag name="KSO_WM_TAG_VERSION" val="3.0"/>
</p:tagLst>
</file>

<file path=ppt/tags/tag192.xml><?xml version="1.0" encoding="utf-8"?>
<p:tagLst xmlns:p="http://schemas.openxmlformats.org/presentationml/2006/main">
  <p:tag name="KSO_WM_UNIT_TYPE" val="f"/>
  <p:tag name="KSO_WM_UNIT_INDEX" val="3"/>
  <p:tag name="KSO_WM_BEAUTIFY_FLAG" val="#wm#"/>
  <p:tag name="KSO_WM_TAG_VERSION" val="3.0"/>
</p:tagLst>
</file>

<file path=ppt/tags/tag193.xml><?xml version="1.0" encoding="utf-8"?>
<p:tagLst xmlns:p="http://schemas.openxmlformats.org/presentationml/2006/main">
  <p:tag name="KSO_WM_UNIT_TYPE" val="f"/>
  <p:tag name="KSO_WM_UNIT_INDEX" val="4"/>
  <p:tag name="KSO_WM_BEAUTIFY_FLAG" val="#wm#"/>
  <p:tag name="KSO_WM_TAG_VERSION" val="3.0"/>
</p:tagLst>
</file>

<file path=ppt/tags/tag194.xml><?xml version="1.0" encoding="utf-8"?>
<p:tagLst xmlns:p="http://schemas.openxmlformats.org/presentationml/2006/main">
  <p:tag name="KSO_WM_UNIT_TYPE" val="f"/>
  <p:tag name="KSO_WM_UNIT_INDEX" val="5"/>
  <p:tag name="KSO_WM_BEAUTIFY_FLAG" val="#wm#"/>
  <p:tag name="KSO_WM_TAG_VERSION" val="3.0"/>
</p:tagLst>
</file>

<file path=ppt/tags/tag195.xml><?xml version="1.0" encoding="utf-8"?>
<p:tagLst xmlns:p="http://schemas.openxmlformats.org/presentationml/2006/main">
  <p:tag name="KSO_WM_UNIT_TYPE" val="f"/>
  <p:tag name="KSO_WM_UNIT_INDEX" val="6"/>
  <p:tag name="KSO_WM_BEAUTIFY_FLAG" val="#wm#"/>
  <p:tag name="KSO_WM_TAG_VERSION" val="3.0"/>
</p:tagLst>
</file>

<file path=ppt/tags/tag196.xml><?xml version="1.0" encoding="utf-8"?>
<p:tagLst xmlns:p="http://schemas.openxmlformats.org/presentationml/2006/main">
  <p:tag name="KSO_WM_UNIT_TYPE" val="i"/>
  <p:tag name="KSO_WM_UNIT_INDEX" val="8"/>
  <p:tag name="KSO_WM_BEAUTIFY_FLAG" val="#wm#"/>
  <p:tag name="KSO_WM_TAG_VERSION" val="3.0"/>
</p:tagLst>
</file>

<file path=ppt/tags/tag197.xml><?xml version="1.0" encoding="utf-8"?>
<p:tagLst xmlns:p="http://schemas.openxmlformats.org/presentationml/2006/main">
  <p:tag name="KSO_WM_UNIT_TYPE" val="i"/>
  <p:tag name="KSO_WM_UNIT_INDEX" val="10"/>
  <p:tag name="KSO_WM_BEAUTIFY_FLAG" val="#wm#"/>
  <p:tag name="KSO_WM_TAG_VERSION" val="3.0"/>
</p:tagLst>
</file>

<file path=ppt/tags/tag198.xml><?xml version="1.0" encoding="utf-8"?>
<p:tagLst xmlns:p="http://schemas.openxmlformats.org/presentationml/2006/main">
  <p:tag name="KSO_WM_UNIT_TYPE" val="x"/>
  <p:tag name="KSO_WM_UNIT_INDEX" val="2"/>
  <p:tag name="KSO_WM_BEAUTIFY_FLAG" val="#wm#"/>
  <p:tag name="KSO_WM_TAG_VERSION" val="3.0"/>
</p:tagLst>
</file>

<file path=ppt/tags/tag199.xml><?xml version="1.0" encoding="utf-8"?>
<p:tagLst xmlns:p="http://schemas.openxmlformats.org/presentationml/2006/main">
  <p:tag name="KSO_WM_UNIT_TYPE" val="f"/>
  <p:tag name="KSO_WM_UNIT_INDEX" val="7"/>
  <p:tag name="KSO_WM_BEAUTIFY_FLAG" val="#wm#"/>
  <p:tag name="KSO_WM_TAG_VERSION" val="3.0"/>
</p:tagLst>
</file>

<file path=ppt/tags/tag200.xml><?xml version="1.0" encoding="utf-8"?>
<p:tagLst xmlns:p="http://schemas.openxmlformats.org/presentationml/2006/main">
  <p:tag name="KSO_WM_UNIT_TYPE" val="f"/>
  <p:tag name="KSO_WM_UNIT_INDEX" val="8"/>
  <p:tag name="KSO_WM_BEAUTIFY_FLAG" val="#wm#"/>
  <p:tag name="KSO_WM_TAG_VERSION" val="3.0"/>
</p:tagLst>
</file>

<file path=ppt/tags/tag201.xml><?xml version="1.0" encoding="utf-8"?>
<p:tagLst xmlns:p="http://schemas.openxmlformats.org/presentationml/2006/main">
  <p:tag name="KSO_WM_UNIT_TYPE" val="i"/>
  <p:tag name="KSO_WM_UNIT_INDEX" val="12"/>
  <p:tag name="KSO_WM_BEAUTIFY_FLAG" val="#wm#"/>
  <p:tag name="KSO_WM_TAG_VERSION" val="3.0"/>
</p:tagLst>
</file>

<file path=ppt/tags/tag202.xml><?xml version="1.0" encoding="utf-8"?>
<p:tagLst xmlns:p="http://schemas.openxmlformats.org/presentationml/2006/main">
  <p:tag name="KSO_WM_UNIT_TYPE" val="x"/>
  <p:tag name="KSO_WM_UNIT_INDEX" val="3"/>
  <p:tag name="KSO_WM_BEAUTIFY_FLAG" val="#wm#"/>
  <p:tag name="KSO_WM_TAG_VERSION" val="3.0"/>
</p:tagLst>
</file>

<file path=ppt/tags/tag203.xml><?xml version="1.0" encoding="utf-8"?>
<p:tagLst xmlns:p="http://schemas.openxmlformats.org/presentationml/2006/main">
  <p:tag name="KSO_WM_UNIT_TYPE" val="f"/>
  <p:tag name="KSO_WM_UNIT_INDEX" val="9"/>
  <p:tag name="KSO_WM_BEAUTIFY_FLAG" val="#wm#"/>
  <p:tag name="KSO_WM_TAG_VERSION" val="3.0"/>
</p:tagLst>
</file>

<file path=ppt/tags/tag204.xml><?xml version="1.0" encoding="utf-8"?>
<p:tagLst xmlns:p="http://schemas.openxmlformats.org/presentationml/2006/main">
  <p:tag name="KSO_WM_UNIT_TYPE" val="i"/>
  <p:tag name="KSO_WM_UNIT_INDEX" val="14"/>
  <p:tag name="KSO_WM_BEAUTIFY_FLAG" val="#wm#"/>
  <p:tag name="KSO_WM_TAG_VERSION" val="3.0"/>
</p:tagLst>
</file>

<file path=ppt/tags/tag205.xml><?xml version="1.0" encoding="utf-8"?>
<p:tagLst xmlns:p="http://schemas.openxmlformats.org/presentationml/2006/main">
  <p:tag name="KSO_WM_UNIT_TYPE" val="x"/>
  <p:tag name="KSO_WM_UNIT_INDEX" val="4"/>
  <p:tag name="KSO_WM_BEAUTIFY_FLAG" val="#wm#"/>
  <p:tag name="KSO_WM_TAG_VERSION" val="3.0"/>
</p:tagLst>
</file>

<file path=ppt/tags/tag206.xml><?xml version="1.0" encoding="utf-8"?>
<p:tagLst xmlns:p="http://schemas.openxmlformats.org/presentationml/2006/main">
  <p:tag name="KSO_WM_UNIT_TYPE" val="f"/>
  <p:tag name="KSO_WM_UNIT_INDEX" val="10"/>
  <p:tag name="KSO_WM_BEAUTIFY_FLAG" val="#wm#"/>
  <p:tag name="KSO_WM_TAG_VERSION" val="3.0"/>
</p:tagLst>
</file>

<file path=ppt/tags/tag207.xml><?xml version="1.0" encoding="utf-8"?>
<p:tagLst xmlns:p="http://schemas.openxmlformats.org/presentationml/2006/main">
  <p:tag name="KSO_WM_UNIT_TYPE" val="i"/>
  <p:tag name="KSO_WM_UNIT_INDEX" val="16"/>
  <p:tag name="KSO_WM_BEAUTIFY_FLAG" val="#wm#"/>
  <p:tag name="KSO_WM_TAG_VERSION" val="3.0"/>
</p:tagLst>
</file>

<file path=ppt/tags/tag208.xml><?xml version="1.0" encoding="utf-8"?>
<p:tagLst xmlns:p="http://schemas.openxmlformats.org/presentationml/2006/main">
  <p:tag name="KSO_WM_UNIT_TYPE" val="x"/>
  <p:tag name="KSO_WM_UNIT_INDEX" val="5"/>
  <p:tag name="KSO_WM_BEAUTIFY_FLAG" val="#wm#"/>
  <p:tag name="KSO_WM_TAG_VERSION" val="3.0"/>
</p:tagLst>
</file>

<file path=ppt/tags/tag209.xml><?xml version="1.0" encoding="utf-8"?>
<p:tagLst xmlns:p="http://schemas.openxmlformats.org/presentationml/2006/main">
  <p:tag name="KSO_WM_UNIT_TYPE" val="f"/>
  <p:tag name="KSO_WM_UNIT_INDEX" val="11"/>
  <p:tag name="KSO_WM_BEAUTIFY_FLAG" val="#wm#"/>
  <p:tag name="KSO_WM_TAG_VERSION" val="3.0"/>
</p:tagLst>
</file>

<file path=ppt/tags/tag210.xml><?xml version="1.0" encoding="utf-8"?>
<p:tagLst xmlns:p="http://schemas.openxmlformats.org/presentationml/2006/main">
  <p:tag name="KSO_WM_UNIT_TYPE" val="i"/>
  <p:tag name="KSO_WM_UNIT_INDEX" val="18"/>
  <p:tag name="KSO_WM_BEAUTIFY_FLAG" val="#wm#"/>
  <p:tag name="KSO_WM_TAG_VERSION" val="3.0"/>
</p:tagLst>
</file>

<file path=ppt/tags/tag211.xml><?xml version="1.0" encoding="utf-8"?>
<p:tagLst xmlns:p="http://schemas.openxmlformats.org/presentationml/2006/main">
  <p:tag name="KSO_WM_UNIT_TYPE" val="x"/>
  <p:tag name="KSO_WM_UNIT_INDEX" val="6"/>
  <p:tag name="KSO_WM_BEAUTIFY_FLAG" val="#wm#"/>
  <p:tag name="KSO_WM_TAG_VERSION" val="3.0"/>
</p:tagLst>
</file>

<file path=ppt/tags/tag212.xml><?xml version="1.0" encoding="utf-8"?>
<p:tagLst xmlns:p="http://schemas.openxmlformats.org/presentationml/2006/main">
  <p:tag name="KSO_WM_UNIT_TYPE" val="f"/>
  <p:tag name="KSO_WM_UNIT_INDEX" val="12"/>
  <p:tag name="KSO_WM_BEAUTIFY_FLAG" val="#wm#"/>
  <p:tag name="KSO_WM_TAG_VERSION" val="3.0"/>
</p:tagLst>
</file>

<file path=ppt/tags/tag213.xml><?xml version="1.0" encoding="utf-8"?>
<p:tagLst xmlns:p="http://schemas.openxmlformats.org/presentationml/2006/main">
  <p:tag name="KSO_WM_UNIT_TYPE" val="i"/>
  <p:tag name="KSO_WM_UNIT_INDEX" val="20"/>
  <p:tag name="KSO_WM_BEAUTIFY_FLAG" val="#wm#"/>
  <p:tag name="KSO_WM_TAG_VERSION" val="3.0"/>
</p:tagLst>
</file>

<file path=ppt/tags/tag214.xml><?xml version="1.0" encoding="utf-8"?>
<p:tagLst xmlns:p="http://schemas.openxmlformats.org/presentationml/2006/main">
  <p:tag name="KSO_WM_UNIT_TYPE" val="i"/>
  <p:tag name="KSO_WM_UNIT_INDEX" val="22"/>
  <p:tag name="KSO_WM_BEAUTIFY_FLAG" val="#wm#"/>
  <p:tag name="KSO_WM_TAG_VERSION" val="3.0"/>
</p:tagLst>
</file>

<file path=ppt/tags/tag215.xml><?xml version="1.0" encoding="utf-8"?>
<p:tagLst xmlns:p="http://schemas.openxmlformats.org/presentationml/2006/main">
  <p:tag name="KSO_WM_UNIT_TYPE" val="x"/>
  <p:tag name="KSO_WM_UNIT_INDEX" val="7"/>
  <p:tag name="KSO_WM_BEAUTIFY_FLAG" val="#wm#"/>
  <p:tag name="KSO_WM_TAG_VERSION" val="3.0"/>
</p:tagLst>
</file>

<file path=ppt/tags/tag216.xml><?xml version="1.0" encoding="utf-8"?>
<p:tagLst xmlns:p="http://schemas.openxmlformats.org/presentationml/2006/main">
  <p:tag name="KSO_WM_UNIT_TYPE" val="f"/>
  <p:tag name="KSO_WM_UNIT_INDEX" val="13"/>
  <p:tag name="KSO_WM_BEAUTIFY_FLAG" val="#wm#"/>
  <p:tag name="KSO_WM_TAG_VERSION" val="3.0"/>
</p:tagLst>
</file>

<file path=ppt/tags/tag217.xml><?xml version="1.0" encoding="utf-8"?>
<p:tagLst xmlns:p="http://schemas.openxmlformats.org/presentationml/2006/main">
  <p:tag name="KSO_WM_UNIT_TYPE" val="f"/>
  <p:tag name="KSO_WM_UNIT_INDEX" val="14"/>
  <p:tag name="KSO_WM_BEAUTIFY_FLAG" val="#wm#"/>
  <p:tag name="KSO_WM_TAG_VERSION" val="3.0"/>
</p:tagLst>
</file>

<file path=ppt/tags/tag218.xml><?xml version="1.0" encoding="utf-8"?>
<p:tagLst xmlns:p="http://schemas.openxmlformats.org/presentationml/2006/main">
  <p:tag name="KSO_WM_UNIT_TYPE" val="f"/>
  <p:tag name="KSO_WM_UNIT_INDEX" val="15"/>
  <p:tag name="KSO_WM_BEAUTIFY_FLAG" val="#wm#"/>
  <p:tag name="KSO_WM_TAG_VERSION" val="3.0"/>
</p:tagLst>
</file>

<file path=ppt/tags/tag219.xml><?xml version="1.0" encoding="utf-8"?>
<p:tagLst xmlns:p="http://schemas.openxmlformats.org/presentationml/2006/main">
  <p:tag name="KSO_WM_UNIT_TYPE" val="f"/>
  <p:tag name="KSO_WM_UNIT_INDEX" val="16"/>
  <p:tag name="KSO_WM_BEAUTIFY_FLAG" val="#wm#"/>
  <p:tag name="KSO_WM_TAG_VERSION" val="3.0"/>
</p:tagLst>
</file>

<file path=ppt/tags/tag220.xml><?xml version="1.0" encoding="utf-8"?>
<p:tagLst xmlns:p="http://schemas.openxmlformats.org/presentationml/2006/main">
  <p:tag name="KSO_WM_UNIT_TYPE" val="i"/>
  <p:tag name="KSO_WM_UNIT_INDEX" val="24"/>
  <p:tag name="KSO_WM_BEAUTIFY_FLAG" val="#wm#"/>
  <p:tag name="KSO_WM_TAG_VERSION" val="3.0"/>
</p:tagLst>
</file>

<file path=ppt/tags/tag221.xml><?xml version="1.0" encoding="utf-8"?>
<p:tagLst xmlns:p="http://schemas.openxmlformats.org/presentationml/2006/main">
  <p:tag name="KSO_WM_UNIT_TYPE" val="x"/>
  <p:tag name="KSO_WM_UNIT_INDEX" val="8"/>
  <p:tag name="KSO_WM_BEAUTIFY_FLAG" val="#wm#"/>
  <p:tag name="KSO_WM_TAG_VERSION" val="3.0"/>
</p:tagLst>
</file>

<file path=ppt/tags/tag222.xml><?xml version="1.0" encoding="utf-8"?>
<p:tagLst xmlns:p="http://schemas.openxmlformats.org/presentationml/2006/main">
  <p:tag name="KSO_WM_UNIT_TYPE" val="f"/>
  <p:tag name="KSO_WM_UNIT_INDEX" val="17"/>
  <p:tag name="KSO_WM_BEAUTIFY_FLAG" val="#wm#"/>
  <p:tag name="KSO_WM_TAG_VERSION" val="3.0"/>
</p:tagLst>
</file>

<file path=ppt/tags/tag223.xml><?xml version="1.0" encoding="utf-8"?>
<p:tagLst xmlns:p="http://schemas.openxmlformats.org/presentationml/2006/main">
  <p:tag name="KSO_WM_UNIT_TYPE" val="i"/>
  <p:tag name="KSO_WM_UNIT_INDEX" val="26"/>
  <p:tag name="KSO_WM_BEAUTIFY_FLAG" val="#wm#"/>
  <p:tag name="KSO_WM_TAG_VERSION" val="3.0"/>
</p:tagLst>
</file>

<file path=ppt/tags/tag224.xml><?xml version="1.0" encoding="utf-8"?>
<p:tagLst xmlns:p="http://schemas.openxmlformats.org/presentationml/2006/main">
  <p:tag name="KSO_WM_UNIT_TYPE" val="x"/>
  <p:tag name="KSO_WM_UNIT_INDEX" val="9"/>
  <p:tag name="KSO_WM_BEAUTIFY_FLAG" val="#wm#"/>
  <p:tag name="KSO_WM_TAG_VERSION" val="3.0"/>
</p:tagLst>
</file>

<file path=ppt/tags/tag225.xml><?xml version="1.0" encoding="utf-8"?>
<p:tagLst xmlns:p="http://schemas.openxmlformats.org/presentationml/2006/main">
  <p:tag name="KSO_WM_UNIT_TYPE" val="f"/>
  <p:tag name="KSO_WM_UNIT_INDEX" val="18"/>
  <p:tag name="KSO_WM_BEAUTIFY_FLAG" val="#wm#"/>
  <p:tag name="KSO_WM_TAG_VERSION" val="3.0"/>
</p:tagLst>
</file>

<file path=ppt/tags/tag226.xml><?xml version="1.0" encoding="utf-8"?>
<p:tagLst xmlns:p="http://schemas.openxmlformats.org/presentationml/2006/main">
  <p:tag name="KSO_WM_UNIT_TYPE" val="i"/>
  <p:tag name="KSO_WM_UNIT_INDEX" val="28"/>
  <p:tag name="KSO_WM_BEAUTIFY_FLAG" val="#wm#"/>
  <p:tag name="KSO_WM_TAG_VERSION" val="3.0"/>
</p:tagLst>
</file>

<file path=ppt/tags/tag227.xml><?xml version="1.0" encoding="utf-8"?>
<p:tagLst xmlns:p="http://schemas.openxmlformats.org/presentationml/2006/main">
  <p:tag name="KSO_WM_UNIT_TYPE" val="x"/>
  <p:tag name="KSO_WM_UNIT_INDEX" val="10"/>
  <p:tag name="KSO_WM_BEAUTIFY_FLAG" val="#wm#"/>
  <p:tag name="KSO_WM_TAG_VERSION" val="3.0"/>
</p:tagLst>
</file>

<file path=ppt/tags/tag228.xml><?xml version="1.0" encoding="utf-8"?>
<p:tagLst xmlns:p="http://schemas.openxmlformats.org/presentationml/2006/main">
  <p:tag name="KSO_WM_UNIT_TYPE" val="f"/>
  <p:tag name="KSO_WM_UNIT_INDEX" val="19"/>
  <p:tag name="KSO_WM_BEAUTIFY_FLAG" val="#wm#"/>
  <p:tag name="KSO_WM_TAG_VERSION" val="3.0"/>
</p:tagLst>
</file>

<file path=ppt/tags/tag229.xml><?xml version="1.0" encoding="utf-8"?>
<p:tagLst xmlns:p="http://schemas.openxmlformats.org/presentationml/2006/main">
  <p:tag name="KSO_WM_UNIT_TYPE" val="b"/>
  <p:tag name="KSO_WM_UNIT_INDEX" val="1"/>
  <p:tag name="KSO_WM_BEAUTIFY_FLAG" val="#wm#"/>
  <p:tag name="KSO_WM_TAG_VERSION" val="3.0"/>
</p:tagLst>
</file>

<file path=ppt/tags/tag230.xml><?xml version="1.0" encoding="utf-8"?>
<p:tagLst xmlns:p="http://schemas.openxmlformats.org/presentationml/2006/main">
  <p:tag name="KSO_WM_UNIT_TYPE" val="f"/>
  <p:tag name="KSO_WM_UNIT_INDEX" val="1"/>
  <p:tag name="KSO_WM_BEAUTIFY_FLAG" val="#wm#"/>
  <p:tag name="KSO_WM_TAG_VERSION" val="3.0"/>
</p:tagLst>
</file>

<file path=ppt/tags/tag231.xml><?xml version="1.0" encoding="utf-8"?>
<p:tagLst xmlns:p="http://schemas.openxmlformats.org/presentationml/2006/main">
  <p:tag name="KSO_WM_UNIT_TYPE" val="i"/>
  <p:tag name="KSO_WM_UNIT_INDEX" val="4"/>
  <p:tag name="KSO_WM_BEAUTIFY_FLAG" val="#wm#"/>
  <p:tag name="KSO_WM_TAG_VERSION" val="3.0"/>
</p:tagLst>
</file>

<file path=ppt/tags/tag232.xml><?xml version="1.0" encoding="utf-8"?>
<p:tagLst xmlns:p="http://schemas.openxmlformats.org/presentationml/2006/main">
  <p:tag name="KSO_WM_UNIT_TYPE" val="x"/>
  <p:tag name="KSO_WM_UNIT_INDEX" val="1"/>
  <p:tag name="KSO_WM_BEAUTIFY_FLAG" val="#wm#"/>
  <p:tag name="KSO_WM_TAG_VERSION" val="3.0"/>
</p:tagLst>
</file>

<file path=ppt/tags/tag233.xml><?xml version="1.0" encoding="utf-8"?>
<p:tagLst xmlns:p="http://schemas.openxmlformats.org/presentationml/2006/main">
  <p:tag name="KSO_WM_UNIT_TYPE" val="f"/>
  <p:tag name="KSO_WM_UNIT_INDEX" val="2"/>
  <p:tag name="KSO_WM_BEAUTIFY_FLAG" val="#wm#"/>
  <p:tag name="KSO_WM_TAG_VERSION" val="3.0"/>
</p:tagLst>
</file>

<file path=ppt/tags/tag234.xml><?xml version="1.0" encoding="utf-8"?>
<p:tagLst xmlns:p="http://schemas.openxmlformats.org/presentationml/2006/main">
  <p:tag name="KSO_WM_UNIT_TYPE" val="i"/>
  <p:tag name="KSO_WM_UNIT_INDEX" val="6"/>
  <p:tag name="KSO_WM_BEAUTIFY_FLAG" val="#wm#"/>
  <p:tag name="KSO_WM_TAG_VERSION" val="3.0"/>
</p:tagLst>
</file>

<file path=ppt/tags/tag235.xml><?xml version="1.0" encoding="utf-8"?>
<p:tagLst xmlns:p="http://schemas.openxmlformats.org/presentationml/2006/main">
  <p:tag name="KSO_WM_UNIT_TYPE" val="x"/>
  <p:tag name="KSO_WM_UNIT_INDEX" val="2"/>
  <p:tag name="KSO_WM_BEAUTIFY_FLAG" val="#wm#"/>
  <p:tag name="KSO_WM_TAG_VERSION" val="3.0"/>
</p:tagLst>
</file>

<file path=ppt/tags/tag236.xml><?xml version="1.0" encoding="utf-8"?>
<p:tagLst xmlns:p="http://schemas.openxmlformats.org/presentationml/2006/main">
  <p:tag name="KSO_WM_UNIT_TYPE" val="f"/>
  <p:tag name="KSO_WM_UNIT_INDEX" val="3"/>
  <p:tag name="KSO_WM_BEAUTIFY_FLAG" val="#wm#"/>
  <p:tag name="KSO_WM_TAG_VERSION" val="3.0"/>
</p:tagLst>
</file>

<file path=ppt/tags/tag237.xml><?xml version="1.0" encoding="utf-8"?>
<p:tagLst xmlns:p="http://schemas.openxmlformats.org/presentationml/2006/main">
  <p:tag name="KSO_WM_UNIT_TYPE" val="f"/>
  <p:tag name="KSO_WM_UNIT_INDEX" val="4"/>
  <p:tag name="KSO_WM_BEAUTIFY_FLAG" val="#wm#"/>
  <p:tag name="KSO_WM_TAG_VERSION" val="3.0"/>
</p:tagLst>
</file>

<file path=ppt/tags/tag238.xml><?xml version="1.0" encoding="utf-8"?>
<p:tagLst xmlns:p="http://schemas.openxmlformats.org/presentationml/2006/main">
  <p:tag name="KSO_WM_UNIT_TYPE" val="i"/>
  <p:tag name="KSO_WM_UNIT_INDEX" val="8"/>
  <p:tag name="KSO_WM_BEAUTIFY_FLAG" val="#wm#"/>
  <p:tag name="KSO_WM_TAG_VERSION" val="3.0"/>
</p:tagLst>
</file>

<file path=ppt/tags/tag239.xml><?xml version="1.0" encoding="utf-8"?>
<p:tagLst xmlns:p="http://schemas.openxmlformats.org/presentationml/2006/main">
  <p:tag name="KSO_WM_UNIT_TYPE" val="x"/>
  <p:tag name="KSO_WM_UNIT_INDEX" val="3"/>
  <p:tag name="KSO_WM_BEAUTIFY_FLAG" val="#wm#"/>
  <p:tag name="KSO_WM_TAG_VERSION" val="3.0"/>
</p:tagLst>
</file>

<file path=ppt/tags/tag240.xml><?xml version="1.0" encoding="utf-8"?>
<p:tagLst xmlns:p="http://schemas.openxmlformats.org/presentationml/2006/main">
  <p:tag name="KSO_WM_UNIT_TYPE" val="f"/>
  <p:tag name="KSO_WM_UNIT_INDEX" val="5"/>
  <p:tag name="KSO_WM_BEAUTIFY_FLAG" val="#wm#"/>
  <p:tag name="KSO_WM_TAG_VERSION" val="3.0"/>
</p:tagLst>
</file>

<file path=ppt/tags/tag241.xml><?xml version="1.0" encoding="utf-8"?>
<p:tagLst xmlns:p="http://schemas.openxmlformats.org/presentationml/2006/main">
  <p:tag name="KSO_WM_UNIT_TYPE" val="i"/>
  <p:tag name="KSO_WM_UNIT_INDEX" val="10"/>
  <p:tag name="KSO_WM_BEAUTIFY_FLAG" val="#wm#"/>
  <p:tag name="KSO_WM_TAG_VERSION" val="3.0"/>
</p:tagLst>
</file>

<file path=ppt/tags/tag242.xml><?xml version="1.0" encoding="utf-8"?>
<p:tagLst xmlns:p="http://schemas.openxmlformats.org/presentationml/2006/main">
  <p:tag name="KSO_WM_UNIT_TYPE" val="x"/>
  <p:tag name="KSO_WM_UNIT_INDEX" val="4"/>
  <p:tag name="KSO_WM_BEAUTIFY_FLAG" val="#wm#"/>
  <p:tag name="KSO_WM_TAG_VERSION" val="3.0"/>
</p:tagLst>
</file>

<file path=ppt/tags/tag243.xml><?xml version="1.0" encoding="utf-8"?>
<p:tagLst xmlns:p="http://schemas.openxmlformats.org/presentationml/2006/main">
  <p:tag name="KSO_WM_UNIT_TYPE" val="f"/>
  <p:tag name="KSO_WM_UNIT_INDEX" val="6"/>
  <p:tag name="KSO_WM_BEAUTIFY_FLAG" val="#wm#"/>
  <p:tag name="KSO_WM_TAG_VERSION" val="3.0"/>
</p:tagLst>
</file>

<file path=ppt/tags/tag244.xml><?xml version="1.0" encoding="utf-8"?>
<p:tagLst xmlns:p="http://schemas.openxmlformats.org/presentationml/2006/main">
  <p:tag name="KSO_WM_UNIT_TYPE" val="f"/>
  <p:tag name="KSO_WM_UNIT_INDEX" val="7"/>
  <p:tag name="KSO_WM_BEAUTIFY_FLAG" val="#wm#"/>
  <p:tag name="KSO_WM_TAG_VERSION" val="3.0"/>
</p:tagLst>
</file>

<file path=ppt/tags/tag245.xml><?xml version="1.0" encoding="utf-8"?>
<p:tagLst xmlns:p="http://schemas.openxmlformats.org/presentationml/2006/main">
  <p:tag name="KSO_WM_UNIT_TYPE" val="i"/>
  <p:tag name="KSO_WM_UNIT_INDEX" val="12"/>
  <p:tag name="KSO_WM_BEAUTIFY_FLAG" val="#wm#"/>
  <p:tag name="KSO_WM_TAG_VERSION" val="3.0"/>
</p:tagLst>
</file>

<file path=ppt/tags/tag246.xml><?xml version="1.0" encoding="utf-8"?>
<p:tagLst xmlns:p="http://schemas.openxmlformats.org/presentationml/2006/main">
  <p:tag name="KSO_WM_UNIT_TYPE" val="x"/>
  <p:tag name="KSO_WM_UNIT_INDEX" val="5"/>
  <p:tag name="KSO_WM_BEAUTIFY_FLAG" val="#wm#"/>
  <p:tag name="KSO_WM_TAG_VERSION" val="3.0"/>
</p:tagLst>
</file>

<file path=ppt/tags/tag247.xml><?xml version="1.0" encoding="utf-8"?>
<p:tagLst xmlns:p="http://schemas.openxmlformats.org/presentationml/2006/main">
  <p:tag name="KSO_WM_UNIT_TYPE" val="f"/>
  <p:tag name="KSO_WM_UNIT_INDEX" val="8"/>
  <p:tag name="KSO_WM_BEAUTIFY_FLAG" val="#wm#"/>
  <p:tag name="KSO_WM_TAG_VERSION" val="3.0"/>
</p:tagLst>
</file>

<file path=ppt/tags/tag248.xml><?xml version="1.0" encoding="utf-8"?>
<p:tagLst xmlns:p="http://schemas.openxmlformats.org/presentationml/2006/main">
  <p:tag name="KSO_WM_UNIT_TYPE" val="i"/>
  <p:tag name="KSO_WM_UNIT_INDEX" val="14"/>
  <p:tag name="KSO_WM_BEAUTIFY_FLAG" val="#wm#"/>
  <p:tag name="KSO_WM_TAG_VERSION" val="3.0"/>
</p:tagLst>
</file>

<file path=ppt/tags/tag249.xml><?xml version="1.0" encoding="utf-8"?>
<p:tagLst xmlns:p="http://schemas.openxmlformats.org/presentationml/2006/main">
  <p:tag name="KSO_WM_UNIT_TYPE" val="x"/>
  <p:tag name="KSO_WM_UNIT_INDEX" val="6"/>
  <p:tag name="KSO_WM_BEAUTIFY_FLAG" val="#wm#"/>
  <p:tag name="KSO_WM_TAG_VERSION" val="3.0"/>
</p:tagLst>
</file>

<file path=ppt/tags/tag250.xml><?xml version="1.0" encoding="utf-8"?>
<p:tagLst xmlns:p="http://schemas.openxmlformats.org/presentationml/2006/main">
  <p:tag name="KSO_WM_UNIT_TYPE" val="f"/>
  <p:tag name="KSO_WM_UNIT_INDEX" val="9"/>
  <p:tag name="KSO_WM_BEAUTIFY_FLAG" val="#wm#"/>
  <p:tag name="KSO_WM_TAG_VERSION" val="3.0"/>
</p:tagLst>
</file>

<file path=ppt/tags/tag251.xml><?xml version="1.0" encoding="utf-8"?>
<p:tagLst xmlns:p="http://schemas.openxmlformats.org/presentationml/2006/main">
  <p:tag name="KSO_WM_UNIT_TYPE" val="i"/>
  <p:tag name="KSO_WM_UNIT_INDEX" val="16"/>
  <p:tag name="KSO_WM_BEAUTIFY_FLAG" val="#wm#"/>
  <p:tag name="KSO_WM_TAG_VERSION" val="3.0"/>
</p:tagLst>
</file>

<file path=ppt/tags/tag252.xml><?xml version="1.0" encoding="utf-8"?>
<p:tagLst xmlns:p="http://schemas.openxmlformats.org/presentationml/2006/main">
  <p:tag name="KSO_WM_UNIT_TYPE" val="x"/>
  <p:tag name="KSO_WM_UNIT_INDEX" val="7"/>
  <p:tag name="KSO_WM_BEAUTIFY_FLAG" val="#wm#"/>
  <p:tag name="KSO_WM_TAG_VERSION" val="3.0"/>
</p:tagLst>
</file>

<file path=ppt/tags/tag253.xml><?xml version="1.0" encoding="utf-8"?>
<p:tagLst xmlns:p="http://schemas.openxmlformats.org/presentationml/2006/main">
  <p:tag name="KSO_WM_UNIT_TYPE" val="f"/>
  <p:tag name="KSO_WM_UNIT_INDEX" val="10"/>
  <p:tag name="KSO_WM_BEAUTIFY_FLAG" val="#wm#"/>
  <p:tag name="KSO_WM_TAG_VERSION" val="3.0"/>
</p:tagLst>
</file>

<file path=ppt/tags/tag254.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b82659b96210c1a209ec02ca09f00b4672e01686"/>
  <p:tag name="KSO_WM_NEWLAYOUT_ID" val="1464"/>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custom40495062_3*a*1"/>
  <p:tag name="KSO_WM_TEMPLATE_CATEGORY" val="custom"/>
  <p:tag name="KSO_WM_TEMPLATE_INDEX" val="40495062"/>
  <p:tag name="KSO_WM_UNIT_LAYERLEVEL" val="1"/>
  <p:tag name="KSO_WM_TAG_VERSION" val="3.0"/>
</p:tagLst>
</file>

<file path=ppt/tags/tag255.xml><?xml version="1.0" encoding="utf-8"?>
<p:tagLst xmlns:p="http://schemas.openxmlformats.org/presentationml/2006/main">
  <p:tag name="KSO_WM_UNIT_TYPE" val="e"/>
  <p:tag name="KSO_WM_BEAUTIFY_FLAG" val="#wm#"/>
  <p:tag name="KSO_WM_FIGMA_FLAG" val="#fgm#"/>
  <p:tag name="KSO_WM_UNIT_INDEX" val="1"/>
  <p:tag name="KSO_WM_UNIT_PRESET_TEXT" val="01"/>
  <p:tag name="KSO_WM_UNIT_NOCLEAR" val="0"/>
  <p:tag name="KSO_WM_UNIT_HIGHLIGHT" val="0"/>
  <p:tag name="KSO_WM_UNIT_COMPATIBLE" val="1"/>
  <p:tag name="KSO_WM_UNIT_DIAGRAM_ISNUMVISUAL" val="0"/>
  <p:tag name="KSO_WM_UNIT_DIAGRAM_ISREFERUNIT" val="0"/>
  <p:tag name="KSO_WM_UNIT_ID" val="custom40495062_3*e*1"/>
  <p:tag name="KSO_WM_TEMPLATE_CATEGORY" val="custom"/>
  <p:tag name="KSO_WM_TEMPLATE_INDEX" val="40495062"/>
  <p:tag name="KSO_WM_UNIT_LAYERLEVEL" val="1"/>
  <p:tag name="KSO_WM_TAG_VERSION" val="3.0"/>
</p:tagLst>
</file>

<file path=ppt/tags/tag256.xml><?xml version="1.0" encoding="utf-8"?>
<p:tagLst xmlns:p="http://schemas.openxmlformats.org/presentationml/2006/main">
  <p:tag name="KSO_WM_SLIDE_CONTENT_ORIENTATION" val="center"/>
  <p:tag name="KSO_WM_SLIDE_HAS_MASK" val="0"/>
  <p:tag name="KSO_WM_SLIDE_ITEM_CNT" val="0"/>
  <p:tag name="KSO_WM_SLIDE_TYPE" val="sectionTitle"/>
  <p:tag name="KSO_WM_TEMPLATE_SUBCATEGORY" val="29"/>
  <p:tag name="KSO_WM_BEAUTIFY_FLAG" val="#wm#"/>
  <p:tag name="KSO_WM_TEMPLATE_SLIDE_ID" val="slide_8d1615941f9e1a55"/>
  <p:tag name="KSO_WM_TAG_VERSION" val="3.0"/>
  <p:tag name="KSO_WM_SLIDE_ID" val="custom40495062_3"/>
  <p:tag name="KSO_WM_TEMPLATE_MASTER_TYPE" val="0"/>
  <p:tag name="KSO_WM_TEMPLATE_COLOR_TYPE" val="0"/>
  <p:tag name="KSO_WM_SLIDE_INDEX" val="3"/>
  <p:tag name="KSO_WM_TEMPLATE_CATEGORY" val="custom"/>
  <p:tag name="KSO_WM_TEMPLATE_INDEX" val="40495062"/>
  <p:tag name="KSO_WM_SLIDE_LAYOUT" val="a_e"/>
  <p:tag name="KSO_WM_SLIDE_LAYOUT_CNT" val="1_1"/>
</p:tagLst>
</file>

<file path=ppt/tags/tag257.xml><?xml version="1.0" encoding="utf-8"?>
<p:tagLst xmlns:p="http://schemas.openxmlformats.org/presentationml/2006/main">
  <p:tag name="KSO_WM_UNIT_TYPE" val="b"/>
  <p:tag name="KSO_WM_UNIT_INDEX" val="1"/>
  <p:tag name="KSO_WM_BEAUTIFY_FLAG" val="#wm#"/>
  <p:tag name="KSO_WM_TAG_VERSION" val="3.0"/>
</p:tagLst>
</file>

<file path=ppt/tags/tag258.xml><?xml version="1.0" encoding="utf-8"?>
<p:tagLst xmlns:p="http://schemas.openxmlformats.org/presentationml/2006/main">
  <p:tag name="KSO_WM_UNIT_TYPE" val="b"/>
  <p:tag name="KSO_WM_UNIT_INDEX" val="1"/>
  <p:tag name="KSO_WM_BEAUTIFY_FLAG" val="#wm#"/>
  <p:tag name="KSO_WM_TAG_VERSION" val="3.0"/>
</p:tagLst>
</file>

<file path=ppt/tags/tag259.xml><?xml version="1.0" encoding="utf-8"?>
<p:tagLst xmlns:p="http://schemas.openxmlformats.org/presentationml/2006/main">
  <p:tag name="KSO_WM_UNIT_TYPE" val="i"/>
  <p:tag name="KSO_WM_UNIT_INDEX" val="4"/>
  <p:tag name="KSO_WM_BEAUTIFY_FLAG" val="#wm#"/>
  <p:tag name="KSO_WM_TAG_VERSION" val="3.0"/>
</p:tagLst>
</file>

<file path=ppt/tags/tag260.xml><?xml version="1.0" encoding="utf-8"?>
<p:tagLst xmlns:p="http://schemas.openxmlformats.org/presentationml/2006/main">
  <p:tag name="KSO_WM_UNIT_TYPE" val="f"/>
  <p:tag name="KSO_WM_UNIT_INDEX" val="1"/>
  <p:tag name="KSO_WM_BEAUTIFY_FLAG" val="#wm#"/>
  <p:tag name="KSO_WM_TAG_VERSION" val="3.0"/>
</p:tagLst>
</file>

<file path=ppt/tags/tag261.xml><?xml version="1.0" encoding="utf-8"?>
<p:tagLst xmlns:p="http://schemas.openxmlformats.org/presentationml/2006/main">
  <p:tag name="KSO_WM_UNIT_TYPE" val="i"/>
  <p:tag name="KSO_WM_UNIT_INDEX" val="6"/>
  <p:tag name="KSO_WM_BEAUTIFY_FLAG" val="#wm#"/>
  <p:tag name="KSO_WM_TAG_VERSION" val="3.0"/>
</p:tagLst>
</file>

<file path=ppt/tags/tag262.xml><?xml version="1.0" encoding="utf-8"?>
<p:tagLst xmlns:p="http://schemas.openxmlformats.org/presentationml/2006/main">
  <p:tag name="KSO_WM_UNIT_TYPE" val="i"/>
  <p:tag name="KSO_WM_UNIT_INDEX" val="8"/>
  <p:tag name="KSO_WM_BEAUTIFY_FLAG" val="#wm#"/>
  <p:tag name="KSO_WM_TAG_VERSION" val="3.0"/>
</p:tagLst>
</file>

<file path=ppt/tags/tag263.xml><?xml version="1.0" encoding="utf-8"?>
<p:tagLst xmlns:p="http://schemas.openxmlformats.org/presentationml/2006/main">
  <p:tag name="KSO_WM_UNIT_TYPE" val="x"/>
  <p:tag name="KSO_WM_UNIT_INDEX" val="1"/>
  <p:tag name="KSO_WM_BEAUTIFY_FLAG" val="#wm#"/>
  <p:tag name="KSO_WM_TAG_VERSION" val="3.0"/>
</p:tagLst>
</file>

<file path=ppt/tags/tag264.xml><?xml version="1.0" encoding="utf-8"?>
<p:tagLst xmlns:p="http://schemas.openxmlformats.org/presentationml/2006/main">
  <p:tag name="KSO_WM_UNIT_TYPE" val="f"/>
  <p:tag name="KSO_WM_UNIT_INDEX" val="2"/>
  <p:tag name="KSO_WM_BEAUTIFY_FLAG" val="#wm#"/>
  <p:tag name="KSO_WM_TAG_VERSION" val="3.0"/>
</p:tagLst>
</file>

<file path=ppt/tags/tag265.xml><?xml version="1.0" encoding="utf-8"?>
<p:tagLst xmlns:p="http://schemas.openxmlformats.org/presentationml/2006/main">
  <p:tag name="KSO_WM_UNIT_TYPE" val="i"/>
  <p:tag name="KSO_WM_UNIT_INDEX" val="10"/>
  <p:tag name="KSO_WM_BEAUTIFY_FLAG" val="#wm#"/>
  <p:tag name="KSO_WM_TAG_VERSION" val="3.0"/>
</p:tagLst>
</file>

<file path=ppt/tags/tag266.xml><?xml version="1.0" encoding="utf-8"?>
<p:tagLst xmlns:p="http://schemas.openxmlformats.org/presentationml/2006/main">
  <p:tag name="KSO_WM_UNIT_TYPE" val="i"/>
  <p:tag name="KSO_WM_UNIT_INDEX" val="12"/>
  <p:tag name="KSO_WM_BEAUTIFY_FLAG" val="#wm#"/>
  <p:tag name="KSO_WM_TAG_VERSION" val="3.0"/>
</p:tagLst>
</file>

<file path=ppt/tags/tag267.xml><?xml version="1.0" encoding="utf-8"?>
<p:tagLst xmlns:p="http://schemas.openxmlformats.org/presentationml/2006/main">
  <p:tag name="KSO_WM_UNIT_TYPE" val="x"/>
  <p:tag name="KSO_WM_UNIT_INDEX" val="2"/>
  <p:tag name="KSO_WM_BEAUTIFY_FLAG" val="#wm#"/>
  <p:tag name="KSO_WM_TAG_VERSION" val="3.0"/>
</p:tagLst>
</file>

<file path=ppt/tags/tag268.xml><?xml version="1.0" encoding="utf-8"?>
<p:tagLst xmlns:p="http://schemas.openxmlformats.org/presentationml/2006/main">
  <p:tag name="KSO_WM_UNIT_TYPE" val="f"/>
  <p:tag name="KSO_WM_UNIT_INDEX" val="3"/>
  <p:tag name="KSO_WM_BEAUTIFY_FLAG" val="#wm#"/>
  <p:tag name="KSO_WM_TAG_VERSION" val="3.0"/>
</p:tagLst>
</file>

<file path=ppt/tags/tag269.xml><?xml version="1.0" encoding="utf-8"?>
<p:tagLst xmlns:p="http://schemas.openxmlformats.org/presentationml/2006/main">
  <p:tag name="KSO_WM_UNIT_TYPE" val="i"/>
  <p:tag name="KSO_WM_UNIT_INDEX" val="14"/>
  <p:tag name="KSO_WM_BEAUTIFY_FLAG" val="#wm#"/>
  <p:tag name="KSO_WM_TAG_VERSION" val="3.0"/>
</p:tagLst>
</file>

<file path=ppt/tags/tag270.xml><?xml version="1.0" encoding="utf-8"?>
<p:tagLst xmlns:p="http://schemas.openxmlformats.org/presentationml/2006/main">
  <p:tag name="KSO_WM_UNIT_TYPE" val="f"/>
  <p:tag name="KSO_WM_UNIT_INDEX" val="4"/>
  <p:tag name="KSO_WM_BEAUTIFY_FLAG" val="#wm#"/>
  <p:tag name="KSO_WM_TAG_VERSION" val="3.0"/>
</p:tagLst>
</file>

<file path=ppt/tags/tag271.xml><?xml version="1.0" encoding="utf-8"?>
<p:tagLst xmlns:p="http://schemas.openxmlformats.org/presentationml/2006/main">
  <p:tag name="KSO_WM_UNIT_TYPE" val="i"/>
  <p:tag name="KSO_WM_UNIT_INDEX" val="16"/>
  <p:tag name="KSO_WM_BEAUTIFY_FLAG" val="#wm#"/>
  <p:tag name="KSO_WM_TAG_VERSION" val="3.0"/>
</p:tagLst>
</file>

<file path=ppt/tags/tag272.xml><?xml version="1.0" encoding="utf-8"?>
<p:tagLst xmlns:p="http://schemas.openxmlformats.org/presentationml/2006/main">
  <p:tag name="KSO_WM_UNIT_TYPE" val="i"/>
  <p:tag name="KSO_WM_UNIT_INDEX" val="18"/>
  <p:tag name="KSO_WM_BEAUTIFY_FLAG" val="#wm#"/>
  <p:tag name="KSO_WM_TAG_VERSION" val="3.0"/>
</p:tagLst>
</file>

<file path=ppt/tags/tag273.xml><?xml version="1.0" encoding="utf-8"?>
<p:tagLst xmlns:p="http://schemas.openxmlformats.org/presentationml/2006/main">
  <p:tag name="KSO_WM_UNIT_TYPE" val="x"/>
  <p:tag name="KSO_WM_UNIT_INDEX" val="3"/>
  <p:tag name="KSO_WM_BEAUTIFY_FLAG" val="#wm#"/>
  <p:tag name="KSO_WM_TAG_VERSION" val="3.0"/>
</p:tagLst>
</file>

<file path=ppt/tags/tag274.xml><?xml version="1.0" encoding="utf-8"?>
<p:tagLst xmlns:p="http://schemas.openxmlformats.org/presentationml/2006/main">
  <p:tag name="KSO_WM_UNIT_TYPE" val="f"/>
  <p:tag name="KSO_WM_UNIT_INDEX" val="5"/>
  <p:tag name="KSO_WM_BEAUTIFY_FLAG" val="#wm#"/>
  <p:tag name="KSO_WM_TAG_VERSION" val="3.0"/>
</p:tagLst>
</file>

<file path=ppt/tags/tag275.xml><?xml version="1.0" encoding="utf-8"?>
<p:tagLst xmlns:p="http://schemas.openxmlformats.org/presentationml/2006/main">
  <p:tag name="KSO_WM_UNIT_TYPE" val="i"/>
  <p:tag name="KSO_WM_UNIT_INDEX" val="20"/>
  <p:tag name="KSO_WM_BEAUTIFY_FLAG" val="#wm#"/>
  <p:tag name="KSO_WM_TAG_VERSION" val="3.0"/>
</p:tagLst>
</file>

<file path=ppt/tags/tag276.xml><?xml version="1.0" encoding="utf-8"?>
<p:tagLst xmlns:p="http://schemas.openxmlformats.org/presentationml/2006/main">
  <p:tag name="KSO_WM_UNIT_TYPE" val="i"/>
  <p:tag name="KSO_WM_UNIT_INDEX" val="22"/>
  <p:tag name="KSO_WM_BEAUTIFY_FLAG" val="#wm#"/>
  <p:tag name="KSO_WM_TAG_VERSION" val="3.0"/>
</p:tagLst>
</file>

<file path=ppt/tags/tag277.xml><?xml version="1.0" encoding="utf-8"?>
<p:tagLst xmlns:p="http://schemas.openxmlformats.org/presentationml/2006/main">
  <p:tag name="KSO_WM_UNIT_TYPE" val="x"/>
  <p:tag name="KSO_WM_UNIT_INDEX" val="4"/>
  <p:tag name="KSO_WM_BEAUTIFY_FLAG" val="#wm#"/>
  <p:tag name="KSO_WM_TAG_VERSION" val="3.0"/>
</p:tagLst>
</file>

<file path=ppt/tags/tag278.xml><?xml version="1.0" encoding="utf-8"?>
<p:tagLst xmlns:p="http://schemas.openxmlformats.org/presentationml/2006/main">
  <p:tag name="KSO_WM_UNIT_TYPE" val="f"/>
  <p:tag name="KSO_WM_UNIT_INDEX" val="6"/>
  <p:tag name="KSO_WM_BEAUTIFY_FLAG" val="#wm#"/>
  <p:tag name="KSO_WM_TAG_VERSION" val="3.0"/>
</p:tagLst>
</file>

<file path=ppt/tags/tag279.xml><?xml version="1.0" encoding="utf-8"?>
<p:tagLst xmlns:p="http://schemas.openxmlformats.org/presentationml/2006/main">
  <p:tag name="KSO_WM_UNIT_TYPE" val="i"/>
  <p:tag name="KSO_WM_UNIT_INDEX" val="24"/>
  <p:tag name="KSO_WM_BEAUTIFY_FLAG" val="#wm#"/>
  <p:tag name="KSO_WM_TAG_VERSION" val="3.0"/>
</p:tagLst>
</file>

<file path=ppt/tags/tag280.xml><?xml version="1.0" encoding="utf-8"?>
<p:tagLst xmlns:p="http://schemas.openxmlformats.org/presentationml/2006/main">
  <p:tag name="KSO_WM_UNIT_TYPE" val="i"/>
  <p:tag name="KSO_WM_UNIT_INDEX" val="26"/>
  <p:tag name="KSO_WM_BEAUTIFY_FLAG" val="#wm#"/>
  <p:tag name="KSO_WM_TAG_VERSION" val="3.0"/>
</p:tagLst>
</file>

<file path=ppt/tags/tag281.xml><?xml version="1.0" encoding="utf-8"?>
<p:tagLst xmlns:p="http://schemas.openxmlformats.org/presentationml/2006/main">
  <p:tag name="KSO_WM_UNIT_TYPE" val="x"/>
  <p:tag name="KSO_WM_UNIT_INDEX" val="5"/>
  <p:tag name="KSO_WM_BEAUTIFY_FLAG" val="#wm#"/>
  <p:tag name="KSO_WM_TAG_VERSION" val="3.0"/>
</p:tagLst>
</file>

<file path=ppt/tags/tag282.xml><?xml version="1.0" encoding="utf-8"?>
<p:tagLst xmlns:p="http://schemas.openxmlformats.org/presentationml/2006/main">
  <p:tag name="KSO_WM_UNIT_TYPE" val="f"/>
  <p:tag name="KSO_WM_UNIT_INDEX" val="7"/>
  <p:tag name="KSO_WM_BEAUTIFY_FLAG" val="#wm#"/>
  <p:tag name="KSO_WM_TAG_VERSION" val="3.0"/>
</p:tagLst>
</file>

<file path=ppt/tags/tag283.xml><?xml version="1.0" encoding="utf-8"?>
<p:tagLst xmlns:p="http://schemas.openxmlformats.org/presentationml/2006/main">
  <p:tag name="KSO_WM_UNIT_TYPE" val="i"/>
  <p:tag name="KSO_WM_UNIT_INDEX" val="28"/>
  <p:tag name="KSO_WM_BEAUTIFY_FLAG" val="#wm#"/>
  <p:tag name="KSO_WM_TAG_VERSION" val="3.0"/>
</p:tagLst>
</file>

<file path=ppt/tags/tag284.xml><?xml version="1.0" encoding="utf-8"?>
<p:tagLst xmlns:p="http://schemas.openxmlformats.org/presentationml/2006/main">
  <p:tag name="KSO_WM_UNIT_TYPE" val="f"/>
  <p:tag name="KSO_WM_UNIT_INDEX" val="8"/>
  <p:tag name="KSO_WM_BEAUTIFY_FLAG" val="#wm#"/>
  <p:tag name="KSO_WM_TAG_VERSION" val="3.0"/>
</p:tagLst>
</file>

<file path=ppt/tags/tag285.xml><?xml version="1.0" encoding="utf-8"?>
<p:tagLst xmlns:p="http://schemas.openxmlformats.org/presentationml/2006/main">
  <p:tag name="KSO_WM_UNIT_TYPE" val="i"/>
  <p:tag name="KSO_WM_UNIT_INDEX" val="30"/>
  <p:tag name="KSO_WM_BEAUTIFY_FLAG" val="#wm#"/>
  <p:tag name="KSO_WM_TAG_VERSION" val="3.0"/>
</p:tagLst>
</file>

<file path=ppt/tags/tag286.xml><?xml version="1.0" encoding="utf-8"?>
<p:tagLst xmlns:p="http://schemas.openxmlformats.org/presentationml/2006/main">
  <p:tag name="KSO_WM_UNIT_TYPE" val="i"/>
  <p:tag name="KSO_WM_UNIT_INDEX" val="32"/>
  <p:tag name="KSO_WM_BEAUTIFY_FLAG" val="#wm#"/>
  <p:tag name="KSO_WM_TAG_VERSION" val="3.0"/>
</p:tagLst>
</file>

<file path=ppt/tags/tag287.xml><?xml version="1.0" encoding="utf-8"?>
<p:tagLst xmlns:p="http://schemas.openxmlformats.org/presentationml/2006/main">
  <p:tag name="KSO_WM_UNIT_TYPE" val="x"/>
  <p:tag name="KSO_WM_UNIT_INDEX" val="6"/>
  <p:tag name="KSO_WM_BEAUTIFY_FLAG" val="#wm#"/>
  <p:tag name="KSO_WM_TAG_VERSION" val="3.0"/>
</p:tagLst>
</file>

<file path=ppt/tags/tag288.xml><?xml version="1.0" encoding="utf-8"?>
<p:tagLst xmlns:p="http://schemas.openxmlformats.org/presentationml/2006/main">
  <p:tag name="KSO_WM_UNIT_TYPE" val="f"/>
  <p:tag name="KSO_WM_UNIT_INDEX" val="9"/>
  <p:tag name="KSO_WM_BEAUTIFY_FLAG" val="#wm#"/>
  <p:tag name="KSO_WM_TAG_VERSION" val="3.0"/>
</p:tagLst>
</file>

<file path=ppt/tags/tag289.xml><?xml version="1.0" encoding="utf-8"?>
<p:tagLst xmlns:p="http://schemas.openxmlformats.org/presentationml/2006/main">
  <p:tag name="KSO_WM_UNIT_TYPE" val="i"/>
  <p:tag name="KSO_WM_UNIT_INDEX" val="34"/>
  <p:tag name="KSO_WM_BEAUTIFY_FLAG" val="#wm#"/>
  <p:tag name="KSO_WM_TAG_VERSION" val="3.0"/>
</p:tagLst>
</file>

<file path=ppt/tags/tag290.xml><?xml version="1.0" encoding="utf-8"?>
<p:tagLst xmlns:p="http://schemas.openxmlformats.org/presentationml/2006/main">
  <p:tag name="KSO_WM_UNIT_TYPE" val="i"/>
  <p:tag name="KSO_WM_UNIT_INDEX" val="36"/>
  <p:tag name="KSO_WM_BEAUTIFY_FLAG" val="#wm#"/>
  <p:tag name="KSO_WM_TAG_VERSION" val="3.0"/>
</p:tagLst>
</file>

<file path=ppt/tags/tag291.xml><?xml version="1.0" encoding="utf-8"?>
<p:tagLst xmlns:p="http://schemas.openxmlformats.org/presentationml/2006/main">
  <p:tag name="KSO_WM_UNIT_TYPE" val="x"/>
  <p:tag name="KSO_WM_UNIT_INDEX" val="7"/>
  <p:tag name="KSO_WM_BEAUTIFY_FLAG" val="#wm#"/>
  <p:tag name="KSO_WM_TAG_VERSION" val="3.0"/>
</p:tagLst>
</file>

<file path=ppt/tags/tag292.xml><?xml version="1.0" encoding="utf-8"?>
<p:tagLst xmlns:p="http://schemas.openxmlformats.org/presentationml/2006/main">
  <p:tag name="KSO_WM_UNIT_TYPE" val="f"/>
  <p:tag name="KSO_WM_UNIT_INDEX" val="10"/>
  <p:tag name="KSO_WM_BEAUTIFY_FLAG" val="#wm#"/>
  <p:tag name="KSO_WM_TAG_VERSION" val="3.0"/>
</p:tagLst>
</file>

<file path=ppt/tags/tag293.xml><?xml version="1.0" encoding="utf-8"?>
<p:tagLst xmlns:p="http://schemas.openxmlformats.org/presentationml/2006/main">
  <p:tag name="KSO_WM_UNIT_TYPE" val="i"/>
  <p:tag name="KSO_WM_UNIT_INDEX" val="38"/>
  <p:tag name="KSO_WM_BEAUTIFY_FLAG" val="#wm#"/>
  <p:tag name="KSO_WM_TAG_VERSION" val="3.0"/>
</p:tagLst>
</file>

<file path=ppt/tags/tag294.xml><?xml version="1.0" encoding="utf-8"?>
<p:tagLst xmlns:p="http://schemas.openxmlformats.org/presentationml/2006/main">
  <p:tag name="KSO_WM_UNIT_TYPE" val="i"/>
  <p:tag name="KSO_WM_UNIT_INDEX" val="40"/>
  <p:tag name="KSO_WM_BEAUTIFY_FLAG" val="#wm#"/>
  <p:tag name="KSO_WM_TAG_VERSION" val="3.0"/>
</p:tagLst>
</file>

<file path=ppt/tags/tag295.xml><?xml version="1.0" encoding="utf-8"?>
<p:tagLst xmlns:p="http://schemas.openxmlformats.org/presentationml/2006/main">
  <p:tag name="KSO_WM_UNIT_TYPE" val="x"/>
  <p:tag name="KSO_WM_UNIT_INDEX" val="8"/>
  <p:tag name="KSO_WM_BEAUTIFY_FLAG" val="#wm#"/>
  <p:tag name="KSO_WM_TAG_VERSION" val="3.0"/>
</p:tagLst>
</file>

<file path=ppt/tags/tag296.xml><?xml version="1.0" encoding="utf-8"?>
<p:tagLst xmlns:p="http://schemas.openxmlformats.org/presentationml/2006/main">
  <p:tag name="KSO_WM_UNIT_TYPE" val="f"/>
  <p:tag name="KSO_WM_UNIT_INDEX" val="11"/>
  <p:tag name="KSO_WM_BEAUTIFY_FLAG" val="#wm#"/>
  <p:tag name="KSO_WM_TAG_VERSION" val="3.0"/>
</p:tagLst>
</file>

<file path=ppt/tags/tag297.xml><?xml version="1.0" encoding="utf-8"?>
<p:tagLst xmlns:p="http://schemas.openxmlformats.org/presentationml/2006/main">
  <p:tag name="KSO_WM_UNIT_TYPE" val="b"/>
  <p:tag name="KSO_WM_UNIT_INDEX" val="1"/>
  <p:tag name="KSO_WM_BEAUTIFY_FLAG" val="#wm#"/>
  <p:tag name="KSO_WM_TAG_VERSION" val="3.0"/>
</p:tagLst>
</file>

<file path=ppt/tags/tag298.xml><?xml version="1.0" encoding="utf-8"?>
<p:tagLst xmlns:p="http://schemas.openxmlformats.org/presentationml/2006/main">
  <p:tag name="KSO_WM_UNIT_TYPE" val="f"/>
  <p:tag name="KSO_WM_UNIT_INDEX" val="1"/>
  <p:tag name="KSO_WM_BEAUTIFY_FLAG" val="#wm#"/>
  <p:tag name="KSO_WM_TAG_VERSION" val="3.0"/>
</p:tagLst>
</file>

<file path=ppt/tags/tag299.xml><?xml version="1.0" encoding="utf-8"?>
<p:tagLst xmlns:p="http://schemas.openxmlformats.org/presentationml/2006/main">
  <p:tag name="KSO_WM_UNIT_TYPE" val="f"/>
  <p:tag name="KSO_WM_UNIT_INDEX" val="2"/>
  <p:tag name="KSO_WM_BEAUTIFY_FLAG" val="#wm#"/>
  <p:tag name="KSO_WM_TAG_VERSION" val="3.0"/>
</p:tagLst>
</file>

<file path=ppt/tags/tag300.xml><?xml version="1.0" encoding="utf-8"?>
<p:tagLst xmlns:p="http://schemas.openxmlformats.org/presentationml/2006/main">
  <p:tag name="KSO_WM_UNIT_TYPE" val="i"/>
  <p:tag name="KSO_WM_UNIT_INDEX" val="4"/>
  <p:tag name="KSO_WM_BEAUTIFY_FLAG" val="#wm#"/>
  <p:tag name="KSO_WM_TAG_VERSION" val="3.0"/>
</p:tagLst>
</file>

<file path=ppt/tags/tag301.xml><?xml version="1.0" encoding="utf-8"?>
<p:tagLst xmlns:p="http://schemas.openxmlformats.org/presentationml/2006/main">
  <p:tag name="KSO_WM_UNIT_TYPE" val="i"/>
  <p:tag name="KSO_WM_UNIT_INDEX" val="6"/>
  <p:tag name="KSO_WM_BEAUTIFY_FLAG" val="#wm#"/>
  <p:tag name="KSO_WM_TAG_VERSION" val="3.0"/>
</p:tagLst>
</file>

<file path=ppt/tags/tag302.xml><?xml version="1.0" encoding="utf-8"?>
<p:tagLst xmlns:p="http://schemas.openxmlformats.org/presentationml/2006/main">
  <p:tag name="KSO_WM_UNIT_TYPE" val="x"/>
  <p:tag name="KSO_WM_UNIT_INDEX" val="1"/>
  <p:tag name="KSO_WM_BEAUTIFY_FLAG" val="#wm#"/>
  <p:tag name="KSO_WM_TAG_VERSION" val="3.0"/>
</p:tagLst>
</file>

<file path=ppt/tags/tag303.xml><?xml version="1.0" encoding="utf-8"?>
<p:tagLst xmlns:p="http://schemas.openxmlformats.org/presentationml/2006/main">
  <p:tag name="KSO_WM_UNIT_TYPE" val="f"/>
  <p:tag name="KSO_WM_UNIT_INDEX" val="3"/>
  <p:tag name="KSO_WM_BEAUTIFY_FLAG" val="#wm#"/>
  <p:tag name="KSO_WM_TAG_VERSION" val="3.0"/>
</p:tagLst>
</file>

<file path=ppt/tags/tag304.xml><?xml version="1.0" encoding="utf-8"?>
<p:tagLst xmlns:p="http://schemas.openxmlformats.org/presentationml/2006/main">
  <p:tag name="KSO_WM_UNIT_TYPE" val="f"/>
  <p:tag name="KSO_WM_UNIT_INDEX" val="4"/>
  <p:tag name="KSO_WM_BEAUTIFY_FLAG" val="#wm#"/>
  <p:tag name="KSO_WM_TAG_VERSION" val="3.0"/>
</p:tagLst>
</file>

<file path=ppt/tags/tag305.xml><?xml version="1.0" encoding="utf-8"?>
<p:tagLst xmlns:p="http://schemas.openxmlformats.org/presentationml/2006/main">
  <p:tag name="KSO_WM_UNIT_TYPE" val="i"/>
  <p:tag name="KSO_WM_UNIT_INDEX" val="8"/>
  <p:tag name="KSO_WM_BEAUTIFY_FLAG" val="#wm#"/>
  <p:tag name="KSO_WM_TAG_VERSION" val="3.0"/>
</p:tagLst>
</file>

<file path=ppt/tags/tag306.xml><?xml version="1.0" encoding="utf-8"?>
<p:tagLst xmlns:p="http://schemas.openxmlformats.org/presentationml/2006/main">
  <p:tag name="KSO_WM_UNIT_TYPE" val="x"/>
  <p:tag name="KSO_WM_UNIT_INDEX" val="2"/>
  <p:tag name="KSO_WM_BEAUTIFY_FLAG" val="#wm#"/>
  <p:tag name="KSO_WM_TAG_VERSION" val="3.0"/>
</p:tagLst>
</file>

<file path=ppt/tags/tag307.xml><?xml version="1.0" encoding="utf-8"?>
<p:tagLst xmlns:p="http://schemas.openxmlformats.org/presentationml/2006/main">
  <p:tag name="KSO_WM_UNIT_TYPE" val="f"/>
  <p:tag name="KSO_WM_UNIT_INDEX" val="5"/>
  <p:tag name="KSO_WM_BEAUTIFY_FLAG" val="#wm#"/>
  <p:tag name="KSO_WM_TAG_VERSION" val="3.0"/>
</p:tagLst>
</file>

<file path=ppt/tags/tag308.xml><?xml version="1.0" encoding="utf-8"?>
<p:tagLst xmlns:p="http://schemas.openxmlformats.org/presentationml/2006/main">
  <p:tag name="KSO_WM_UNIT_TYPE" val="i"/>
  <p:tag name="KSO_WM_UNIT_INDEX" val="10"/>
  <p:tag name="KSO_WM_BEAUTIFY_FLAG" val="#wm#"/>
  <p:tag name="KSO_WM_TAG_VERSION" val="3.0"/>
</p:tagLst>
</file>

<file path=ppt/tags/tag309.xml><?xml version="1.0" encoding="utf-8"?>
<p:tagLst xmlns:p="http://schemas.openxmlformats.org/presentationml/2006/main">
  <p:tag name="KSO_WM_UNIT_TYPE" val="f"/>
  <p:tag name="KSO_WM_UNIT_INDEX" val="6"/>
  <p:tag name="KSO_WM_BEAUTIFY_FLAG" val="#wm#"/>
  <p:tag name="KSO_WM_TAG_VERSION" val="3.0"/>
</p:tagLst>
</file>

<file path=ppt/tags/tag310.xml><?xml version="1.0" encoding="utf-8"?>
<p:tagLst xmlns:p="http://schemas.openxmlformats.org/presentationml/2006/main">
  <p:tag name="KSO_WM_UNIT_TYPE" val="i"/>
  <p:tag name="KSO_WM_UNIT_INDEX" val="12"/>
  <p:tag name="KSO_WM_BEAUTIFY_FLAG" val="#wm#"/>
  <p:tag name="KSO_WM_TAG_VERSION" val="3.0"/>
</p:tagLst>
</file>

<file path=ppt/tags/tag311.xml><?xml version="1.0" encoding="utf-8"?>
<p:tagLst xmlns:p="http://schemas.openxmlformats.org/presentationml/2006/main">
  <p:tag name="KSO_WM_UNIT_TYPE" val="f"/>
  <p:tag name="KSO_WM_UNIT_INDEX" val="7"/>
  <p:tag name="KSO_WM_BEAUTIFY_FLAG" val="#wm#"/>
  <p:tag name="KSO_WM_TAG_VERSION" val="3.0"/>
</p:tagLst>
</file>

<file path=ppt/tags/tag312.xml><?xml version="1.0" encoding="utf-8"?>
<p:tagLst xmlns:p="http://schemas.openxmlformats.org/presentationml/2006/main">
  <p:tag name="KSO_WM_UNIT_TYPE" val="i"/>
  <p:tag name="KSO_WM_UNIT_INDEX" val="14"/>
  <p:tag name="KSO_WM_BEAUTIFY_FLAG" val="#wm#"/>
  <p:tag name="KSO_WM_TAG_VERSION" val="3.0"/>
</p:tagLst>
</file>

<file path=ppt/tags/tag313.xml><?xml version="1.0" encoding="utf-8"?>
<p:tagLst xmlns:p="http://schemas.openxmlformats.org/presentationml/2006/main">
  <p:tag name="KSO_WM_UNIT_TYPE" val="f"/>
  <p:tag name="KSO_WM_UNIT_INDEX" val="8"/>
  <p:tag name="KSO_WM_BEAUTIFY_FLAG" val="#wm#"/>
  <p:tag name="KSO_WM_TAG_VERSION" val="3.0"/>
</p:tagLst>
</file>

<file path=ppt/tags/tag314.xml><?xml version="1.0" encoding="utf-8"?>
<p:tagLst xmlns:p="http://schemas.openxmlformats.org/presentationml/2006/main">
  <p:tag name="KSO_WM_UNIT_TYPE" val="i"/>
  <p:tag name="KSO_WM_UNIT_INDEX" val="16"/>
  <p:tag name="KSO_WM_BEAUTIFY_FLAG" val="#wm#"/>
  <p:tag name="KSO_WM_TAG_VERSION" val="3.0"/>
</p:tagLst>
</file>

<file path=ppt/tags/tag315.xml><?xml version="1.0" encoding="utf-8"?>
<p:tagLst xmlns:p="http://schemas.openxmlformats.org/presentationml/2006/main">
  <p:tag name="KSO_WM_UNIT_TYPE" val="f"/>
  <p:tag name="KSO_WM_UNIT_INDEX" val="9"/>
  <p:tag name="KSO_WM_BEAUTIFY_FLAG" val="#wm#"/>
  <p:tag name="KSO_WM_TAG_VERSION" val="3.0"/>
</p:tagLst>
</file>

<file path=ppt/tags/tag316.xml><?xml version="1.0" encoding="utf-8"?>
<p:tagLst xmlns:p="http://schemas.openxmlformats.org/presentationml/2006/main">
  <p:tag name="KSO_WM_UNIT_TYPE" val="i"/>
  <p:tag name="KSO_WM_UNIT_INDEX" val="18"/>
  <p:tag name="KSO_WM_BEAUTIFY_FLAG" val="#wm#"/>
  <p:tag name="KSO_WM_TAG_VERSION" val="3.0"/>
</p:tagLst>
</file>

<file path=ppt/tags/tag317.xml><?xml version="1.0" encoding="utf-8"?>
<p:tagLst xmlns:p="http://schemas.openxmlformats.org/presentationml/2006/main">
  <p:tag name="KSO_WM_UNIT_TYPE" val="f"/>
  <p:tag name="KSO_WM_UNIT_INDEX" val="10"/>
  <p:tag name="KSO_WM_BEAUTIFY_FLAG" val="#wm#"/>
  <p:tag name="KSO_WM_TAG_VERSION" val="3.0"/>
</p:tagLst>
</file>

<file path=ppt/tags/tag318.xml><?xml version="1.0" encoding="utf-8"?>
<p:tagLst xmlns:p="http://schemas.openxmlformats.org/presentationml/2006/main">
  <p:tag name="KSO_WM_UNIT_TYPE" val="i"/>
  <p:tag name="KSO_WM_UNIT_INDEX" val="20"/>
  <p:tag name="KSO_WM_BEAUTIFY_FLAG" val="#wm#"/>
  <p:tag name="KSO_WM_TAG_VERSION" val="3.0"/>
</p:tagLst>
</file>

<file path=ppt/tags/tag319.xml><?xml version="1.0" encoding="utf-8"?>
<p:tagLst xmlns:p="http://schemas.openxmlformats.org/presentationml/2006/main">
  <p:tag name="KSO_WM_UNIT_TYPE" val="f"/>
  <p:tag name="KSO_WM_UNIT_INDEX" val="11"/>
  <p:tag name="KSO_WM_BEAUTIFY_FLAG" val="#wm#"/>
  <p:tag name="KSO_WM_TAG_VERSION" val="3.0"/>
</p:tagLst>
</file>

<file path=ppt/tags/tag320.xml><?xml version="1.0" encoding="utf-8"?>
<p:tagLst xmlns:p="http://schemas.openxmlformats.org/presentationml/2006/main">
  <p:tag name="KSO_WM_UNIT_TYPE" val="i"/>
  <p:tag name="KSO_WM_UNIT_INDEX" val="22"/>
  <p:tag name="KSO_WM_BEAUTIFY_FLAG" val="#wm#"/>
  <p:tag name="KSO_WM_TAG_VERSION" val="3.0"/>
</p:tagLst>
</file>

<file path=ppt/tags/tag321.xml><?xml version="1.0" encoding="utf-8"?>
<p:tagLst xmlns:p="http://schemas.openxmlformats.org/presentationml/2006/main">
  <p:tag name="KSO_WM_UNIT_TYPE" val="f"/>
  <p:tag name="KSO_WM_UNIT_INDEX" val="12"/>
  <p:tag name="KSO_WM_BEAUTIFY_FLAG" val="#wm#"/>
  <p:tag name="KSO_WM_TAG_VERSION" val="3.0"/>
</p:tagLst>
</file>

<file path=ppt/tags/tag322.xml><?xml version="1.0" encoding="utf-8"?>
<p:tagLst xmlns:p="http://schemas.openxmlformats.org/presentationml/2006/main">
  <p:tag name="KSO_WM_UNIT_TYPE" val="i"/>
  <p:tag name="KSO_WM_UNIT_INDEX" val="24"/>
  <p:tag name="KSO_WM_BEAUTIFY_FLAG" val="#wm#"/>
  <p:tag name="KSO_WM_TAG_VERSION" val="3.0"/>
</p:tagLst>
</file>

<file path=ppt/tags/tag323.xml><?xml version="1.0" encoding="utf-8"?>
<p:tagLst xmlns:p="http://schemas.openxmlformats.org/presentationml/2006/main">
  <p:tag name="KSO_WM_UNIT_TYPE" val="x"/>
  <p:tag name="KSO_WM_UNIT_INDEX" val="3"/>
  <p:tag name="KSO_WM_BEAUTIFY_FLAG" val="#wm#"/>
  <p:tag name="KSO_WM_TAG_VERSION" val="3.0"/>
</p:tagLst>
</file>

<file path=ppt/tags/tag324.xml><?xml version="1.0" encoding="utf-8"?>
<p:tagLst xmlns:p="http://schemas.openxmlformats.org/presentationml/2006/main">
  <p:tag name="KSO_WM_UNIT_TYPE" val="f"/>
  <p:tag name="KSO_WM_UNIT_INDEX" val="13"/>
  <p:tag name="KSO_WM_BEAUTIFY_FLAG" val="#wm#"/>
  <p:tag name="KSO_WM_TAG_VERSION" val="3.0"/>
</p:tagLst>
</file>

<file path=ppt/tags/tag325.xml><?xml version="1.0" encoding="utf-8"?>
<p:tagLst xmlns:p="http://schemas.openxmlformats.org/presentationml/2006/main">
  <p:tag name="KSO_WM_UNIT_TYPE" val="f"/>
  <p:tag name="KSO_WM_UNIT_INDEX" val="14"/>
  <p:tag name="KSO_WM_BEAUTIFY_FLAG" val="#wm#"/>
  <p:tag name="KSO_WM_TAG_VERSION" val="3.0"/>
</p:tagLst>
</file>

<file path=ppt/tags/tag326.xml><?xml version="1.0" encoding="utf-8"?>
<p:tagLst xmlns:p="http://schemas.openxmlformats.org/presentationml/2006/main">
  <p:tag name="KSO_WM_UNIT_TYPE" val="b"/>
  <p:tag name="KSO_WM_UNIT_INDEX" val="1"/>
  <p:tag name="KSO_WM_BEAUTIFY_FLAG" val="#wm#"/>
  <p:tag name="KSO_WM_TAG_VERSION" val="3.0"/>
</p:tagLst>
</file>

<file path=ppt/tags/tag327.xml><?xml version="1.0" encoding="utf-8"?>
<p:tagLst xmlns:p="http://schemas.openxmlformats.org/presentationml/2006/main">
  <p:tag name="KSO_WM_UNIT_TYPE" val="i"/>
  <p:tag name="KSO_WM_UNIT_INDEX" val="4"/>
  <p:tag name="KSO_WM_BEAUTIFY_FLAG" val="#wm#"/>
  <p:tag name="KSO_WM_TAG_VERSION" val="3.0"/>
</p:tagLst>
</file>

<file path=ppt/tags/tag328.xml><?xml version="1.0" encoding="utf-8"?>
<p:tagLst xmlns:p="http://schemas.openxmlformats.org/presentationml/2006/main">
  <p:tag name="KSO_WM_UNIT_TYPE" val="i"/>
  <p:tag name="KSO_WM_UNIT_INDEX" val="6"/>
  <p:tag name="KSO_WM_BEAUTIFY_FLAG" val="#wm#"/>
  <p:tag name="KSO_WM_TAG_VERSION" val="3.0"/>
</p:tagLst>
</file>

<file path=ppt/tags/tag329.xml><?xml version="1.0" encoding="utf-8"?>
<p:tagLst xmlns:p="http://schemas.openxmlformats.org/presentationml/2006/main">
  <p:tag name="KSO_WM_UNIT_TYPE" val="x"/>
  <p:tag name="KSO_WM_UNIT_INDEX" val="1"/>
  <p:tag name="KSO_WM_BEAUTIFY_FLAG" val="#wm#"/>
  <p:tag name="KSO_WM_TAG_VERSION" val="3.0"/>
</p:tagLst>
</file>

<file path=ppt/tags/tag330.xml><?xml version="1.0" encoding="utf-8"?>
<p:tagLst xmlns:p="http://schemas.openxmlformats.org/presentationml/2006/main">
  <p:tag name="KSO_WM_UNIT_TYPE" val="f"/>
  <p:tag name="KSO_WM_UNIT_INDEX" val="1"/>
  <p:tag name="KSO_WM_BEAUTIFY_FLAG" val="#wm#"/>
  <p:tag name="KSO_WM_TAG_VERSION" val="3.0"/>
</p:tagLst>
</file>

<file path=ppt/tags/tag331.xml><?xml version="1.0" encoding="utf-8"?>
<p:tagLst xmlns:p="http://schemas.openxmlformats.org/presentationml/2006/main">
  <p:tag name="KSO_WM_UNIT_TYPE" val="i"/>
  <p:tag name="KSO_WM_UNIT_INDEX" val="8"/>
  <p:tag name="KSO_WM_BEAUTIFY_FLAG" val="#wm#"/>
  <p:tag name="KSO_WM_TAG_VERSION" val="3.0"/>
</p:tagLst>
</file>

<file path=ppt/tags/tag332.xml><?xml version="1.0" encoding="utf-8"?>
<p:tagLst xmlns:p="http://schemas.openxmlformats.org/presentationml/2006/main">
  <p:tag name="KSO_WM_UNIT_TYPE" val="x"/>
  <p:tag name="KSO_WM_UNIT_INDEX" val="2"/>
  <p:tag name="KSO_WM_BEAUTIFY_FLAG" val="#wm#"/>
  <p:tag name="KSO_WM_TAG_VERSION" val="3.0"/>
</p:tagLst>
</file>

<file path=ppt/tags/tag333.xml><?xml version="1.0" encoding="utf-8"?>
<p:tagLst xmlns:p="http://schemas.openxmlformats.org/presentationml/2006/main">
  <p:tag name="KSO_WM_UNIT_TYPE" val="f"/>
  <p:tag name="KSO_WM_UNIT_INDEX" val="2"/>
  <p:tag name="KSO_WM_BEAUTIFY_FLAG" val="#wm#"/>
  <p:tag name="KSO_WM_TAG_VERSION" val="3.0"/>
</p:tagLst>
</file>

<file path=ppt/tags/tag334.xml><?xml version="1.0" encoding="utf-8"?>
<p:tagLst xmlns:p="http://schemas.openxmlformats.org/presentationml/2006/main">
  <p:tag name="KSO_WM_UNIT_TYPE" val="i"/>
  <p:tag name="KSO_WM_UNIT_INDEX" val="10"/>
  <p:tag name="KSO_WM_BEAUTIFY_FLAG" val="#wm#"/>
  <p:tag name="KSO_WM_TAG_VERSION" val="3.0"/>
</p:tagLst>
</file>

<file path=ppt/tags/tag335.xml><?xml version="1.0" encoding="utf-8"?>
<p:tagLst xmlns:p="http://schemas.openxmlformats.org/presentationml/2006/main">
  <p:tag name="KSO_WM_UNIT_TYPE" val="x"/>
  <p:tag name="KSO_WM_UNIT_INDEX" val="3"/>
  <p:tag name="KSO_WM_BEAUTIFY_FLAG" val="#wm#"/>
  <p:tag name="KSO_WM_TAG_VERSION" val="3.0"/>
</p:tagLst>
</file>

<file path=ppt/tags/tag336.xml><?xml version="1.0" encoding="utf-8"?>
<p:tagLst xmlns:p="http://schemas.openxmlformats.org/presentationml/2006/main">
  <p:tag name="KSO_WM_UNIT_TYPE" val="f"/>
  <p:tag name="KSO_WM_UNIT_INDEX" val="3"/>
  <p:tag name="KSO_WM_BEAUTIFY_FLAG" val="#wm#"/>
  <p:tag name="KSO_WM_TAG_VERSION" val="3.0"/>
</p:tagLst>
</file>

<file path=ppt/tags/tag337.xml><?xml version="1.0" encoding="utf-8"?>
<p:tagLst xmlns:p="http://schemas.openxmlformats.org/presentationml/2006/main">
  <p:tag name="KSO_WM_UNIT_TYPE" val="i"/>
  <p:tag name="KSO_WM_UNIT_INDEX" val="12"/>
  <p:tag name="KSO_WM_BEAUTIFY_FLAG" val="#wm#"/>
  <p:tag name="KSO_WM_TAG_VERSION" val="3.0"/>
</p:tagLst>
</file>

<file path=ppt/tags/tag338.xml><?xml version="1.0" encoding="utf-8"?>
<p:tagLst xmlns:p="http://schemas.openxmlformats.org/presentationml/2006/main">
  <p:tag name="KSO_WM_UNIT_TYPE" val="i"/>
  <p:tag name="KSO_WM_UNIT_INDEX" val="14"/>
  <p:tag name="KSO_WM_BEAUTIFY_FLAG" val="#wm#"/>
  <p:tag name="KSO_WM_TAG_VERSION" val="3.0"/>
</p:tagLst>
</file>

<file path=ppt/tags/tag339.xml><?xml version="1.0" encoding="utf-8"?>
<p:tagLst xmlns:p="http://schemas.openxmlformats.org/presentationml/2006/main">
  <p:tag name="KSO_WM_UNIT_TYPE" val="x"/>
  <p:tag name="KSO_WM_UNIT_INDEX" val="4"/>
  <p:tag name="KSO_WM_BEAUTIFY_FLAG" val="#wm#"/>
  <p:tag name="KSO_WM_TAG_VERSION" val="3.0"/>
</p:tagLst>
</file>

<file path=ppt/tags/tag340.xml><?xml version="1.0" encoding="utf-8"?>
<p:tagLst xmlns:p="http://schemas.openxmlformats.org/presentationml/2006/main">
  <p:tag name="KSO_WM_UNIT_TYPE" val="f"/>
  <p:tag name="KSO_WM_UNIT_INDEX" val="4"/>
  <p:tag name="KSO_WM_BEAUTIFY_FLAG" val="#wm#"/>
  <p:tag name="KSO_WM_TAG_VERSION" val="3.0"/>
</p:tagLst>
</file>

<file path=ppt/tags/tag341.xml><?xml version="1.0" encoding="utf-8"?>
<p:tagLst xmlns:p="http://schemas.openxmlformats.org/presentationml/2006/main">
  <p:tag name="KSO_WM_UNIT_TYPE" val="i"/>
  <p:tag name="KSO_WM_UNIT_INDEX" val="16"/>
  <p:tag name="KSO_WM_BEAUTIFY_FLAG" val="#wm#"/>
  <p:tag name="KSO_WM_TAG_VERSION" val="3.0"/>
</p:tagLst>
</file>

<file path=ppt/tags/tag342.xml><?xml version="1.0" encoding="utf-8"?>
<p:tagLst xmlns:p="http://schemas.openxmlformats.org/presentationml/2006/main">
  <p:tag name="KSO_WM_UNIT_TYPE" val="x"/>
  <p:tag name="KSO_WM_UNIT_INDEX" val="5"/>
  <p:tag name="KSO_WM_BEAUTIFY_FLAG" val="#wm#"/>
  <p:tag name="KSO_WM_TAG_VERSION" val="3.0"/>
</p:tagLst>
</file>

<file path=ppt/tags/tag343.xml><?xml version="1.0" encoding="utf-8"?>
<p:tagLst xmlns:p="http://schemas.openxmlformats.org/presentationml/2006/main">
  <p:tag name="KSO_WM_UNIT_TYPE" val="f"/>
  <p:tag name="KSO_WM_UNIT_INDEX" val="5"/>
  <p:tag name="KSO_WM_BEAUTIFY_FLAG" val="#wm#"/>
  <p:tag name="KSO_WM_TAG_VERSION" val="3.0"/>
</p:tagLst>
</file>

<file path=ppt/tags/tag344.xml><?xml version="1.0" encoding="utf-8"?>
<p:tagLst xmlns:p="http://schemas.openxmlformats.org/presentationml/2006/main">
  <p:tag name="KSO_WM_UNIT_TYPE" val="i"/>
  <p:tag name="KSO_WM_UNIT_INDEX" val="18"/>
  <p:tag name="KSO_WM_BEAUTIFY_FLAG" val="#wm#"/>
  <p:tag name="KSO_WM_TAG_VERSION" val="3.0"/>
</p:tagLst>
</file>

<file path=ppt/tags/tag345.xml><?xml version="1.0" encoding="utf-8"?>
<p:tagLst xmlns:p="http://schemas.openxmlformats.org/presentationml/2006/main">
  <p:tag name="KSO_WM_UNIT_TYPE" val="x"/>
  <p:tag name="KSO_WM_UNIT_INDEX" val="6"/>
  <p:tag name="KSO_WM_BEAUTIFY_FLAG" val="#wm#"/>
  <p:tag name="KSO_WM_TAG_VERSION" val="3.0"/>
</p:tagLst>
</file>

<file path=ppt/tags/tag346.xml><?xml version="1.0" encoding="utf-8"?>
<p:tagLst xmlns:p="http://schemas.openxmlformats.org/presentationml/2006/main">
  <p:tag name="KSO_WM_UNIT_TYPE" val="f"/>
  <p:tag name="KSO_WM_UNIT_INDEX" val="6"/>
  <p:tag name="KSO_WM_BEAUTIFY_FLAG" val="#wm#"/>
  <p:tag name="KSO_WM_TAG_VERSION" val="3.0"/>
</p:tagLst>
</file>

<file path=ppt/tags/tag347.xml><?xml version="1.0" encoding="utf-8"?>
<p:tagLst xmlns:p="http://schemas.openxmlformats.org/presentationml/2006/main">
  <p:tag name="KSO_WM_UNIT_TYPE" val="i"/>
  <p:tag name="KSO_WM_UNIT_INDEX" val="20"/>
  <p:tag name="KSO_WM_BEAUTIFY_FLAG" val="#wm#"/>
  <p:tag name="KSO_WM_TAG_VERSION" val="3.0"/>
</p:tagLst>
</file>

<file path=ppt/tags/tag348.xml><?xml version="1.0" encoding="utf-8"?>
<p:tagLst xmlns:p="http://schemas.openxmlformats.org/presentationml/2006/main">
  <p:tag name="KSO_WM_UNIT_TYPE" val="x"/>
  <p:tag name="KSO_WM_UNIT_INDEX" val="7"/>
  <p:tag name="KSO_WM_BEAUTIFY_FLAG" val="#wm#"/>
  <p:tag name="KSO_WM_TAG_VERSION" val="3.0"/>
</p:tagLst>
</file>

<file path=ppt/tags/tag349.xml><?xml version="1.0" encoding="utf-8"?>
<p:tagLst xmlns:p="http://schemas.openxmlformats.org/presentationml/2006/main">
  <p:tag name="KSO_WM_UNIT_TYPE" val="f"/>
  <p:tag name="KSO_WM_UNIT_INDEX" val="7"/>
  <p:tag name="KSO_WM_BEAUTIFY_FLAG" val="#wm#"/>
  <p:tag name="KSO_WM_TAG_VERSION" val="3.0"/>
</p:tagLst>
</file>

<file path=ppt/tags/tag350.xml><?xml version="1.0" encoding="utf-8"?>
<p:tagLst xmlns:p="http://schemas.openxmlformats.org/presentationml/2006/main">
  <p:tag name="KSO_WM_UNIT_TYPE" val="i"/>
  <p:tag name="KSO_WM_UNIT_INDEX" val="22"/>
  <p:tag name="KSO_WM_BEAUTIFY_FLAG" val="#wm#"/>
  <p:tag name="KSO_WM_TAG_VERSION" val="3.0"/>
</p:tagLst>
</file>

<file path=ppt/tags/tag351.xml><?xml version="1.0" encoding="utf-8"?>
<p:tagLst xmlns:p="http://schemas.openxmlformats.org/presentationml/2006/main">
  <p:tag name="KSO_WM_UNIT_TYPE" val="x"/>
  <p:tag name="KSO_WM_UNIT_INDEX" val="8"/>
  <p:tag name="KSO_WM_BEAUTIFY_FLAG" val="#wm#"/>
  <p:tag name="KSO_WM_TAG_VERSION" val="3.0"/>
</p:tagLst>
</file>

<file path=ppt/tags/tag352.xml><?xml version="1.0" encoding="utf-8"?>
<p:tagLst xmlns:p="http://schemas.openxmlformats.org/presentationml/2006/main">
  <p:tag name="KSO_WM_UNIT_TYPE" val="f"/>
  <p:tag name="KSO_WM_UNIT_INDEX" val="8"/>
  <p:tag name="KSO_WM_BEAUTIFY_FLAG" val="#wm#"/>
  <p:tag name="KSO_WM_TAG_VERSION" val="3.0"/>
</p:tagLst>
</file>

<file path=ppt/tags/tag353.xml><?xml version="1.0" encoding="utf-8"?>
<p:tagLst xmlns:p="http://schemas.openxmlformats.org/presentationml/2006/main">
  <p:tag name="KSO_WM_UNIT_TYPE" val="i"/>
  <p:tag name="KSO_WM_UNIT_INDEX" val="24"/>
  <p:tag name="KSO_WM_BEAUTIFY_FLAG" val="#wm#"/>
  <p:tag name="KSO_WM_TAG_VERSION" val="3.0"/>
</p:tagLst>
</file>

<file path=ppt/tags/tag354.xml><?xml version="1.0" encoding="utf-8"?>
<p:tagLst xmlns:p="http://schemas.openxmlformats.org/presentationml/2006/main">
  <p:tag name="KSO_WM_UNIT_TYPE" val="i"/>
  <p:tag name="KSO_WM_UNIT_INDEX" val="26"/>
  <p:tag name="KSO_WM_BEAUTIFY_FLAG" val="#wm#"/>
  <p:tag name="KSO_WM_TAG_VERSION" val="3.0"/>
</p:tagLst>
</file>

<file path=ppt/tags/tag355.xml><?xml version="1.0" encoding="utf-8"?>
<p:tagLst xmlns:p="http://schemas.openxmlformats.org/presentationml/2006/main">
  <p:tag name="KSO_WM_UNIT_TYPE" val="x"/>
  <p:tag name="KSO_WM_UNIT_INDEX" val="9"/>
  <p:tag name="KSO_WM_BEAUTIFY_FLAG" val="#wm#"/>
  <p:tag name="KSO_WM_TAG_VERSION" val="3.0"/>
</p:tagLst>
</file>

<file path=ppt/tags/tag356.xml><?xml version="1.0" encoding="utf-8"?>
<p:tagLst xmlns:p="http://schemas.openxmlformats.org/presentationml/2006/main">
  <p:tag name="KSO_WM_UNIT_TYPE" val="f"/>
  <p:tag name="KSO_WM_UNIT_INDEX" val="9"/>
  <p:tag name="KSO_WM_BEAUTIFY_FLAG" val="#wm#"/>
  <p:tag name="KSO_WM_TAG_VERSION" val="3.0"/>
</p:tagLst>
</file>

<file path=ppt/tags/tag357.xml><?xml version="1.0" encoding="utf-8"?>
<p:tagLst xmlns:p="http://schemas.openxmlformats.org/presentationml/2006/main">
  <p:tag name="KSO_WM_UNIT_TYPE" val="i"/>
  <p:tag name="KSO_WM_UNIT_INDEX" val="28"/>
  <p:tag name="KSO_WM_BEAUTIFY_FLAG" val="#wm#"/>
  <p:tag name="KSO_WM_TAG_VERSION" val="3.0"/>
</p:tagLst>
</file>

<file path=ppt/tags/tag358.xml><?xml version="1.0" encoding="utf-8"?>
<p:tagLst xmlns:p="http://schemas.openxmlformats.org/presentationml/2006/main">
  <p:tag name="KSO_WM_UNIT_TYPE" val="x"/>
  <p:tag name="KSO_WM_UNIT_INDEX" val="10"/>
  <p:tag name="KSO_WM_BEAUTIFY_FLAG" val="#wm#"/>
  <p:tag name="KSO_WM_TAG_VERSION" val="3.0"/>
</p:tagLst>
</file>

<file path=ppt/tags/tag359.xml><?xml version="1.0" encoding="utf-8"?>
<p:tagLst xmlns:p="http://schemas.openxmlformats.org/presentationml/2006/main">
  <p:tag name="KSO_WM_UNIT_TYPE" val="f"/>
  <p:tag name="KSO_WM_UNIT_INDEX" val="10"/>
  <p:tag name="KSO_WM_BEAUTIFY_FLAG" val="#wm#"/>
  <p:tag name="KSO_WM_TAG_VERSION" val="3.0"/>
</p:tagLst>
</file>

<file path=ppt/tags/tag360.xml><?xml version="1.0" encoding="utf-8"?>
<p:tagLst xmlns:p="http://schemas.openxmlformats.org/presentationml/2006/main">
  <p:tag name="KSO_WM_UNIT_TYPE" val="i"/>
  <p:tag name="KSO_WM_UNIT_INDEX" val="30"/>
  <p:tag name="KSO_WM_BEAUTIFY_FLAG" val="#wm#"/>
  <p:tag name="KSO_WM_TAG_VERSION" val="3.0"/>
</p:tagLst>
</file>

<file path=ppt/tags/tag361.xml><?xml version="1.0" encoding="utf-8"?>
<p:tagLst xmlns:p="http://schemas.openxmlformats.org/presentationml/2006/main">
  <p:tag name="KSO_WM_UNIT_TYPE" val="x"/>
  <p:tag name="KSO_WM_UNIT_INDEX" val="11"/>
  <p:tag name="KSO_WM_BEAUTIFY_FLAG" val="#wm#"/>
  <p:tag name="KSO_WM_TAG_VERSION" val="3.0"/>
</p:tagLst>
</file>

<file path=ppt/tags/tag362.xml><?xml version="1.0" encoding="utf-8"?>
<p:tagLst xmlns:p="http://schemas.openxmlformats.org/presentationml/2006/main">
  <p:tag name="KSO_WM_UNIT_TYPE" val="f"/>
  <p:tag name="KSO_WM_UNIT_INDEX" val="11"/>
  <p:tag name="KSO_WM_BEAUTIFY_FLAG" val="#wm#"/>
  <p:tag name="KSO_WM_TAG_VERSION" val="3.0"/>
</p:tagLst>
</file>

<file path=ppt/tags/tag363.xml><?xml version="1.0" encoding="utf-8"?>
<p:tagLst xmlns:p="http://schemas.openxmlformats.org/presentationml/2006/main">
  <p:tag name="KSO_WM_UNIT_TYPE" val="i"/>
  <p:tag name="KSO_WM_UNIT_INDEX" val="32"/>
  <p:tag name="KSO_WM_BEAUTIFY_FLAG" val="#wm#"/>
  <p:tag name="KSO_WM_TAG_VERSION" val="3.0"/>
</p:tagLst>
</file>

<file path=ppt/tags/tag364.xml><?xml version="1.0" encoding="utf-8"?>
<p:tagLst xmlns:p="http://schemas.openxmlformats.org/presentationml/2006/main">
  <p:tag name="KSO_WM_UNIT_TYPE" val="x"/>
  <p:tag name="KSO_WM_UNIT_INDEX" val="12"/>
  <p:tag name="KSO_WM_BEAUTIFY_FLAG" val="#wm#"/>
  <p:tag name="KSO_WM_TAG_VERSION" val="3.0"/>
</p:tagLst>
</file>

<file path=ppt/tags/tag365.xml><?xml version="1.0" encoding="utf-8"?>
<p:tagLst xmlns:p="http://schemas.openxmlformats.org/presentationml/2006/main">
  <p:tag name="KSO_WM_UNIT_TYPE" val="f"/>
  <p:tag name="KSO_WM_UNIT_INDEX" val="12"/>
  <p:tag name="KSO_WM_BEAUTIFY_FLAG" val="#wm#"/>
  <p:tag name="KSO_WM_TAG_VERSION" val="3.0"/>
</p:tagLst>
</file>

<file path=ppt/tags/tag366.xml><?xml version="1.0" encoding="utf-8"?>
<p:tagLst xmlns:p="http://schemas.openxmlformats.org/presentationml/2006/main">
  <p:tag name="KSO_WM_UNIT_TYPE" val="i"/>
  <p:tag name="KSO_WM_UNIT_INDEX" val="34"/>
  <p:tag name="KSO_WM_BEAUTIFY_FLAG" val="#wm#"/>
  <p:tag name="KSO_WM_TAG_VERSION" val="3.0"/>
</p:tagLst>
</file>

<file path=ppt/tags/tag367.xml><?xml version="1.0" encoding="utf-8"?>
<p:tagLst xmlns:p="http://schemas.openxmlformats.org/presentationml/2006/main">
  <p:tag name="KSO_WM_UNIT_TYPE" val="i"/>
  <p:tag name="KSO_WM_UNIT_INDEX" val="36"/>
  <p:tag name="KSO_WM_BEAUTIFY_FLAG" val="#wm#"/>
  <p:tag name="KSO_WM_TAG_VERSION" val="3.0"/>
</p:tagLst>
</file>

<file path=ppt/tags/tag368.xml><?xml version="1.0" encoding="utf-8"?>
<p:tagLst xmlns:p="http://schemas.openxmlformats.org/presentationml/2006/main">
  <p:tag name="KSO_WM_UNIT_TYPE" val="x"/>
  <p:tag name="KSO_WM_UNIT_INDEX" val="13"/>
  <p:tag name="KSO_WM_BEAUTIFY_FLAG" val="#wm#"/>
  <p:tag name="KSO_WM_TAG_VERSION" val="3.0"/>
</p:tagLst>
</file>

<file path=ppt/tags/tag369.xml><?xml version="1.0" encoding="utf-8"?>
<p:tagLst xmlns:p="http://schemas.openxmlformats.org/presentationml/2006/main">
  <p:tag name="KSO_WM_UNIT_TYPE" val="f"/>
  <p:tag name="KSO_WM_UNIT_INDEX" val="13"/>
  <p:tag name="KSO_WM_BEAUTIFY_FLAG" val="#wm#"/>
  <p:tag name="KSO_WM_TAG_VERSION" val="3.0"/>
</p:tagLst>
</file>

<file path=ppt/tags/tag370.xml><?xml version="1.0" encoding="utf-8"?>
<p:tagLst xmlns:p="http://schemas.openxmlformats.org/presentationml/2006/main">
  <p:tag name="KSO_WM_UNIT_TYPE" val="i"/>
  <p:tag name="KSO_WM_UNIT_INDEX" val="38"/>
  <p:tag name="KSO_WM_BEAUTIFY_FLAG" val="#wm#"/>
  <p:tag name="KSO_WM_TAG_VERSION" val="3.0"/>
</p:tagLst>
</file>

<file path=ppt/tags/tag371.xml><?xml version="1.0" encoding="utf-8"?>
<p:tagLst xmlns:p="http://schemas.openxmlformats.org/presentationml/2006/main">
  <p:tag name="KSO_WM_UNIT_TYPE" val="x"/>
  <p:tag name="KSO_WM_UNIT_INDEX" val="14"/>
  <p:tag name="KSO_WM_BEAUTIFY_FLAG" val="#wm#"/>
  <p:tag name="KSO_WM_TAG_VERSION" val="3.0"/>
</p:tagLst>
</file>

<file path=ppt/tags/tag372.xml><?xml version="1.0" encoding="utf-8"?>
<p:tagLst xmlns:p="http://schemas.openxmlformats.org/presentationml/2006/main">
  <p:tag name="KSO_WM_UNIT_TYPE" val="f"/>
  <p:tag name="KSO_WM_UNIT_INDEX" val="14"/>
  <p:tag name="KSO_WM_BEAUTIFY_FLAG" val="#wm#"/>
  <p:tag name="KSO_WM_TAG_VERSION" val="3.0"/>
</p:tagLst>
</file>

<file path=ppt/tags/tag373.xml><?xml version="1.0" encoding="utf-8"?>
<p:tagLst xmlns:p="http://schemas.openxmlformats.org/presentationml/2006/main">
  <p:tag name="KSO_WM_UNIT_TYPE" val="i"/>
  <p:tag name="KSO_WM_UNIT_INDEX" val="40"/>
  <p:tag name="KSO_WM_BEAUTIFY_FLAG" val="#wm#"/>
  <p:tag name="KSO_WM_TAG_VERSION" val="3.0"/>
</p:tagLst>
</file>

<file path=ppt/tags/tag374.xml><?xml version="1.0" encoding="utf-8"?>
<p:tagLst xmlns:p="http://schemas.openxmlformats.org/presentationml/2006/main">
  <p:tag name="KSO_WM_UNIT_TYPE" val="x"/>
  <p:tag name="KSO_WM_UNIT_INDEX" val="15"/>
  <p:tag name="KSO_WM_BEAUTIFY_FLAG" val="#wm#"/>
  <p:tag name="KSO_WM_TAG_VERSION" val="3.0"/>
</p:tagLst>
</file>

<file path=ppt/tags/tag375.xml><?xml version="1.0" encoding="utf-8"?>
<p:tagLst xmlns:p="http://schemas.openxmlformats.org/presentationml/2006/main">
  <p:tag name="KSO_WM_UNIT_TYPE" val="f"/>
  <p:tag name="KSO_WM_UNIT_INDEX" val="15"/>
  <p:tag name="KSO_WM_BEAUTIFY_FLAG" val="#wm#"/>
  <p:tag name="KSO_WM_TAG_VERSION" val="3.0"/>
</p:tagLst>
</file>

<file path=ppt/tags/tag376.xml><?xml version="1.0" encoding="utf-8"?>
<p:tagLst xmlns:p="http://schemas.openxmlformats.org/presentationml/2006/main">
  <p:tag name="KSO_WM_UNIT_TYPE" val="b"/>
  <p:tag name="KSO_WM_UNIT_INDEX" val="1"/>
  <p:tag name="KSO_WM_BEAUTIFY_FLAG" val="#wm#"/>
  <p:tag name="KSO_WM_TAG_VERSION" val="3.0"/>
</p:tagLst>
</file>

<file path=ppt/tags/tag377.xml><?xml version="1.0" encoding="utf-8"?>
<p:tagLst xmlns:p="http://schemas.openxmlformats.org/presentationml/2006/main">
  <p:tag name="KSO_WM_UNIT_TYPE" val="β"/>
  <p:tag name="KSO_WM_UNIT_INDEX" val="1"/>
  <p:tag name="KSO_WM_BEAUTIFY_FLAG" val="#wm#"/>
  <p:tag name="KSO_WM_TAG_VERSION" val="3.0"/>
</p:tagLst>
</file>

<file path=ppt/tags/tag378.xml><?xml version="1.0" encoding="utf-8"?>
<p:tagLst xmlns:p="http://schemas.openxmlformats.org/presentationml/2006/main">
  <p:tag name="KSO_WM_UNIT_TYPE" val="i"/>
  <p:tag name="KSO_WM_UNIT_INDEX" val="4"/>
  <p:tag name="KSO_WM_BEAUTIFY_FLAG" val="#wm#"/>
  <p:tag name="KSO_WM_TAG_VERSION" val="3.0"/>
</p:tagLst>
</file>

<file path=ppt/tags/tag379.xml><?xml version="1.0" encoding="utf-8"?>
<p:tagLst xmlns:p="http://schemas.openxmlformats.org/presentationml/2006/main">
  <p:tag name="KSO_WM_UNIT_TYPE" val="i"/>
  <p:tag name="KSO_WM_UNIT_INDEX" val="6"/>
  <p:tag name="KSO_WM_BEAUTIFY_FLAG" val="#wm#"/>
  <p:tag name="KSO_WM_TAG_VERSION" val="3.0"/>
</p:tagLst>
</file>

<file path=ppt/tags/tag380.xml><?xml version="1.0" encoding="utf-8"?>
<p:tagLst xmlns:p="http://schemas.openxmlformats.org/presentationml/2006/main">
  <p:tag name="KSO_WM_UNIT_TYPE" val="x"/>
  <p:tag name="KSO_WM_UNIT_INDEX" val="1"/>
  <p:tag name="KSO_WM_BEAUTIFY_FLAG" val="#wm#"/>
  <p:tag name="KSO_WM_TAG_VERSION" val="3.0"/>
</p:tagLst>
</file>

<file path=ppt/tags/tag381.xml><?xml version="1.0" encoding="utf-8"?>
<p:tagLst xmlns:p="http://schemas.openxmlformats.org/presentationml/2006/main">
  <p:tag name="KSO_WM_UNIT_TYPE" val="f"/>
  <p:tag name="KSO_WM_UNIT_INDEX" val="1"/>
  <p:tag name="KSO_WM_BEAUTIFY_FLAG" val="#wm#"/>
  <p:tag name="KSO_WM_TAG_VERSION" val="3.0"/>
</p:tagLst>
</file>

<file path=ppt/tags/tag382.xml><?xml version="1.0" encoding="utf-8"?>
<p:tagLst xmlns:p="http://schemas.openxmlformats.org/presentationml/2006/main">
  <p:tag name="KSO_WM_UNIT_TYPE" val="i"/>
  <p:tag name="KSO_WM_UNIT_INDEX" val="8"/>
  <p:tag name="KSO_WM_BEAUTIFY_FLAG" val="#wm#"/>
  <p:tag name="KSO_WM_TAG_VERSION" val="3.0"/>
</p:tagLst>
</file>

<file path=ppt/tags/tag383.xml><?xml version="1.0" encoding="utf-8"?>
<p:tagLst xmlns:p="http://schemas.openxmlformats.org/presentationml/2006/main">
  <p:tag name="KSO_WM_UNIT_TYPE" val="x"/>
  <p:tag name="KSO_WM_UNIT_INDEX" val="2"/>
  <p:tag name="KSO_WM_BEAUTIFY_FLAG" val="#wm#"/>
  <p:tag name="KSO_WM_TAG_VERSION" val="3.0"/>
</p:tagLst>
</file>

<file path=ppt/tags/tag384.xml><?xml version="1.0" encoding="utf-8"?>
<p:tagLst xmlns:p="http://schemas.openxmlformats.org/presentationml/2006/main">
  <p:tag name="KSO_WM_UNIT_TYPE" val="f"/>
  <p:tag name="KSO_WM_UNIT_INDEX" val="2"/>
  <p:tag name="KSO_WM_BEAUTIFY_FLAG" val="#wm#"/>
  <p:tag name="KSO_WM_TAG_VERSION" val="3.0"/>
</p:tagLst>
</file>

<file path=ppt/tags/tag385.xml><?xml version="1.0" encoding="utf-8"?>
<p:tagLst xmlns:p="http://schemas.openxmlformats.org/presentationml/2006/main">
  <p:tag name="KSO_WM_UNIT_TYPE" val="f"/>
  <p:tag name="KSO_WM_UNIT_INDEX" val="3"/>
  <p:tag name="KSO_WM_BEAUTIFY_FLAG" val="#wm#"/>
  <p:tag name="KSO_WM_TAG_VERSION" val="3.0"/>
</p:tagLst>
</file>

<file path=ppt/tags/tag386.xml><?xml version="1.0" encoding="utf-8"?>
<p:tagLst xmlns:p="http://schemas.openxmlformats.org/presentationml/2006/main">
  <p:tag name="KSO_WM_UNIT_TYPE" val="i"/>
  <p:tag name="KSO_WM_UNIT_INDEX" val="10"/>
  <p:tag name="KSO_WM_BEAUTIFY_FLAG" val="#wm#"/>
  <p:tag name="KSO_WM_TAG_VERSION" val="3.0"/>
</p:tagLst>
</file>

<file path=ppt/tags/tag387.xml><?xml version="1.0" encoding="utf-8"?>
<p:tagLst xmlns:p="http://schemas.openxmlformats.org/presentationml/2006/main">
  <p:tag name="KSO_WM_UNIT_TYPE" val="x"/>
  <p:tag name="KSO_WM_UNIT_INDEX" val="3"/>
  <p:tag name="KSO_WM_BEAUTIFY_FLAG" val="#wm#"/>
  <p:tag name="KSO_WM_TAG_VERSION" val="3.0"/>
</p:tagLst>
</file>

<file path=ppt/tags/tag388.xml><?xml version="1.0" encoding="utf-8"?>
<p:tagLst xmlns:p="http://schemas.openxmlformats.org/presentationml/2006/main">
  <p:tag name="KSO_WM_UNIT_TYPE" val="f"/>
  <p:tag name="KSO_WM_UNIT_INDEX" val="4"/>
  <p:tag name="KSO_WM_BEAUTIFY_FLAG" val="#wm#"/>
  <p:tag name="KSO_WM_TAG_VERSION" val="3.0"/>
</p:tagLst>
</file>

<file path=ppt/tags/tag389.xml><?xml version="1.0" encoding="utf-8"?>
<p:tagLst xmlns:p="http://schemas.openxmlformats.org/presentationml/2006/main">
  <p:tag name="KSO_WM_UNIT_TYPE" val="f"/>
  <p:tag name="KSO_WM_UNIT_INDEX" val="5"/>
  <p:tag name="KSO_WM_BEAUTIFY_FLAG" val="#wm#"/>
  <p:tag name="KSO_WM_TAG_VERSION" val="3.0"/>
</p:tagLst>
</file>

<file path=ppt/tags/tag390.xml><?xml version="1.0" encoding="utf-8"?>
<p:tagLst xmlns:p="http://schemas.openxmlformats.org/presentationml/2006/main">
  <p:tag name="KSO_WM_UNIT_TYPE" val="i"/>
  <p:tag name="KSO_WM_UNIT_INDEX" val="12"/>
  <p:tag name="KSO_WM_BEAUTIFY_FLAG" val="#wm#"/>
  <p:tag name="KSO_WM_TAG_VERSION" val="3.0"/>
</p:tagLst>
</file>

<file path=ppt/tags/tag391.xml><?xml version="1.0" encoding="utf-8"?>
<p:tagLst xmlns:p="http://schemas.openxmlformats.org/presentationml/2006/main">
  <p:tag name="KSO_WM_UNIT_TYPE" val="i"/>
  <p:tag name="KSO_WM_UNIT_INDEX" val="14"/>
  <p:tag name="KSO_WM_BEAUTIFY_FLAG" val="#wm#"/>
  <p:tag name="KSO_WM_TAG_VERSION" val="3.0"/>
</p:tagLst>
</file>

<file path=ppt/tags/tag392.xml><?xml version="1.0" encoding="utf-8"?>
<p:tagLst xmlns:p="http://schemas.openxmlformats.org/presentationml/2006/main">
  <p:tag name="KSO_WM_UNIT_TYPE" val="x"/>
  <p:tag name="KSO_WM_UNIT_INDEX" val="4"/>
  <p:tag name="KSO_WM_BEAUTIFY_FLAG" val="#wm#"/>
  <p:tag name="KSO_WM_TAG_VERSION" val="3.0"/>
</p:tagLst>
</file>

<file path=ppt/tags/tag393.xml><?xml version="1.0" encoding="utf-8"?>
<p:tagLst xmlns:p="http://schemas.openxmlformats.org/presentationml/2006/main">
  <p:tag name="KSO_WM_UNIT_TYPE" val="f"/>
  <p:tag name="KSO_WM_UNIT_INDEX" val="6"/>
  <p:tag name="KSO_WM_BEAUTIFY_FLAG" val="#wm#"/>
  <p:tag name="KSO_WM_TAG_VERSION" val="3.0"/>
</p:tagLst>
</file>

<file path=ppt/tags/tag394.xml><?xml version="1.0" encoding="utf-8"?>
<p:tagLst xmlns:p="http://schemas.openxmlformats.org/presentationml/2006/main">
  <p:tag name="KSO_WM_UNIT_TYPE" val="i"/>
  <p:tag name="KSO_WM_UNIT_INDEX" val="16"/>
  <p:tag name="KSO_WM_BEAUTIFY_FLAG" val="#wm#"/>
  <p:tag name="KSO_WM_TAG_VERSION" val="3.0"/>
</p:tagLst>
</file>

<file path=ppt/tags/tag395.xml><?xml version="1.0" encoding="utf-8"?>
<p:tagLst xmlns:p="http://schemas.openxmlformats.org/presentationml/2006/main">
  <p:tag name="KSO_WM_UNIT_TYPE" val="x"/>
  <p:tag name="KSO_WM_UNIT_INDEX" val="5"/>
  <p:tag name="KSO_WM_BEAUTIFY_FLAG" val="#wm#"/>
  <p:tag name="KSO_WM_TAG_VERSION" val="3.0"/>
</p:tagLst>
</file>

<file path=ppt/tags/tag396.xml><?xml version="1.0" encoding="utf-8"?>
<p:tagLst xmlns:p="http://schemas.openxmlformats.org/presentationml/2006/main">
  <p:tag name="KSO_WM_UNIT_TYPE" val="f"/>
  <p:tag name="KSO_WM_UNIT_INDEX" val="7"/>
  <p:tag name="KSO_WM_BEAUTIFY_FLAG" val="#wm#"/>
  <p:tag name="KSO_WM_TAG_VERSION" val="3.0"/>
</p:tagLst>
</file>

<file path=ppt/tags/tag397.xml><?xml version="1.0" encoding="utf-8"?>
<p:tagLst xmlns:p="http://schemas.openxmlformats.org/presentationml/2006/main">
  <p:tag name="KSO_WM_UNIT_TYPE" val="f"/>
  <p:tag name="KSO_WM_UNIT_INDEX" val="8"/>
  <p:tag name="KSO_WM_BEAUTIFY_FLAG" val="#wm#"/>
  <p:tag name="KSO_WM_TAG_VERSION" val="3.0"/>
</p:tagLst>
</file>

<file path=ppt/tags/tag398.xml><?xml version="1.0" encoding="utf-8"?>
<p:tagLst xmlns:p="http://schemas.openxmlformats.org/presentationml/2006/main">
  <p:tag name="KSO_WM_UNIT_TYPE" val="i"/>
  <p:tag name="KSO_WM_UNIT_INDEX" val="18"/>
  <p:tag name="KSO_WM_BEAUTIFY_FLAG" val="#wm#"/>
  <p:tag name="KSO_WM_TAG_VERSION" val="3.0"/>
</p:tagLst>
</file>

<file path=ppt/tags/tag399.xml><?xml version="1.0" encoding="utf-8"?>
<p:tagLst xmlns:p="http://schemas.openxmlformats.org/presentationml/2006/main">
  <p:tag name="KSO_WM_UNIT_TYPE" val="x"/>
  <p:tag name="KSO_WM_UNIT_INDEX" val="6"/>
  <p:tag name="KSO_WM_BEAUTIFY_FLAG" val="#wm#"/>
  <p:tag name="KSO_WM_TAG_VERSION" val="3.0"/>
</p:tagLst>
</file>

<file path=ppt/tags/tag400.xml><?xml version="1.0" encoding="utf-8"?>
<p:tagLst xmlns:p="http://schemas.openxmlformats.org/presentationml/2006/main">
  <p:tag name="KSO_WM_UNIT_TYPE" val="f"/>
  <p:tag name="KSO_WM_UNIT_INDEX" val="9"/>
  <p:tag name="KSO_WM_BEAUTIFY_FLAG" val="#wm#"/>
  <p:tag name="KSO_WM_TAG_VERSION" val="3.0"/>
</p:tagLst>
</file>

<file path=ppt/tags/tag401.xml><?xml version="1.0" encoding="utf-8"?>
<p:tagLst xmlns:p="http://schemas.openxmlformats.org/presentationml/2006/main">
  <p:tag name="KSO_WM_UNIT_TYPE" val="f"/>
  <p:tag name="KSO_WM_UNIT_INDEX" val="10"/>
  <p:tag name="KSO_WM_BEAUTIFY_FLAG" val="#wm#"/>
  <p:tag name="KSO_WM_TAG_VERSION" val="3.0"/>
</p:tagLst>
</file>

<file path=ppt/tags/tag402.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b82659b96210c1a209ec02ca09f00b4672e01686"/>
  <p:tag name="KSO_WM_NEWLAYOUT_ID" val="1464"/>
  <p:tag name="KSO_WM_UNIT_ISCONTENTSTITLE" val="0"/>
  <p:tag name="KSO_WM_UNIT_ISNUMDGMTITLE" val="0"/>
  <p:tag name="KSO_WM_UNIT_PRESET_TEXT_INDEX" val="-1"/>
  <p:tag name="KSO_WM_UNIT_PRESET_TEXT_LEN" val="0"/>
  <p:tag name="KSO_WM_UNIT_NOCLEAR" val="0"/>
  <p:tag name="KSO_WM_UNIT_HIGHLIGHT" val="0"/>
  <p:tag name="KSO_WM_UNIT_COMPATIBLE" val="0"/>
  <p:tag name="KSO_WM_UNIT_DIAGRAM_ISNUMVISUAL" val="0"/>
  <p:tag name="KSO_WM_UNIT_DIAGRAM_ISREFERUNIT" val="0"/>
  <p:tag name="KSO_WM_UNIT_ID" val="custom40495062_3*a*1"/>
  <p:tag name="KSO_WM_TEMPLATE_CATEGORY" val="custom"/>
  <p:tag name="KSO_WM_TEMPLATE_INDEX" val="40495062"/>
  <p:tag name="KSO_WM_UNIT_LAYERLEVEL" val="1"/>
  <p:tag name="KSO_WM_TAG_VERSION" val="3.0"/>
</p:tagLst>
</file>

<file path=ppt/tags/tag403.xml><?xml version="1.0" encoding="utf-8"?>
<p:tagLst xmlns:p="http://schemas.openxmlformats.org/presentationml/2006/main">
  <p:tag name="KSO_WM_UNIT_TYPE" val="e"/>
  <p:tag name="KSO_WM_BEAUTIFY_FLAG" val="#wm#"/>
  <p:tag name="KSO_WM_FIGMA_FLAG" val="#fgm#"/>
  <p:tag name="KSO_WM_UNIT_INDEX" val="1"/>
  <p:tag name="KSO_WM_UNIT_PRESET_TEXT" val="01"/>
  <p:tag name="KSO_WM_UNIT_NOCLEAR" val="0"/>
  <p:tag name="KSO_WM_UNIT_HIGHLIGHT" val="0"/>
  <p:tag name="KSO_WM_UNIT_COMPATIBLE" val="1"/>
  <p:tag name="KSO_WM_UNIT_DIAGRAM_ISNUMVISUAL" val="0"/>
  <p:tag name="KSO_WM_UNIT_DIAGRAM_ISREFERUNIT" val="0"/>
  <p:tag name="KSO_WM_UNIT_ID" val="custom40495062_3*e*1"/>
  <p:tag name="KSO_WM_TEMPLATE_CATEGORY" val="custom"/>
  <p:tag name="KSO_WM_TEMPLATE_INDEX" val="40495062"/>
  <p:tag name="KSO_WM_UNIT_LAYERLEVEL" val="1"/>
  <p:tag name="KSO_WM_TAG_VERSION" val="3.0"/>
</p:tagLst>
</file>

<file path=ppt/tags/tag404.xml><?xml version="1.0" encoding="utf-8"?>
<p:tagLst xmlns:p="http://schemas.openxmlformats.org/presentationml/2006/main">
  <p:tag name="KSO_WM_SLIDE_CONTENT_ORIENTATION" val="center"/>
  <p:tag name="KSO_WM_SLIDE_HAS_MASK" val="0"/>
  <p:tag name="KSO_WM_SLIDE_ITEM_CNT" val="0"/>
  <p:tag name="KSO_WM_SLIDE_TYPE" val="sectionTitle"/>
  <p:tag name="KSO_WM_TEMPLATE_SUBCATEGORY" val="29"/>
  <p:tag name="KSO_WM_BEAUTIFY_FLAG" val="#wm#"/>
  <p:tag name="KSO_WM_TEMPLATE_SLIDE_ID" val="slide_8d1615941f9e1a55"/>
  <p:tag name="KSO_WM_TAG_VERSION" val="3.0"/>
  <p:tag name="KSO_WM_SLIDE_ID" val="custom40495062_3"/>
  <p:tag name="KSO_WM_TEMPLATE_MASTER_TYPE" val="0"/>
  <p:tag name="KSO_WM_TEMPLATE_COLOR_TYPE" val="0"/>
  <p:tag name="KSO_WM_SLIDE_INDEX" val="3"/>
  <p:tag name="KSO_WM_TEMPLATE_CATEGORY" val="custom"/>
  <p:tag name="KSO_WM_TEMPLATE_INDEX" val="40495062"/>
  <p:tag name="KSO_WM_SLIDE_LAYOUT" val="a_e"/>
  <p:tag name="KSO_WM_SLIDE_LAYOUT_CNT" val="1_1"/>
</p:tagLst>
</file>

<file path=ppt/tags/tag405.xml><?xml version="1.0" encoding="utf-8"?>
<p:tagLst xmlns:p="http://schemas.openxmlformats.org/presentationml/2006/main">
  <p:tag name="KSO_WM_UNIT_TYPE" val="b"/>
  <p:tag name="KSO_WM_UNIT_INDEX" val="1"/>
  <p:tag name="KSO_WM_BEAUTIFY_FLAG" val="#wm#"/>
  <p:tag name="KSO_WM_TAG_VERSION" val="3.0"/>
</p:tagLst>
</file>

<file path=ppt/tags/tag406.xml><?xml version="1.0" encoding="utf-8"?>
<p:tagLst xmlns:p="http://schemas.openxmlformats.org/presentationml/2006/main">
  <p:tag name="KSO_WM_UNIT_TYPE" val="i"/>
  <p:tag name="KSO_WM_UNIT_INDEX" val="4"/>
  <p:tag name="KSO_WM_BEAUTIFY_FLAG" val="#wm#"/>
  <p:tag name="KSO_WM_TAG_VERSION" val="3.0"/>
</p:tagLst>
</file>

<file path=ppt/tags/tag407.xml><?xml version="1.0" encoding="utf-8"?>
<p:tagLst xmlns:p="http://schemas.openxmlformats.org/presentationml/2006/main">
  <p:tag name="KSO_WM_UNIT_TYPE" val="i"/>
  <p:tag name="KSO_WM_UNIT_INDEX" val="6"/>
  <p:tag name="KSO_WM_BEAUTIFY_FLAG" val="#wm#"/>
  <p:tag name="KSO_WM_TAG_VERSION" val="3.0"/>
</p:tagLst>
</file>

<file path=ppt/tags/tag408.xml><?xml version="1.0" encoding="utf-8"?>
<p:tagLst xmlns:p="http://schemas.openxmlformats.org/presentationml/2006/main">
  <p:tag name="KSO_WM_UNIT_TYPE" val="x"/>
  <p:tag name="KSO_WM_UNIT_INDEX" val="1"/>
  <p:tag name="KSO_WM_BEAUTIFY_FLAG" val="#wm#"/>
  <p:tag name="KSO_WM_TAG_VERSION" val="3.0"/>
</p:tagLst>
</file>

<file path=ppt/tags/tag409.xml><?xml version="1.0" encoding="utf-8"?>
<p:tagLst xmlns:p="http://schemas.openxmlformats.org/presentationml/2006/main">
  <p:tag name="KSO_WM_UNIT_TYPE" val="f"/>
  <p:tag name="KSO_WM_UNIT_INDEX" val="1"/>
  <p:tag name="KSO_WM_BEAUTIFY_FLAG" val="#wm#"/>
  <p:tag name="KSO_WM_TAG_VERSION" val="3.0"/>
</p:tagLst>
</file>

<file path=ppt/tags/tag410.xml><?xml version="1.0" encoding="utf-8"?>
<p:tagLst xmlns:p="http://schemas.openxmlformats.org/presentationml/2006/main">
  <p:tag name="KSO_WM_UNIT_TYPE" val="f"/>
  <p:tag name="KSO_WM_UNIT_INDEX" val="2"/>
  <p:tag name="KSO_WM_BEAUTIFY_FLAG" val="#wm#"/>
  <p:tag name="KSO_WM_TAG_VERSION" val="3.0"/>
</p:tagLst>
</file>

<file path=ppt/tags/tag411.xml><?xml version="1.0" encoding="utf-8"?>
<p:tagLst xmlns:p="http://schemas.openxmlformats.org/presentationml/2006/main">
  <p:tag name="KSO_WM_UNIT_TYPE" val="i"/>
  <p:tag name="KSO_WM_UNIT_INDEX" val="8"/>
  <p:tag name="KSO_WM_BEAUTIFY_FLAG" val="#wm#"/>
  <p:tag name="KSO_WM_TAG_VERSION" val="3.0"/>
</p:tagLst>
</file>

<file path=ppt/tags/tag412.xml><?xml version="1.0" encoding="utf-8"?>
<p:tagLst xmlns:p="http://schemas.openxmlformats.org/presentationml/2006/main">
  <p:tag name="KSO_WM_UNIT_TYPE" val="x"/>
  <p:tag name="KSO_WM_UNIT_INDEX" val="2"/>
  <p:tag name="KSO_WM_BEAUTIFY_FLAG" val="#wm#"/>
  <p:tag name="KSO_WM_TAG_VERSION" val="3.0"/>
</p:tagLst>
</file>

<file path=ppt/tags/tag413.xml><?xml version="1.0" encoding="utf-8"?>
<p:tagLst xmlns:p="http://schemas.openxmlformats.org/presentationml/2006/main">
  <p:tag name="KSO_WM_UNIT_TYPE" val="f"/>
  <p:tag name="KSO_WM_UNIT_INDEX" val="3"/>
  <p:tag name="KSO_WM_BEAUTIFY_FLAG" val="#wm#"/>
  <p:tag name="KSO_WM_TAG_VERSION" val="3.0"/>
</p:tagLst>
</file>

<file path=ppt/tags/tag414.xml><?xml version="1.0" encoding="utf-8"?>
<p:tagLst xmlns:p="http://schemas.openxmlformats.org/presentationml/2006/main">
  <p:tag name="KSO_WM_UNIT_TYPE" val="i"/>
  <p:tag name="KSO_WM_UNIT_INDEX" val="10"/>
  <p:tag name="KSO_WM_BEAUTIFY_FLAG" val="#wm#"/>
  <p:tag name="KSO_WM_TAG_VERSION" val="3.0"/>
</p:tagLst>
</file>

<file path=ppt/tags/tag415.xml><?xml version="1.0" encoding="utf-8"?>
<p:tagLst xmlns:p="http://schemas.openxmlformats.org/presentationml/2006/main">
  <p:tag name="KSO_WM_UNIT_TYPE" val="x"/>
  <p:tag name="KSO_WM_UNIT_INDEX" val="3"/>
  <p:tag name="KSO_WM_BEAUTIFY_FLAG" val="#wm#"/>
  <p:tag name="KSO_WM_TAG_VERSION" val="3.0"/>
</p:tagLst>
</file>

<file path=ppt/tags/tag416.xml><?xml version="1.0" encoding="utf-8"?>
<p:tagLst xmlns:p="http://schemas.openxmlformats.org/presentationml/2006/main">
  <p:tag name="KSO_WM_UNIT_TYPE" val="f"/>
  <p:tag name="KSO_WM_UNIT_INDEX" val="4"/>
  <p:tag name="KSO_WM_BEAUTIFY_FLAG" val="#wm#"/>
  <p:tag name="KSO_WM_TAG_VERSION" val="3.0"/>
</p:tagLst>
</file>

<file path=ppt/tags/tag417.xml><?xml version="1.0" encoding="utf-8"?>
<p:tagLst xmlns:p="http://schemas.openxmlformats.org/presentationml/2006/main">
  <p:tag name="KSO_WM_UNIT_TYPE" val="i"/>
  <p:tag name="KSO_WM_UNIT_INDEX" val="12"/>
  <p:tag name="KSO_WM_BEAUTIFY_FLAG" val="#wm#"/>
  <p:tag name="KSO_WM_TAG_VERSION" val="3.0"/>
</p:tagLst>
</file>

<file path=ppt/tags/tag418.xml><?xml version="1.0" encoding="utf-8"?>
<p:tagLst xmlns:p="http://schemas.openxmlformats.org/presentationml/2006/main">
  <p:tag name="KSO_WM_UNIT_TYPE" val="x"/>
  <p:tag name="KSO_WM_UNIT_INDEX" val="4"/>
  <p:tag name="KSO_WM_BEAUTIFY_FLAG" val="#wm#"/>
  <p:tag name="KSO_WM_TAG_VERSION" val="3.0"/>
</p:tagLst>
</file>

<file path=ppt/tags/tag419.xml><?xml version="1.0" encoding="utf-8"?>
<p:tagLst xmlns:p="http://schemas.openxmlformats.org/presentationml/2006/main">
  <p:tag name="KSO_WM_UNIT_TYPE" val="f"/>
  <p:tag name="KSO_WM_UNIT_INDEX" val="5"/>
  <p:tag name="KSO_WM_BEAUTIFY_FLAG" val="#wm#"/>
  <p:tag name="KSO_WM_TAG_VERSION" val="3.0"/>
</p:tagLst>
</file>

<file path=ppt/tags/tag420.xml><?xml version="1.0" encoding="utf-8"?>
<p:tagLst xmlns:p="http://schemas.openxmlformats.org/presentationml/2006/main">
  <p:tag name="KSO_WM_UNIT_TYPE" val="i"/>
  <p:tag name="KSO_WM_UNIT_INDEX" val="14"/>
  <p:tag name="KSO_WM_BEAUTIFY_FLAG" val="#wm#"/>
  <p:tag name="KSO_WM_TAG_VERSION" val="3.0"/>
</p:tagLst>
</file>

<file path=ppt/tags/tag421.xml><?xml version="1.0" encoding="utf-8"?>
<p:tagLst xmlns:p="http://schemas.openxmlformats.org/presentationml/2006/main">
  <p:tag name="KSO_WM_UNIT_TYPE" val="x"/>
  <p:tag name="KSO_WM_UNIT_INDEX" val="5"/>
  <p:tag name="KSO_WM_BEAUTIFY_FLAG" val="#wm#"/>
  <p:tag name="KSO_WM_TAG_VERSION" val="3.0"/>
</p:tagLst>
</file>

<file path=ppt/tags/tag422.xml><?xml version="1.0" encoding="utf-8"?>
<p:tagLst xmlns:p="http://schemas.openxmlformats.org/presentationml/2006/main">
  <p:tag name="KSO_WM_UNIT_TYPE" val="f"/>
  <p:tag name="KSO_WM_UNIT_INDEX" val="6"/>
  <p:tag name="KSO_WM_BEAUTIFY_FLAG" val="#wm#"/>
  <p:tag name="KSO_WM_TAG_VERSION" val="3.0"/>
</p:tagLst>
</file>

<file path=ppt/tags/tag423.xml><?xml version="1.0" encoding="utf-8"?>
<p:tagLst xmlns:p="http://schemas.openxmlformats.org/presentationml/2006/main">
  <p:tag name="KSO_WM_UNIT_TYPE" val="i"/>
  <p:tag name="KSO_WM_UNIT_INDEX" val="16"/>
  <p:tag name="KSO_WM_BEAUTIFY_FLAG" val="#wm#"/>
  <p:tag name="KSO_WM_TAG_VERSION" val="3.0"/>
</p:tagLst>
</file>

<file path=ppt/tags/tag424.xml><?xml version="1.0" encoding="utf-8"?>
<p:tagLst xmlns:p="http://schemas.openxmlformats.org/presentationml/2006/main">
  <p:tag name="KSO_WM_UNIT_TYPE" val="i"/>
  <p:tag name="KSO_WM_UNIT_INDEX" val="18"/>
  <p:tag name="KSO_WM_BEAUTIFY_FLAG" val="#wm#"/>
  <p:tag name="KSO_WM_TAG_VERSION" val="3.0"/>
</p:tagLst>
</file>

<file path=ppt/tags/tag425.xml><?xml version="1.0" encoding="utf-8"?>
<p:tagLst xmlns:p="http://schemas.openxmlformats.org/presentationml/2006/main">
  <p:tag name="KSO_WM_UNIT_TYPE" val="x"/>
  <p:tag name="KSO_WM_UNIT_INDEX" val="6"/>
  <p:tag name="KSO_WM_BEAUTIFY_FLAG" val="#wm#"/>
  <p:tag name="KSO_WM_TAG_VERSION" val="3.0"/>
</p:tagLst>
</file>

<file path=ppt/tags/tag426.xml><?xml version="1.0" encoding="utf-8"?>
<p:tagLst xmlns:p="http://schemas.openxmlformats.org/presentationml/2006/main">
  <p:tag name="KSO_WM_UNIT_TYPE" val="f"/>
  <p:tag name="KSO_WM_UNIT_INDEX" val="7"/>
  <p:tag name="KSO_WM_BEAUTIFY_FLAG" val="#wm#"/>
  <p:tag name="KSO_WM_TAG_VERSION" val="3.0"/>
</p:tagLst>
</file>

<file path=ppt/tags/tag427.xml><?xml version="1.0" encoding="utf-8"?>
<p:tagLst xmlns:p="http://schemas.openxmlformats.org/presentationml/2006/main">
  <p:tag name="KSO_WM_UNIT_TYPE" val="f"/>
  <p:tag name="KSO_WM_UNIT_INDEX" val="8"/>
  <p:tag name="KSO_WM_BEAUTIFY_FLAG" val="#wm#"/>
  <p:tag name="KSO_WM_TAG_VERSION" val="3.0"/>
</p:tagLst>
</file>

<file path=ppt/tags/tag428.xml><?xml version="1.0" encoding="utf-8"?>
<p:tagLst xmlns:p="http://schemas.openxmlformats.org/presentationml/2006/main">
  <p:tag name="KSO_WM_UNIT_TYPE" val="i"/>
  <p:tag name="KSO_WM_UNIT_INDEX" val="20"/>
  <p:tag name="KSO_WM_BEAUTIFY_FLAG" val="#wm#"/>
  <p:tag name="KSO_WM_TAG_VERSION" val="3.0"/>
</p:tagLst>
</file>

<file path=ppt/tags/tag429.xml><?xml version="1.0" encoding="utf-8"?>
<p:tagLst xmlns:p="http://schemas.openxmlformats.org/presentationml/2006/main">
  <p:tag name="KSO_WM_UNIT_TYPE" val="x"/>
  <p:tag name="KSO_WM_UNIT_INDEX" val="7"/>
  <p:tag name="KSO_WM_BEAUTIFY_FLAG" val="#wm#"/>
  <p:tag name="KSO_WM_TAG_VERSION" val="3.0"/>
</p:tagLst>
</file>

<file path=ppt/tags/tag430.xml><?xml version="1.0" encoding="utf-8"?>
<p:tagLst xmlns:p="http://schemas.openxmlformats.org/presentationml/2006/main">
  <p:tag name="KSO_WM_UNIT_TYPE" val="f"/>
  <p:tag name="KSO_WM_UNIT_INDEX" val="9"/>
  <p:tag name="KSO_WM_BEAUTIFY_FLAG" val="#wm#"/>
  <p:tag name="KSO_WM_TAG_VERSION" val="3.0"/>
</p:tagLst>
</file>

<file path=ppt/tags/tag431.xml><?xml version="1.0" encoding="utf-8"?>
<p:tagLst xmlns:p="http://schemas.openxmlformats.org/presentationml/2006/main">
  <p:tag name="KSO_WM_UNIT_TYPE" val="i"/>
  <p:tag name="KSO_WM_UNIT_INDEX" val="22"/>
  <p:tag name="KSO_WM_BEAUTIFY_FLAG" val="#wm#"/>
  <p:tag name="KSO_WM_TAG_VERSION" val="3.0"/>
</p:tagLst>
</file>

<file path=ppt/tags/tag432.xml><?xml version="1.0" encoding="utf-8"?>
<p:tagLst xmlns:p="http://schemas.openxmlformats.org/presentationml/2006/main">
  <p:tag name="KSO_WM_UNIT_TYPE" val="x"/>
  <p:tag name="KSO_WM_UNIT_INDEX" val="8"/>
  <p:tag name="KSO_WM_BEAUTIFY_FLAG" val="#wm#"/>
  <p:tag name="KSO_WM_TAG_VERSION" val="3.0"/>
</p:tagLst>
</file>

<file path=ppt/tags/tag433.xml><?xml version="1.0" encoding="utf-8"?>
<p:tagLst xmlns:p="http://schemas.openxmlformats.org/presentationml/2006/main">
  <p:tag name="KSO_WM_UNIT_TYPE" val="f"/>
  <p:tag name="KSO_WM_UNIT_INDEX" val="10"/>
  <p:tag name="KSO_WM_BEAUTIFY_FLAG" val="#wm#"/>
  <p:tag name="KSO_WM_TAG_VERSION" val="3.0"/>
</p:tagLst>
</file>

<file path=ppt/tags/tag434.xml><?xml version="1.0" encoding="utf-8"?>
<p:tagLst xmlns:p="http://schemas.openxmlformats.org/presentationml/2006/main">
  <p:tag name="KSO_WM_UNIT_TYPE" val="i"/>
  <p:tag name="KSO_WM_UNIT_INDEX" val="24"/>
  <p:tag name="KSO_WM_BEAUTIFY_FLAG" val="#wm#"/>
  <p:tag name="KSO_WM_TAG_VERSION" val="3.0"/>
</p:tagLst>
</file>

<file path=ppt/tags/tag435.xml><?xml version="1.0" encoding="utf-8"?>
<p:tagLst xmlns:p="http://schemas.openxmlformats.org/presentationml/2006/main">
  <p:tag name="KSO_WM_UNIT_TYPE" val="x"/>
  <p:tag name="KSO_WM_UNIT_INDEX" val="9"/>
  <p:tag name="KSO_WM_BEAUTIFY_FLAG" val="#wm#"/>
  <p:tag name="KSO_WM_TAG_VERSION" val="3.0"/>
</p:tagLst>
</file>

<file path=ppt/tags/tag436.xml><?xml version="1.0" encoding="utf-8"?>
<p:tagLst xmlns:p="http://schemas.openxmlformats.org/presentationml/2006/main">
  <p:tag name="KSO_WM_UNIT_TYPE" val="f"/>
  <p:tag name="KSO_WM_UNIT_INDEX" val="11"/>
  <p:tag name="KSO_WM_BEAUTIFY_FLAG" val="#wm#"/>
  <p:tag name="KSO_WM_TAG_VERSION" val="3.0"/>
</p:tagLst>
</file>

<file path=ppt/tags/tag437.xml><?xml version="1.0" encoding="utf-8"?>
<p:tagLst xmlns:p="http://schemas.openxmlformats.org/presentationml/2006/main">
  <p:tag name="KSO_WM_UNIT_TYPE" val="i"/>
  <p:tag name="KSO_WM_UNIT_INDEX" val="26"/>
  <p:tag name="KSO_WM_BEAUTIFY_FLAG" val="#wm#"/>
  <p:tag name="KSO_WM_TAG_VERSION" val="3.0"/>
</p:tagLst>
</file>

<file path=ppt/tags/tag438.xml><?xml version="1.0" encoding="utf-8"?>
<p:tagLst xmlns:p="http://schemas.openxmlformats.org/presentationml/2006/main">
  <p:tag name="KSO_WM_UNIT_TYPE" val="x"/>
  <p:tag name="KSO_WM_UNIT_INDEX" val="10"/>
  <p:tag name="KSO_WM_BEAUTIFY_FLAG" val="#wm#"/>
  <p:tag name="KSO_WM_TAG_VERSION" val="3.0"/>
</p:tagLst>
</file>

<file path=ppt/tags/tag439.xml><?xml version="1.0" encoding="utf-8"?>
<p:tagLst xmlns:p="http://schemas.openxmlformats.org/presentationml/2006/main">
  <p:tag name="KSO_WM_UNIT_TYPE" val="f"/>
  <p:tag name="KSO_WM_UNIT_INDEX" val="12"/>
  <p:tag name="KSO_WM_BEAUTIFY_FLAG" val="#wm#"/>
  <p:tag name="KSO_WM_TAG_VERSION" val="3.0"/>
</p:tagLst>
</file>

<file path=ppt/tags/tag440.xml><?xml version="1.0" encoding="utf-8"?>
<p:tagLst xmlns:p="http://schemas.openxmlformats.org/presentationml/2006/main">
  <p:tag name="KSO_WM_UNIT_TYPE" val="i"/>
  <p:tag name="KSO_WM_UNIT_INDEX" val="28"/>
  <p:tag name="KSO_WM_BEAUTIFY_FLAG" val="#wm#"/>
  <p:tag name="KSO_WM_TAG_VERSION" val="3.0"/>
</p:tagLst>
</file>

<file path=ppt/tags/tag441.xml><?xml version="1.0" encoding="utf-8"?>
<p:tagLst xmlns:p="http://schemas.openxmlformats.org/presentationml/2006/main">
  <p:tag name="KSO_WM_UNIT_TYPE" val="i"/>
  <p:tag name="KSO_WM_UNIT_INDEX" val="30"/>
  <p:tag name="KSO_WM_BEAUTIFY_FLAG" val="#wm#"/>
  <p:tag name="KSO_WM_TAG_VERSION" val="3.0"/>
</p:tagLst>
</file>

<file path=ppt/tags/tag442.xml><?xml version="1.0" encoding="utf-8"?>
<p:tagLst xmlns:p="http://schemas.openxmlformats.org/presentationml/2006/main">
  <p:tag name="KSO_WM_UNIT_TYPE" val="x"/>
  <p:tag name="KSO_WM_UNIT_INDEX" val="11"/>
  <p:tag name="KSO_WM_BEAUTIFY_FLAG" val="#wm#"/>
  <p:tag name="KSO_WM_TAG_VERSION" val="3.0"/>
</p:tagLst>
</file>

<file path=ppt/tags/tag443.xml><?xml version="1.0" encoding="utf-8"?>
<p:tagLst xmlns:p="http://schemas.openxmlformats.org/presentationml/2006/main">
  <p:tag name="KSO_WM_UNIT_TYPE" val="f"/>
  <p:tag name="KSO_WM_UNIT_INDEX" val="13"/>
  <p:tag name="KSO_WM_BEAUTIFY_FLAG" val="#wm#"/>
  <p:tag name="KSO_WM_TAG_VERSION" val="3.0"/>
</p:tagLst>
</file>

<file path=ppt/tags/tag444.xml><?xml version="1.0" encoding="utf-8"?>
<p:tagLst xmlns:p="http://schemas.openxmlformats.org/presentationml/2006/main">
  <p:tag name="KSO_WM_UNIT_TYPE" val="i"/>
  <p:tag name="KSO_WM_UNIT_INDEX" val="32"/>
  <p:tag name="KSO_WM_BEAUTIFY_FLAG" val="#wm#"/>
  <p:tag name="KSO_WM_TAG_VERSION" val="3.0"/>
</p:tagLst>
</file>

<file path=ppt/tags/tag445.xml><?xml version="1.0" encoding="utf-8"?>
<p:tagLst xmlns:p="http://schemas.openxmlformats.org/presentationml/2006/main">
  <p:tag name="KSO_WM_UNIT_TYPE" val="x"/>
  <p:tag name="KSO_WM_UNIT_INDEX" val="12"/>
  <p:tag name="KSO_WM_BEAUTIFY_FLAG" val="#wm#"/>
  <p:tag name="KSO_WM_TAG_VERSION" val="3.0"/>
</p:tagLst>
</file>

<file path=ppt/tags/tag446.xml><?xml version="1.0" encoding="utf-8"?>
<p:tagLst xmlns:p="http://schemas.openxmlformats.org/presentationml/2006/main">
  <p:tag name="KSO_WM_UNIT_TYPE" val="f"/>
  <p:tag name="KSO_WM_UNIT_INDEX" val="14"/>
  <p:tag name="KSO_WM_BEAUTIFY_FLAG" val="#wm#"/>
  <p:tag name="KSO_WM_TAG_VERSION" val="3.0"/>
</p:tagLst>
</file>

<file path=ppt/tags/tag447.xml><?xml version="1.0" encoding="utf-8"?>
<p:tagLst xmlns:p="http://schemas.openxmlformats.org/presentationml/2006/main">
  <p:tag name="KSO_WM_UNIT_TYPE" val="i"/>
  <p:tag name="KSO_WM_UNIT_INDEX" val="34"/>
  <p:tag name="KSO_WM_BEAUTIFY_FLAG" val="#wm#"/>
  <p:tag name="KSO_WM_TAG_VERSION" val="3.0"/>
</p:tagLst>
</file>

<file path=ppt/tags/tag448.xml><?xml version="1.0" encoding="utf-8"?>
<p:tagLst xmlns:p="http://schemas.openxmlformats.org/presentationml/2006/main">
  <p:tag name="KSO_WM_UNIT_TYPE" val="x"/>
  <p:tag name="KSO_WM_UNIT_INDEX" val="13"/>
  <p:tag name="KSO_WM_BEAUTIFY_FLAG" val="#wm#"/>
  <p:tag name="KSO_WM_TAG_VERSION" val="3.0"/>
</p:tagLst>
</file>

<file path=ppt/tags/tag449.xml><?xml version="1.0" encoding="utf-8"?>
<p:tagLst xmlns:p="http://schemas.openxmlformats.org/presentationml/2006/main">
  <p:tag name="KSO_WM_UNIT_TYPE" val="f"/>
  <p:tag name="KSO_WM_UNIT_INDEX" val="15"/>
  <p:tag name="KSO_WM_BEAUTIFY_FLAG" val="#wm#"/>
  <p:tag name="KSO_WM_TAG_VERSION" val="3.0"/>
</p:tagLst>
</file>

<file path=ppt/tags/tag450.xml><?xml version="1.0" encoding="utf-8"?>
<p:tagLst xmlns:p="http://schemas.openxmlformats.org/presentationml/2006/main">
  <p:tag name="KSO_WM_UNIT_TYPE" val="b"/>
  <p:tag name="KSO_WM_UNIT_INDEX" val="1"/>
  <p:tag name="KSO_WM_BEAUTIFY_FLAG" val="#wm#"/>
  <p:tag name="KSO_WM_TAG_VERSION" val="3.0"/>
</p:tagLst>
</file>

<file path=ppt/tags/tag451.xml><?xml version="1.0" encoding="utf-8"?>
<p:tagLst xmlns:p="http://schemas.openxmlformats.org/presentationml/2006/main">
  <p:tag name="KSO_WM_UNIT_TYPE" val="b"/>
  <p:tag name="KSO_WM_UNIT_INDEX" val="1"/>
  <p:tag name="KSO_WM_BEAUTIFY_FLAG" val="#wm#"/>
  <p:tag name="KSO_WM_TAG_VERSION" val="3.0"/>
</p:tagLst>
</file>

<file path=ppt/tags/tag452.xml><?xml version="1.0" encoding="utf-8"?>
<p:tagLst xmlns:p="http://schemas.openxmlformats.org/presentationml/2006/main">
  <p:tag name="KSO_WM_UNIT_TYPE" val="i"/>
  <p:tag name="KSO_WM_UNIT_INDEX" val="4"/>
  <p:tag name="KSO_WM_BEAUTIFY_FLAG" val="#wm#"/>
  <p:tag name="KSO_WM_TAG_VERSION" val="3.0"/>
</p:tagLst>
</file>

<file path=ppt/tags/tag453.xml><?xml version="1.0" encoding="utf-8"?>
<p:tagLst xmlns:p="http://schemas.openxmlformats.org/presentationml/2006/main">
  <p:tag name="KSO_WM_UNIT_TYPE" val="i"/>
  <p:tag name="KSO_WM_UNIT_INDEX" val="6"/>
  <p:tag name="KSO_WM_BEAUTIFY_FLAG" val="#wm#"/>
  <p:tag name="KSO_WM_TAG_VERSION" val="3.0"/>
</p:tagLst>
</file>

<file path=ppt/tags/tag454.xml><?xml version="1.0" encoding="utf-8"?>
<p:tagLst xmlns:p="http://schemas.openxmlformats.org/presentationml/2006/main">
  <p:tag name="KSO_WM_UNIT_TYPE" val="x"/>
  <p:tag name="KSO_WM_UNIT_INDEX" val="1"/>
  <p:tag name="KSO_WM_BEAUTIFY_FLAG" val="#wm#"/>
  <p:tag name="KSO_WM_TAG_VERSION" val="3.0"/>
</p:tagLst>
</file>

<file path=ppt/tags/tag455.xml><?xml version="1.0" encoding="utf-8"?>
<p:tagLst xmlns:p="http://schemas.openxmlformats.org/presentationml/2006/main">
  <p:tag name="KSO_WM_UNIT_TYPE" val="f"/>
  <p:tag name="KSO_WM_UNIT_INDEX" val="1"/>
  <p:tag name="KSO_WM_BEAUTIFY_FLAG" val="#wm#"/>
  <p:tag name="KSO_WM_TAG_VERSION" val="3.0"/>
</p:tagLst>
</file>

<file path=ppt/tags/tag456.xml><?xml version="1.0" encoding="utf-8"?>
<p:tagLst xmlns:p="http://schemas.openxmlformats.org/presentationml/2006/main">
  <p:tag name="KSO_WM_UNIT_TYPE" val="i"/>
  <p:tag name="KSO_WM_UNIT_INDEX" val="8"/>
  <p:tag name="KSO_WM_BEAUTIFY_FLAG" val="#wm#"/>
  <p:tag name="KSO_WM_TAG_VERSION" val="3.0"/>
</p:tagLst>
</file>

<file path=ppt/tags/tag457.xml><?xml version="1.0" encoding="utf-8"?>
<p:tagLst xmlns:p="http://schemas.openxmlformats.org/presentationml/2006/main">
  <p:tag name="KSO_WM_UNIT_TYPE" val="x"/>
  <p:tag name="KSO_WM_UNIT_INDEX" val="2"/>
  <p:tag name="KSO_WM_BEAUTIFY_FLAG" val="#wm#"/>
  <p:tag name="KSO_WM_TAG_VERSION" val="3.0"/>
</p:tagLst>
</file>

<file path=ppt/tags/tag458.xml><?xml version="1.0" encoding="utf-8"?>
<p:tagLst xmlns:p="http://schemas.openxmlformats.org/presentationml/2006/main">
  <p:tag name="KSO_WM_UNIT_TYPE" val="f"/>
  <p:tag name="KSO_WM_UNIT_INDEX" val="2"/>
  <p:tag name="KSO_WM_BEAUTIFY_FLAG" val="#wm#"/>
  <p:tag name="KSO_WM_TAG_VERSION" val="3.0"/>
</p:tagLst>
</file>

<file path=ppt/tags/tag459.xml><?xml version="1.0" encoding="utf-8"?>
<p:tagLst xmlns:p="http://schemas.openxmlformats.org/presentationml/2006/main">
  <p:tag name="KSO_WM_UNIT_TYPE" val="i"/>
  <p:tag name="KSO_WM_UNIT_INDEX" val="10"/>
  <p:tag name="KSO_WM_BEAUTIFY_FLAG" val="#wm#"/>
  <p:tag name="KSO_WM_TAG_VERSION" val="3.0"/>
</p:tagLst>
</file>

<file path=ppt/tags/tag460.xml><?xml version="1.0" encoding="utf-8"?>
<p:tagLst xmlns:p="http://schemas.openxmlformats.org/presentationml/2006/main">
  <p:tag name="KSO_WM_UNIT_TYPE" val="x"/>
  <p:tag name="KSO_WM_UNIT_INDEX" val="3"/>
  <p:tag name="KSO_WM_BEAUTIFY_FLAG" val="#wm#"/>
  <p:tag name="KSO_WM_TAG_VERSION" val="3.0"/>
</p:tagLst>
</file>

<file path=ppt/tags/tag461.xml><?xml version="1.0" encoding="utf-8"?>
<p:tagLst xmlns:p="http://schemas.openxmlformats.org/presentationml/2006/main">
  <p:tag name="KSO_WM_UNIT_TYPE" val="f"/>
  <p:tag name="KSO_WM_UNIT_INDEX" val="3"/>
  <p:tag name="KSO_WM_BEAUTIFY_FLAG" val="#wm#"/>
  <p:tag name="KSO_WM_TAG_VERSION" val="3.0"/>
</p:tagLst>
</file>

<file path=ppt/tags/tag462.xml><?xml version="1.0" encoding="utf-8"?>
<p:tagLst xmlns:p="http://schemas.openxmlformats.org/presentationml/2006/main">
  <p:tag name="KSO_WM_UNIT_TYPE" val="i"/>
  <p:tag name="KSO_WM_UNIT_INDEX" val="12"/>
  <p:tag name="KSO_WM_BEAUTIFY_FLAG" val="#wm#"/>
  <p:tag name="KSO_WM_TAG_VERSION" val="3.0"/>
</p:tagLst>
</file>

<file path=ppt/tags/tag463.xml><?xml version="1.0" encoding="utf-8"?>
<p:tagLst xmlns:p="http://schemas.openxmlformats.org/presentationml/2006/main">
  <p:tag name="KSO_WM_UNIT_TYPE" val="x"/>
  <p:tag name="KSO_WM_UNIT_INDEX" val="4"/>
  <p:tag name="KSO_WM_BEAUTIFY_FLAG" val="#wm#"/>
  <p:tag name="KSO_WM_TAG_VERSION" val="3.0"/>
</p:tagLst>
</file>

<file path=ppt/tags/tag464.xml><?xml version="1.0" encoding="utf-8"?>
<p:tagLst xmlns:p="http://schemas.openxmlformats.org/presentationml/2006/main">
  <p:tag name="KSO_WM_UNIT_TYPE" val="f"/>
  <p:tag name="KSO_WM_UNIT_INDEX" val="4"/>
  <p:tag name="KSO_WM_BEAUTIFY_FLAG" val="#wm#"/>
  <p:tag name="KSO_WM_TAG_VERSION" val="3.0"/>
</p:tagLst>
</file>

<file path=ppt/tags/tag465.xml><?xml version="1.0" encoding="utf-8"?>
<p:tagLst xmlns:p="http://schemas.openxmlformats.org/presentationml/2006/main">
  <p:tag name="KSO_WM_UNIT_TYPE" val="i"/>
  <p:tag name="KSO_WM_UNIT_INDEX" val="14"/>
  <p:tag name="KSO_WM_BEAUTIFY_FLAG" val="#wm#"/>
  <p:tag name="KSO_WM_TAG_VERSION" val="3.0"/>
</p:tagLst>
</file>

<file path=ppt/tags/tag466.xml><?xml version="1.0" encoding="utf-8"?>
<p:tagLst xmlns:p="http://schemas.openxmlformats.org/presentationml/2006/main">
  <p:tag name="KSO_WM_UNIT_TYPE" val="x"/>
  <p:tag name="KSO_WM_UNIT_INDEX" val="5"/>
  <p:tag name="KSO_WM_BEAUTIFY_FLAG" val="#wm#"/>
  <p:tag name="KSO_WM_TAG_VERSION" val="3.0"/>
</p:tagLst>
</file>

<file path=ppt/tags/tag467.xml><?xml version="1.0" encoding="utf-8"?>
<p:tagLst xmlns:p="http://schemas.openxmlformats.org/presentationml/2006/main">
  <p:tag name="KSO_WM_UNIT_TYPE" val="f"/>
  <p:tag name="KSO_WM_UNIT_INDEX" val="5"/>
  <p:tag name="KSO_WM_BEAUTIFY_FLAG" val="#wm#"/>
  <p:tag name="KSO_WM_TAG_VERSION" val="3.0"/>
</p:tagLst>
</file>

<file path=ppt/tags/tag468.xml><?xml version="1.0" encoding="utf-8"?>
<p:tagLst xmlns:p="http://schemas.openxmlformats.org/presentationml/2006/main">
  <p:tag name="KSO_WM_UNIT_TYPE" val="i"/>
  <p:tag name="KSO_WM_UNIT_INDEX" val="18"/>
  <p:tag name="KSO_WM_BEAUTIFY_FLAG" val="#wm#"/>
  <p:tag name="KSO_WM_TAG_VERSION" val="3.0"/>
</p:tagLst>
</file>

<file path=ppt/tags/tag469.xml><?xml version="1.0" encoding="utf-8"?>
<p:tagLst xmlns:p="http://schemas.openxmlformats.org/presentationml/2006/main">
  <p:tag name="KSO_WM_UNIT_TYPE" val="i"/>
  <p:tag name="KSO_WM_UNIT_INDEX" val="20"/>
  <p:tag name="KSO_WM_BEAUTIFY_FLAG" val="#wm#"/>
  <p:tag name="KSO_WM_TAG_VERSION" val="3.0"/>
</p:tagLst>
</file>

<file path=ppt/tags/tag470.xml><?xml version="1.0" encoding="utf-8"?>
<p:tagLst xmlns:p="http://schemas.openxmlformats.org/presentationml/2006/main">
  <p:tag name="KSO_WM_UNIT_TYPE" val="x"/>
  <p:tag name="KSO_WM_UNIT_INDEX" val="6"/>
  <p:tag name="KSO_WM_BEAUTIFY_FLAG" val="#wm#"/>
  <p:tag name="KSO_WM_TAG_VERSION" val="3.0"/>
</p:tagLst>
</file>

<file path=ppt/tags/tag471.xml><?xml version="1.0" encoding="utf-8"?>
<p:tagLst xmlns:p="http://schemas.openxmlformats.org/presentationml/2006/main">
  <p:tag name="KSO_WM_UNIT_TYPE" val="f"/>
  <p:tag name="KSO_WM_UNIT_INDEX" val="7"/>
  <p:tag name="KSO_WM_BEAUTIFY_FLAG" val="#wm#"/>
  <p:tag name="KSO_WM_TAG_VERSION" val="3.0"/>
</p:tagLst>
</file>

<file path=ppt/tags/tag472.xml><?xml version="1.0" encoding="utf-8"?>
<p:tagLst xmlns:p="http://schemas.openxmlformats.org/presentationml/2006/main">
  <p:tag name="KSO_WM_UNIT_TYPE" val="i"/>
  <p:tag name="KSO_WM_UNIT_INDEX" val="22"/>
  <p:tag name="KSO_WM_BEAUTIFY_FLAG" val="#wm#"/>
  <p:tag name="KSO_WM_TAG_VERSION" val="3.0"/>
</p:tagLst>
</file>

<file path=ppt/tags/tag473.xml><?xml version="1.0" encoding="utf-8"?>
<p:tagLst xmlns:p="http://schemas.openxmlformats.org/presentationml/2006/main">
  <p:tag name="KSO_WM_UNIT_TYPE" val="x"/>
  <p:tag name="KSO_WM_UNIT_INDEX" val="7"/>
  <p:tag name="KSO_WM_BEAUTIFY_FLAG" val="#wm#"/>
  <p:tag name="KSO_WM_TAG_VERSION" val="3.0"/>
</p:tagLst>
</file>

<file path=ppt/tags/tag474.xml><?xml version="1.0" encoding="utf-8"?>
<p:tagLst xmlns:p="http://schemas.openxmlformats.org/presentationml/2006/main">
  <p:tag name="KSO_WM_UNIT_TYPE" val="f"/>
  <p:tag name="KSO_WM_UNIT_INDEX" val="8"/>
  <p:tag name="KSO_WM_BEAUTIFY_FLAG" val="#wm#"/>
  <p:tag name="KSO_WM_TAG_VERSION" val="3.0"/>
</p:tagLst>
</file>

<file path=ppt/tags/tag475.xml><?xml version="1.0" encoding="utf-8"?>
<p:tagLst xmlns:p="http://schemas.openxmlformats.org/presentationml/2006/main">
  <p:tag name="KSO_WM_UNIT_TYPE" val="i"/>
  <p:tag name="KSO_WM_UNIT_INDEX" val="24"/>
  <p:tag name="KSO_WM_BEAUTIFY_FLAG" val="#wm#"/>
  <p:tag name="KSO_WM_TAG_VERSION" val="3.0"/>
</p:tagLst>
</file>

<file path=ppt/tags/tag476.xml><?xml version="1.0" encoding="utf-8"?>
<p:tagLst xmlns:p="http://schemas.openxmlformats.org/presentationml/2006/main">
  <p:tag name="KSO_WM_UNIT_TYPE" val="x"/>
  <p:tag name="KSO_WM_UNIT_INDEX" val="8"/>
  <p:tag name="KSO_WM_BEAUTIFY_FLAG" val="#wm#"/>
  <p:tag name="KSO_WM_TAG_VERSION" val="3.0"/>
</p:tagLst>
</file>

<file path=ppt/tags/tag477.xml><?xml version="1.0" encoding="utf-8"?>
<p:tagLst xmlns:p="http://schemas.openxmlformats.org/presentationml/2006/main">
  <p:tag name="KSO_WM_UNIT_TYPE" val="f"/>
  <p:tag name="KSO_WM_UNIT_INDEX" val="9"/>
  <p:tag name="KSO_WM_BEAUTIFY_FLAG" val="#wm#"/>
  <p:tag name="KSO_WM_TAG_VERSION" val="3.0"/>
</p:tagLst>
</file>

<file path=ppt/tags/tag478.xml><?xml version="1.0" encoding="utf-8"?>
<p:tagLst xmlns:p="http://schemas.openxmlformats.org/presentationml/2006/main">
  <p:tag name="KSO_WM_UNIT_TYPE" val="i"/>
  <p:tag name="KSO_WM_UNIT_INDEX" val="26"/>
  <p:tag name="KSO_WM_BEAUTIFY_FLAG" val="#wm#"/>
  <p:tag name="KSO_WM_TAG_VERSION" val="3.0"/>
</p:tagLst>
</file>

<file path=ppt/tags/tag479.xml><?xml version="1.0" encoding="utf-8"?>
<p:tagLst xmlns:p="http://schemas.openxmlformats.org/presentationml/2006/main">
  <p:tag name="KSO_WM_UNIT_TYPE" val="x"/>
  <p:tag name="KSO_WM_UNIT_INDEX" val="9"/>
  <p:tag name="KSO_WM_BEAUTIFY_FLAG" val="#wm#"/>
  <p:tag name="KSO_WM_TAG_VERSION" val="3.0"/>
</p:tagLst>
</file>

<file path=ppt/tags/tag480.xml><?xml version="1.0" encoding="utf-8"?>
<p:tagLst xmlns:p="http://schemas.openxmlformats.org/presentationml/2006/main">
  <p:tag name="KSO_WM_UNIT_TYPE" val="f"/>
  <p:tag name="KSO_WM_UNIT_INDEX" val="10"/>
  <p:tag name="KSO_WM_BEAUTIFY_FLAG" val="#wm#"/>
  <p:tag name="KSO_WM_TAG_VERSION" val="3.0"/>
</p:tagLst>
</file>

<file path=ppt/tags/tag481.xml><?xml version="1.0" encoding="utf-8"?>
<p:tagLst xmlns:p="http://schemas.openxmlformats.org/presentationml/2006/main">
  <p:tag name="KSO_WM_UNIT_TYPE" val="i"/>
  <p:tag name="KSO_WM_UNIT_INDEX" val="28"/>
  <p:tag name="KSO_WM_BEAUTIFY_FLAG" val="#wm#"/>
  <p:tag name="KSO_WM_TAG_VERSION" val="3.0"/>
</p:tagLst>
</file>

<file path=ppt/tags/tag482.xml><?xml version="1.0" encoding="utf-8"?>
<p:tagLst xmlns:p="http://schemas.openxmlformats.org/presentationml/2006/main">
  <p:tag name="KSO_WM_UNIT_TYPE" val="x"/>
  <p:tag name="KSO_WM_UNIT_INDEX" val="10"/>
  <p:tag name="KSO_WM_BEAUTIFY_FLAG" val="#wm#"/>
  <p:tag name="KSO_WM_TAG_VERSION" val="3.0"/>
</p:tagLst>
</file>

<file path=ppt/tags/tag483.xml><?xml version="1.0" encoding="utf-8"?>
<p:tagLst xmlns:p="http://schemas.openxmlformats.org/presentationml/2006/main">
  <p:tag name="KSO_WM_UNIT_TYPE" val="f"/>
  <p:tag name="KSO_WM_UNIT_INDEX" val="11"/>
  <p:tag name="KSO_WM_BEAUTIFY_FLAG" val="#wm#"/>
  <p:tag name="KSO_WM_TAG_VERSION" val="3.0"/>
</p:tagLst>
</file>

<file path=ppt/tags/tag484.xml><?xml version="1.0" encoding="utf-8"?>
<p:tagLst xmlns:p="http://schemas.openxmlformats.org/presentationml/2006/main">
  <p:tag name="KSO_WM_UNIT_TYPE" val="i"/>
  <p:tag name="KSO_WM_UNIT_INDEX" val="16"/>
  <p:tag name="KSO_WM_BEAUTIFY_FLAG" val="#wm#"/>
  <p:tag name="KSO_WM_TAG_VERSION" val="3.0"/>
</p:tagLst>
</file>

<file path=ppt/tags/tag485.xml><?xml version="1.0" encoding="utf-8"?>
<p:tagLst xmlns:p="http://schemas.openxmlformats.org/presentationml/2006/main">
  <p:tag name="KSO_WM_UNIT_TYPE" val="f"/>
  <p:tag name="KSO_WM_UNIT_INDEX" val="6"/>
  <p:tag name="KSO_WM_BEAUTIFY_FLAG" val="#wm#"/>
  <p:tag name="KSO_WM_TAG_VERSION" val="3.0"/>
</p:tagLst>
</file>

<file path=ppt/tags/tag486.xml><?xml version="1.0" encoding="utf-8"?>
<p:tagLst xmlns:p="http://schemas.openxmlformats.org/presentationml/2006/main">
  <p:tag name="KSO_WM_UNIT_TYPE" val="b"/>
  <p:tag name="KSO_WM_BEAUTIFY_FLAG" val="#wm#"/>
  <p:tag name="KSO_WM_FIGMA_FLAG" val="#fgm#"/>
  <p:tag name="KSO_WM_UNIT_INDEX" val="1"/>
  <p:tag name="KSO_WM_UNIT_TEXT_TYPE" val="1"/>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D" val="custom40495062_5*b*1"/>
  <p:tag name="KSO_WM_TEMPLATE_CATEGORY" val="custom"/>
  <p:tag name="KSO_WM_TEMPLATE_INDEX" val="40495062"/>
  <p:tag name="KSO_WM_UNIT_LAYERLEVEL" val="1"/>
  <p:tag name="KSO_WM_TAG_VERSION" val="3.0"/>
  <p:tag name="KSO_WM_UNIT_PRESET_TEXT" val="THE END"/>
</p:tagLst>
</file>

<file path=ppt/tags/tag487.xml><?xml version="1.0" encoding="utf-8"?>
<p:tagLst xmlns:p="http://schemas.openxmlformats.org/presentationml/2006/main">
  <p:tag name="KSO_WM_UNIT_TYPE" val="a"/>
  <p:tag name="KSO_WM_BEAUTIFY_FLAG" val="#wm#"/>
  <p:tag name="KSO_WM_FIGMA_FLAG" val="#fgm#"/>
  <p:tag name="KSO_WM_UNIT_INDEX" val="1"/>
  <p:tag name="KSO_WM_UNIT_TEXT_TYPE" val="1"/>
  <p:tag name="KSO_WM_LAYOUT_CHECK_HASH" val="b3ac57ad30ed8475e7cdcc030e84aa78f46cd29a"/>
  <p:tag name="KSO_WM_NEWLAYOUT_ID" val="1469"/>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ID" val="custom40495062_5*a*1"/>
  <p:tag name="KSO_WM_TEMPLATE_CATEGORY" val="custom"/>
  <p:tag name="KSO_WM_TEMPLATE_INDEX" val="40495062"/>
  <p:tag name="KSO_WM_UNIT_LAYERLEVEL" val="1"/>
  <p:tag name="KSO_WM_TAG_VERSION" val="3.0"/>
  <p:tag name="KSO_WM_UNIT_PRESET_TEXT" val="谢谢观看"/>
</p:tagLst>
</file>

<file path=ppt/tags/tag488.xml><?xml version="1.0" encoding="utf-8"?>
<p:tagLst xmlns:p="http://schemas.openxmlformats.org/presentationml/2006/main">
  <p:tag name="KSO_WM_SLIDE_CONTENT_ORIENTATION" val="left"/>
  <p:tag name="KSO_WM_SLIDE_HAS_MASK" val="0"/>
  <p:tag name="KSO_WM_SLIDE_ITEM_CNT" val="0"/>
  <p:tag name="KSO_WM_SLIDE_TYPE" val="endPage"/>
  <p:tag name="KSO_WM_TEMPLATE_SUBCATEGORY" val="29"/>
  <p:tag name="KSO_WM_BEAUTIFY_FLAG" val="#wm#"/>
  <p:tag name="KSO_WM_TEMPLATE_SLIDE_ID" val="slide_06be46c9219ad451"/>
  <p:tag name="KSO_WM_TAG_VERSION" val="3.0"/>
  <p:tag name="KSO_WM_SLIDE_ID" val="custom40495062_5"/>
  <p:tag name="KSO_WM_TEMPLATE_MASTER_TYPE" val="0"/>
  <p:tag name="KSO_WM_TEMPLATE_COLOR_TYPE" val="0"/>
  <p:tag name="KSO_WM_SLIDE_INDEX" val="5"/>
  <p:tag name="KSO_WM_TEMPLATE_CATEGORY" val="custom"/>
  <p:tag name="KSO_WM_TEMPLATE_INDEX" val="40495062"/>
  <p:tag name="KSO_WM_SLIDE_LAYOUT" val="a_b"/>
  <p:tag name="KSO_WM_SLIDE_LAYOUT_CNT" val="1_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1198">
      <a:dk1>
        <a:srgbClr val="000000"/>
      </a:dk1>
      <a:lt1>
        <a:srgbClr val="FFFFFF"/>
      </a:lt1>
      <a:dk2>
        <a:srgbClr val="06132C"/>
      </a:dk2>
      <a:lt2>
        <a:srgbClr val="F5F7FF"/>
      </a:lt2>
      <a:accent1>
        <a:srgbClr val="696CFF"/>
      </a:accent1>
      <a:accent2>
        <a:srgbClr val="6580F4"/>
      </a:accent2>
      <a:accent3>
        <a:srgbClr val="4C99EA"/>
      </a:accent3>
      <a:accent4>
        <a:srgbClr val="32B2E0"/>
      </a:accent4>
      <a:accent5>
        <a:srgbClr val="19CBD6"/>
      </a:accent5>
      <a:accent6>
        <a:srgbClr val="00E4CC"/>
      </a:accent6>
      <a:hlink>
        <a:srgbClr val="304FFE"/>
      </a:hlink>
      <a:folHlink>
        <a:srgbClr val="492067"/>
      </a:folHlink>
    </a:clrScheme>
    <a:fontScheme name="科技风">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2341</Words>
  <Application>WPS 演示</Application>
  <PresentationFormat>宽屏</PresentationFormat>
  <Paragraphs>345</Paragraphs>
  <Slides>19</Slides>
  <Notes>0</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19</vt:i4>
      </vt:variant>
    </vt:vector>
  </HeadingPairs>
  <TitlesOfParts>
    <vt:vector size="27" baseType="lpstr">
      <vt:lpstr>Arial</vt:lpstr>
      <vt:lpstr>宋体</vt:lpstr>
      <vt:lpstr>Wingdings</vt:lpstr>
      <vt:lpstr>MiSans Normal</vt:lpstr>
      <vt:lpstr>微软雅黑</vt:lpstr>
      <vt:lpstr>Arial Unicode MS</vt:lpstr>
      <vt:lpstr>WPS</vt:lpstr>
      <vt:lpstr>Office 主题​​</vt:lpstr>
      <vt:lpstr>A2A协议基础</vt:lpstr>
      <vt:lpstr>PowerPoint 演示文稿</vt:lpstr>
      <vt:lpstr>A2A协议定义与核心价值</vt:lpstr>
      <vt:lpstr>PowerPoint 演示文稿</vt:lpstr>
      <vt:lpstr>PowerPoint 演示文稿</vt:lpstr>
      <vt:lpstr>发展历程与社区生态</vt:lpstr>
      <vt:lpstr>PowerPoint 演示文稿</vt:lpstr>
      <vt:lpstr>PowerPoint 演示文稿</vt:lpstr>
      <vt:lpstr>协议核心概念与通信机制</vt:lpstr>
      <vt:lpstr>PowerPoint 演示文稿</vt:lpstr>
      <vt:lpstr>PowerPoint 演示文稿</vt:lpstr>
      <vt:lpstr>PowerPoint 演示文稿</vt:lpstr>
      <vt:lpstr>PowerPoint 演示文稿</vt:lpstr>
      <vt:lpstr>PowerPoint 演示文稿</vt:lpstr>
      <vt:lpstr>横向对比与应用场景</vt:lpstr>
      <vt:lpstr>PowerPoint 演示文稿</vt:lpstr>
      <vt:lpstr>PowerPoint 演示文稿</vt:lpstr>
      <vt:lpstr>PowerPoint 演示文稿</vt:lpstr>
      <vt:lpstr>感谢聆听</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A2A协议基础</dc:title>
  <dc:creator/>
  <cp:lastModifiedBy>高强文</cp:lastModifiedBy>
  <cp:revision>2</cp:revision>
  <dcterms:created xsi:type="dcterms:W3CDTF">2026-07-02T06:22:19Z</dcterms:created>
  <dcterms:modified xsi:type="dcterms:W3CDTF">2026-07-02T06:24:06Z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156A9507DE31A363CD01466AA463A171_43</vt:lpwstr>
  </property>
  <property fmtid="{D5CDD505-2E9C-101B-9397-08002B2CF9AE}" pid="4" name="KSOTemplateUUID">
    <vt:lpwstr>v1.0_ai_69796647374</vt:lpwstr>
  </property>
</Properties>
</file>