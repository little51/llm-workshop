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2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6.svg" ContentType="image/svg+xml"/>
  <Override PartName="/ppt/media/image188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36"/>
  </p:notesMasterIdLst>
  <p:handoutMasterIdLst>
    <p:handoutMasterId r:id="rId37"/>
  </p:handoutMasterIdLst>
  <p:sldIdLst>
    <p:sldId id="290" r:id="rId4"/>
    <p:sldId id="258" r:id="rId5"/>
    <p:sldId id="29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92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103745" cy="10234295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978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rgbClr r="1370" g="1764" b="1681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rgbClr r="3190" g="18782" b="18447">
                <a:alpha val="100000"/>
              </a:scrgbClr>
            </a:solidFill>
          </c:spPr>
          <c:explosion val="0"/>
          <c:dPt>
            <c:idx val="0"/>
            <c:bubble3D val="0"/>
            <c:spPr>
              <a:solidFill>
                <a:scrgbClr r="3190" g="18782" b="18447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rgbClr r="16827" g="2956" b="17144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1370" g="1764" b="1681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本地 Server</c:v>
                </c:pt>
                <c:pt idx="1">
                  <c:v>远程 Server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  <c:showLeaderLines val="1"/>
        </c:dLbls>
        <c:firstSliceAng val="0"/>
        <c:holeSize val="3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rgbClr r="7036" g="9084" b="8650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b47808-3b96-46fc-9ab4-32299900fdb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image" Target="../media/image3.png"/><Relationship Id="rId4" Type="http://schemas.openxmlformats.org/officeDocument/2006/relationships/tags" Target="../tags/tag43.xml"/><Relationship Id="rId3" Type="http://schemas.openxmlformats.org/officeDocument/2006/relationships/image" Target="../media/image1.png"/><Relationship Id="rId2" Type="http://schemas.openxmlformats.org/officeDocument/2006/relationships/tags" Target="../tags/tag42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image" Target="../media/image5.png"/><Relationship Id="rId4" Type="http://schemas.openxmlformats.org/officeDocument/2006/relationships/tags" Target="../tags/tag51.xml"/><Relationship Id="rId3" Type="http://schemas.openxmlformats.org/officeDocument/2006/relationships/image" Target="../media/image4.png"/><Relationship Id="rId2" Type="http://schemas.openxmlformats.org/officeDocument/2006/relationships/tags" Target="../tags/tag50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image" Target="../media/image6.png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4.png"/><Relationship Id="rId2" Type="http://schemas.openxmlformats.org/officeDocument/2006/relationships/tags" Target="../tags/tag57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组 5f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9788" y="565200"/>
            <a:ext cx="2880000" cy="108108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315200" y="861060"/>
            <a:ext cx="3999078" cy="53311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9788" y="1364400"/>
            <a:ext cx="5157787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39788" y="2061275"/>
            <a:ext cx="5157787" cy="41283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183188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183188" cy="41283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8200" y="1296000"/>
            <a:ext cx="10514012" cy="576000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组 5f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D:\工作文件\临时素材\600ppi\无人机5资源 3@600x-8.png无人机5资源 3@600x-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2646" r="2646"/>
          <a:stretch>
            <a:fillRect/>
          </a:stretch>
        </p:blipFill>
        <p:spPr>
          <a:xfrm flipH="1">
            <a:off x="7242175" y="1144270"/>
            <a:ext cx="4597400" cy="4569460"/>
          </a:xfrm>
          <a:prstGeom prst="rect">
            <a:avLst/>
          </a:prstGeom>
        </p:spPr>
      </p:pic>
      <p:sp>
        <p:nvSpPr>
          <p:cNvPr id="10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idx="17827585" hasCustomPrompt="1"/>
            <p:custDataLst>
              <p:tags r:id="rId9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gradFill>
                  <a:gsLst>
                    <a:gs pos="0">
                      <a:schemeClr val="accent6"/>
                    </a:gs>
                    <a:gs pos="70000">
                      <a:schemeClr val="accent1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0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6"/>
                    </a:gs>
                    <a:gs pos="70000">
                      <a:schemeClr val="accent1"/>
                    </a:gs>
                  </a:gsLst>
                  <a:lin ang="15600000" scaled="0"/>
                </a:gra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875650" hasCustomPrompt="1"/>
            <p:custDataLst>
              <p:tags r:id="rId11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080000" scaled="0"/>
          </a:gradFill>
        </p:spPr>
        <p:txBody>
          <a:bodyPr vert="horz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组 5ffddddd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520940" y="835660"/>
            <a:ext cx="4324938" cy="5186363"/>
          </a:xfrm>
          <a:prstGeom prst="rect">
            <a:avLst/>
          </a:prstGeom>
        </p:spPr>
      </p:pic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9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/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7826561" hasCustomPrompt="1"/>
            <p:custDataLst>
              <p:tags r:id="rId10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组 5ffddddd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 descr="5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35685" y="847725"/>
            <a:ext cx="3973458" cy="5163312"/>
          </a:xfrm>
          <a:prstGeom prst="rect">
            <a:avLst/>
          </a:prstGeom>
        </p:spPr>
      </p:pic>
      <p:sp>
        <p:nvSpPr>
          <p:cNvPr id="13" name="Subtitle 12"/>
          <p:cNvSpPr>
            <a:spLocks noGrp="1"/>
          </p:cNvSpPr>
          <p:nvPr>
            <p:ph type="body" idx="17826305" hasCustomPrompt="1"/>
            <p:custDataLst>
              <p:tags r:id="rId9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gradFill>
                  <a:gsLst>
                    <a:gs pos="0">
                      <a:schemeClr val="accent6"/>
                    </a:gs>
                    <a:gs pos="70000">
                      <a:schemeClr val="accent1"/>
                    </a:gs>
                  </a:gsLst>
                  <a:lin ang="1560000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0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image" Target="../media/image4.png"/><Relationship Id="rId14" Type="http://schemas.openxmlformats.org/officeDocument/2006/relationships/tags" Target="../tags/tag8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 5ffddddd"/>
          <p:cNvPicPr/>
          <p:nvPr userDrawn="1">
            <p:custDataLst>
              <p:tags r:id="rId14"/>
            </p:custDataLst>
          </p:nvPr>
        </p:nvPicPr>
        <p:blipFill>
          <a:blip r:embed="rId15">
            <a:alphaModFix amt="3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6"/>
              </a:gs>
              <a:gs pos="70000">
                <a:schemeClr val="accent1"/>
              </a:gs>
            </a:gsLst>
            <a:lin ang="156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6" Type="http://schemas.openxmlformats.org/officeDocument/2006/relationships/slideLayout" Target="../slideLayouts/slideLayout13.xml"/><Relationship Id="rId45" Type="http://schemas.openxmlformats.org/officeDocument/2006/relationships/tags" Target="../tags/tag138.xml"/><Relationship Id="rId44" Type="http://schemas.openxmlformats.org/officeDocument/2006/relationships/tags" Target="../tags/tag137.xml"/><Relationship Id="rId43" Type="http://schemas.openxmlformats.org/officeDocument/2006/relationships/image" Target="../media/image20.svg"/><Relationship Id="rId42" Type="http://schemas.openxmlformats.org/officeDocument/2006/relationships/image" Target="../media/image19.png"/><Relationship Id="rId41" Type="http://schemas.openxmlformats.org/officeDocument/2006/relationships/tags" Target="../tags/tag136.xml"/><Relationship Id="rId40" Type="http://schemas.openxmlformats.org/officeDocument/2006/relationships/tags" Target="../tags/tag135.xml"/><Relationship Id="rId4" Type="http://schemas.openxmlformats.org/officeDocument/2006/relationships/tags" Target="../tags/tag111.xml"/><Relationship Id="rId39" Type="http://schemas.openxmlformats.org/officeDocument/2006/relationships/tags" Target="../tags/tag134.xml"/><Relationship Id="rId38" Type="http://schemas.openxmlformats.org/officeDocument/2006/relationships/image" Target="../media/image18.svg"/><Relationship Id="rId37" Type="http://schemas.openxmlformats.org/officeDocument/2006/relationships/image" Target="../media/image17.png"/><Relationship Id="rId36" Type="http://schemas.openxmlformats.org/officeDocument/2006/relationships/tags" Target="../tags/tag133.xml"/><Relationship Id="rId35" Type="http://schemas.openxmlformats.org/officeDocument/2006/relationships/tags" Target="../tags/tag132.xml"/><Relationship Id="rId34" Type="http://schemas.openxmlformats.org/officeDocument/2006/relationships/tags" Target="../tags/tag131.xml"/><Relationship Id="rId33" Type="http://schemas.openxmlformats.org/officeDocument/2006/relationships/tags" Target="../tags/tag130.xml"/><Relationship Id="rId32" Type="http://schemas.openxmlformats.org/officeDocument/2006/relationships/tags" Target="../tags/tag129.xml"/><Relationship Id="rId31" Type="http://schemas.openxmlformats.org/officeDocument/2006/relationships/image" Target="../media/image16.svg"/><Relationship Id="rId30" Type="http://schemas.openxmlformats.org/officeDocument/2006/relationships/image" Target="../media/image15.png"/><Relationship Id="rId3" Type="http://schemas.openxmlformats.org/officeDocument/2006/relationships/tags" Target="../tags/tag110.xml"/><Relationship Id="rId29" Type="http://schemas.openxmlformats.org/officeDocument/2006/relationships/tags" Target="../tags/tag128.xml"/><Relationship Id="rId28" Type="http://schemas.openxmlformats.org/officeDocument/2006/relationships/tags" Target="../tags/tag127.xml"/><Relationship Id="rId27" Type="http://schemas.openxmlformats.org/officeDocument/2006/relationships/tags" Target="../tags/tag126.xml"/><Relationship Id="rId26" Type="http://schemas.openxmlformats.org/officeDocument/2006/relationships/image" Target="../media/image14.svg"/><Relationship Id="rId25" Type="http://schemas.openxmlformats.org/officeDocument/2006/relationships/image" Target="../media/image13.png"/><Relationship Id="rId24" Type="http://schemas.openxmlformats.org/officeDocument/2006/relationships/tags" Target="../tags/tag125.xml"/><Relationship Id="rId23" Type="http://schemas.openxmlformats.org/officeDocument/2006/relationships/tags" Target="../tags/tag124.xml"/><Relationship Id="rId22" Type="http://schemas.openxmlformats.org/officeDocument/2006/relationships/tags" Target="../tags/tag123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9.xml"/><Relationship Id="rId19" Type="http://schemas.openxmlformats.org/officeDocument/2006/relationships/image" Target="../media/image12.svg"/><Relationship Id="rId18" Type="http://schemas.openxmlformats.org/officeDocument/2006/relationships/image" Target="../media/image11.png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1.xml"/><Relationship Id="rId3" Type="http://schemas.openxmlformats.org/officeDocument/2006/relationships/image" Target="../media/image21.png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172.xml"/><Relationship Id="rId42" Type="http://schemas.openxmlformats.org/officeDocument/2006/relationships/tags" Target="../tags/tag171.xml"/><Relationship Id="rId41" Type="http://schemas.openxmlformats.org/officeDocument/2006/relationships/tags" Target="../tags/tag170.xml"/><Relationship Id="rId40" Type="http://schemas.openxmlformats.org/officeDocument/2006/relationships/image" Target="../media/image33.svg"/><Relationship Id="rId4" Type="http://schemas.openxmlformats.org/officeDocument/2006/relationships/tags" Target="../tags/tag145.xml"/><Relationship Id="rId39" Type="http://schemas.openxmlformats.org/officeDocument/2006/relationships/image" Target="../media/image32.png"/><Relationship Id="rId38" Type="http://schemas.openxmlformats.org/officeDocument/2006/relationships/tags" Target="../tags/tag169.xml"/><Relationship Id="rId37" Type="http://schemas.openxmlformats.org/officeDocument/2006/relationships/tags" Target="../tags/tag168.xml"/><Relationship Id="rId36" Type="http://schemas.openxmlformats.org/officeDocument/2006/relationships/tags" Target="../tags/tag167.xml"/><Relationship Id="rId35" Type="http://schemas.openxmlformats.org/officeDocument/2006/relationships/tags" Target="../tags/tag166.xml"/><Relationship Id="rId34" Type="http://schemas.openxmlformats.org/officeDocument/2006/relationships/image" Target="../media/image31.svg"/><Relationship Id="rId33" Type="http://schemas.openxmlformats.org/officeDocument/2006/relationships/image" Target="../media/image30.png"/><Relationship Id="rId32" Type="http://schemas.openxmlformats.org/officeDocument/2006/relationships/tags" Target="../tags/tag165.xml"/><Relationship Id="rId31" Type="http://schemas.openxmlformats.org/officeDocument/2006/relationships/tags" Target="../tags/tag164.xml"/><Relationship Id="rId30" Type="http://schemas.openxmlformats.org/officeDocument/2006/relationships/tags" Target="../tags/tag163.xml"/><Relationship Id="rId3" Type="http://schemas.openxmlformats.org/officeDocument/2006/relationships/tags" Target="../tags/tag144.xml"/><Relationship Id="rId29" Type="http://schemas.openxmlformats.org/officeDocument/2006/relationships/tags" Target="../tags/tag162.xml"/><Relationship Id="rId28" Type="http://schemas.openxmlformats.org/officeDocument/2006/relationships/image" Target="../media/image29.svg"/><Relationship Id="rId27" Type="http://schemas.openxmlformats.org/officeDocument/2006/relationships/image" Target="../media/image28.png"/><Relationship Id="rId26" Type="http://schemas.openxmlformats.org/officeDocument/2006/relationships/tags" Target="../tags/tag161.xml"/><Relationship Id="rId25" Type="http://schemas.openxmlformats.org/officeDocument/2006/relationships/tags" Target="../tags/tag160.xml"/><Relationship Id="rId24" Type="http://schemas.openxmlformats.org/officeDocument/2006/relationships/tags" Target="../tags/tag159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image" Target="../media/image27.svg"/><Relationship Id="rId2" Type="http://schemas.openxmlformats.org/officeDocument/2006/relationships/tags" Target="../tags/tag143.xml"/><Relationship Id="rId19" Type="http://schemas.openxmlformats.org/officeDocument/2006/relationships/image" Target="../media/image26.png"/><Relationship Id="rId18" Type="http://schemas.openxmlformats.org/officeDocument/2006/relationships/tags" Target="../tags/tag155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image" Target="../media/image25.svg"/><Relationship Id="rId12" Type="http://schemas.openxmlformats.org/officeDocument/2006/relationships/image" Target="../media/image24.png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5.xml"/><Relationship Id="rId3" Type="http://schemas.openxmlformats.org/officeDocument/2006/relationships/image" Target="../media/image34.png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197.xml"/><Relationship Id="rId26" Type="http://schemas.openxmlformats.org/officeDocument/2006/relationships/image" Target="../media/image39.png"/><Relationship Id="rId25" Type="http://schemas.openxmlformats.org/officeDocument/2006/relationships/tags" Target="../tags/tag196.xml"/><Relationship Id="rId24" Type="http://schemas.openxmlformats.org/officeDocument/2006/relationships/tags" Target="../tags/tag195.xml"/><Relationship Id="rId23" Type="http://schemas.openxmlformats.org/officeDocument/2006/relationships/tags" Target="../tags/tag194.xml"/><Relationship Id="rId22" Type="http://schemas.openxmlformats.org/officeDocument/2006/relationships/tags" Target="../tags/tag193.xml"/><Relationship Id="rId21" Type="http://schemas.openxmlformats.org/officeDocument/2006/relationships/tags" Target="../tags/tag192.xml"/><Relationship Id="rId20" Type="http://schemas.openxmlformats.org/officeDocument/2006/relationships/tags" Target="../tags/tag191.xml"/><Relationship Id="rId2" Type="http://schemas.openxmlformats.org/officeDocument/2006/relationships/tags" Target="../tags/tag177.xml"/><Relationship Id="rId19" Type="http://schemas.openxmlformats.org/officeDocument/2006/relationships/tags" Target="../tags/tag190.xml"/><Relationship Id="rId18" Type="http://schemas.openxmlformats.org/officeDocument/2006/relationships/image" Target="../media/image38.svg"/><Relationship Id="rId17" Type="http://schemas.openxmlformats.org/officeDocument/2006/relationships/image" Target="../media/image37.png"/><Relationship Id="rId16" Type="http://schemas.openxmlformats.org/officeDocument/2006/relationships/tags" Target="../tags/tag189.xml"/><Relationship Id="rId15" Type="http://schemas.openxmlformats.org/officeDocument/2006/relationships/tags" Target="../tags/tag188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tags" Target="../tags/tag17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5" Type="http://schemas.openxmlformats.org/officeDocument/2006/relationships/slideLayout" Target="../slideLayouts/slideLayout13.xml"/><Relationship Id="rId44" Type="http://schemas.openxmlformats.org/officeDocument/2006/relationships/tags" Target="../tags/tag229.xml"/><Relationship Id="rId43" Type="http://schemas.openxmlformats.org/officeDocument/2006/relationships/tags" Target="../tags/tag228.xml"/><Relationship Id="rId42" Type="http://schemas.openxmlformats.org/officeDocument/2006/relationships/tags" Target="../tags/tag227.xml"/><Relationship Id="rId41" Type="http://schemas.openxmlformats.org/officeDocument/2006/relationships/image" Target="../media/image50.svg"/><Relationship Id="rId40" Type="http://schemas.openxmlformats.org/officeDocument/2006/relationships/image" Target="../media/image49.png"/><Relationship Id="rId4" Type="http://schemas.openxmlformats.org/officeDocument/2006/relationships/tags" Target="../tags/tag201.xml"/><Relationship Id="rId39" Type="http://schemas.openxmlformats.org/officeDocument/2006/relationships/tags" Target="../tags/tag226.xml"/><Relationship Id="rId38" Type="http://schemas.openxmlformats.org/officeDocument/2006/relationships/tags" Target="../tags/tag225.xml"/><Relationship Id="rId37" Type="http://schemas.openxmlformats.org/officeDocument/2006/relationships/tags" Target="../tags/tag224.xml"/><Relationship Id="rId36" Type="http://schemas.openxmlformats.org/officeDocument/2006/relationships/tags" Target="../tags/tag223.xml"/><Relationship Id="rId35" Type="http://schemas.openxmlformats.org/officeDocument/2006/relationships/tags" Target="../tags/tag222.xml"/><Relationship Id="rId34" Type="http://schemas.openxmlformats.org/officeDocument/2006/relationships/image" Target="../media/image48.svg"/><Relationship Id="rId33" Type="http://schemas.openxmlformats.org/officeDocument/2006/relationships/image" Target="../media/image47.png"/><Relationship Id="rId32" Type="http://schemas.openxmlformats.org/officeDocument/2006/relationships/tags" Target="../tags/tag221.xml"/><Relationship Id="rId31" Type="http://schemas.openxmlformats.org/officeDocument/2006/relationships/tags" Target="../tags/tag220.xml"/><Relationship Id="rId30" Type="http://schemas.openxmlformats.org/officeDocument/2006/relationships/tags" Target="../tags/tag219.xml"/><Relationship Id="rId3" Type="http://schemas.openxmlformats.org/officeDocument/2006/relationships/tags" Target="../tags/tag200.xml"/><Relationship Id="rId29" Type="http://schemas.openxmlformats.org/officeDocument/2006/relationships/tags" Target="../tags/tag218.xml"/><Relationship Id="rId28" Type="http://schemas.openxmlformats.org/officeDocument/2006/relationships/tags" Target="../tags/tag217.xml"/><Relationship Id="rId27" Type="http://schemas.openxmlformats.org/officeDocument/2006/relationships/image" Target="../media/image46.svg"/><Relationship Id="rId26" Type="http://schemas.openxmlformats.org/officeDocument/2006/relationships/image" Target="../media/image45.png"/><Relationship Id="rId25" Type="http://schemas.openxmlformats.org/officeDocument/2006/relationships/tags" Target="../tags/tag216.xml"/><Relationship Id="rId24" Type="http://schemas.openxmlformats.org/officeDocument/2006/relationships/tags" Target="../tags/tag215.xml"/><Relationship Id="rId23" Type="http://schemas.openxmlformats.org/officeDocument/2006/relationships/tags" Target="../tags/tag214.xml"/><Relationship Id="rId22" Type="http://schemas.openxmlformats.org/officeDocument/2006/relationships/tags" Target="../tags/tag213.xml"/><Relationship Id="rId21" Type="http://schemas.openxmlformats.org/officeDocument/2006/relationships/tags" Target="../tags/tag212.xml"/><Relationship Id="rId20" Type="http://schemas.openxmlformats.org/officeDocument/2006/relationships/image" Target="../media/image23.svg"/><Relationship Id="rId2" Type="http://schemas.openxmlformats.org/officeDocument/2006/relationships/tags" Target="../tags/tag199.xml"/><Relationship Id="rId19" Type="http://schemas.openxmlformats.org/officeDocument/2006/relationships/image" Target="../media/image44.png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image" Target="../media/image43.svg"/><Relationship Id="rId12" Type="http://schemas.openxmlformats.org/officeDocument/2006/relationships/image" Target="../media/image42.png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8" Type="http://schemas.openxmlformats.org/officeDocument/2006/relationships/slideLayout" Target="../slideLayouts/slideLayout13.xml"/><Relationship Id="rId47" Type="http://schemas.openxmlformats.org/officeDocument/2006/relationships/tags" Target="../tags/tag264.xml"/><Relationship Id="rId46" Type="http://schemas.openxmlformats.org/officeDocument/2006/relationships/tags" Target="../tags/tag263.xml"/><Relationship Id="rId45" Type="http://schemas.openxmlformats.org/officeDocument/2006/relationships/tags" Target="../tags/tag262.xml"/><Relationship Id="rId44" Type="http://schemas.openxmlformats.org/officeDocument/2006/relationships/tags" Target="../tags/tag261.xml"/><Relationship Id="rId43" Type="http://schemas.openxmlformats.org/officeDocument/2006/relationships/tags" Target="../tags/tag260.xml"/><Relationship Id="rId42" Type="http://schemas.openxmlformats.org/officeDocument/2006/relationships/tags" Target="../tags/tag259.xml"/><Relationship Id="rId41" Type="http://schemas.openxmlformats.org/officeDocument/2006/relationships/image" Target="../media/image62.svg"/><Relationship Id="rId40" Type="http://schemas.openxmlformats.org/officeDocument/2006/relationships/image" Target="../media/image61.png"/><Relationship Id="rId4" Type="http://schemas.openxmlformats.org/officeDocument/2006/relationships/tags" Target="../tags/tag233.xml"/><Relationship Id="rId39" Type="http://schemas.openxmlformats.org/officeDocument/2006/relationships/tags" Target="../tags/tag258.xml"/><Relationship Id="rId38" Type="http://schemas.openxmlformats.org/officeDocument/2006/relationships/tags" Target="../tags/tag257.xml"/><Relationship Id="rId37" Type="http://schemas.openxmlformats.org/officeDocument/2006/relationships/tags" Target="../tags/tag256.xml"/><Relationship Id="rId36" Type="http://schemas.openxmlformats.org/officeDocument/2006/relationships/tags" Target="../tags/tag255.xml"/><Relationship Id="rId35" Type="http://schemas.openxmlformats.org/officeDocument/2006/relationships/tags" Target="../tags/tag254.xml"/><Relationship Id="rId34" Type="http://schemas.openxmlformats.org/officeDocument/2006/relationships/image" Target="../media/image60.svg"/><Relationship Id="rId33" Type="http://schemas.openxmlformats.org/officeDocument/2006/relationships/image" Target="../media/image59.png"/><Relationship Id="rId32" Type="http://schemas.openxmlformats.org/officeDocument/2006/relationships/tags" Target="../tags/tag253.xml"/><Relationship Id="rId31" Type="http://schemas.openxmlformats.org/officeDocument/2006/relationships/tags" Target="../tags/tag252.xml"/><Relationship Id="rId30" Type="http://schemas.openxmlformats.org/officeDocument/2006/relationships/tags" Target="../tags/tag251.xml"/><Relationship Id="rId3" Type="http://schemas.openxmlformats.org/officeDocument/2006/relationships/tags" Target="../tags/tag232.xml"/><Relationship Id="rId29" Type="http://schemas.openxmlformats.org/officeDocument/2006/relationships/tags" Target="../tags/tag250.xml"/><Relationship Id="rId28" Type="http://schemas.openxmlformats.org/officeDocument/2006/relationships/tags" Target="../tags/tag249.xml"/><Relationship Id="rId27" Type="http://schemas.openxmlformats.org/officeDocument/2006/relationships/image" Target="../media/image58.svg"/><Relationship Id="rId26" Type="http://schemas.openxmlformats.org/officeDocument/2006/relationships/image" Target="../media/image57.png"/><Relationship Id="rId25" Type="http://schemas.openxmlformats.org/officeDocument/2006/relationships/tags" Target="../tags/tag248.xml"/><Relationship Id="rId24" Type="http://schemas.openxmlformats.org/officeDocument/2006/relationships/tags" Target="../tags/tag247.xml"/><Relationship Id="rId23" Type="http://schemas.openxmlformats.org/officeDocument/2006/relationships/tags" Target="../tags/tag246.xml"/><Relationship Id="rId22" Type="http://schemas.openxmlformats.org/officeDocument/2006/relationships/tags" Target="../tags/tag245.xml"/><Relationship Id="rId21" Type="http://schemas.openxmlformats.org/officeDocument/2006/relationships/tags" Target="../tags/tag244.xml"/><Relationship Id="rId20" Type="http://schemas.openxmlformats.org/officeDocument/2006/relationships/image" Target="../media/image56.svg"/><Relationship Id="rId2" Type="http://schemas.openxmlformats.org/officeDocument/2006/relationships/tags" Target="../tags/tag231.xml"/><Relationship Id="rId19" Type="http://schemas.openxmlformats.org/officeDocument/2006/relationships/image" Target="../media/image55.png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image" Target="../media/image54.svg"/><Relationship Id="rId12" Type="http://schemas.openxmlformats.org/officeDocument/2006/relationships/image" Target="../media/image53.png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3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301.xml"/><Relationship Id="rId42" Type="http://schemas.openxmlformats.org/officeDocument/2006/relationships/tags" Target="../tags/tag300.xml"/><Relationship Id="rId41" Type="http://schemas.openxmlformats.org/officeDocument/2006/relationships/tags" Target="../tags/tag299.xml"/><Relationship Id="rId40" Type="http://schemas.openxmlformats.org/officeDocument/2006/relationships/tags" Target="../tags/tag298.xml"/><Relationship Id="rId4" Type="http://schemas.openxmlformats.org/officeDocument/2006/relationships/tags" Target="../tags/tag268.xml"/><Relationship Id="rId39" Type="http://schemas.openxmlformats.org/officeDocument/2006/relationships/tags" Target="../tags/tag297.xml"/><Relationship Id="rId38" Type="http://schemas.openxmlformats.org/officeDocument/2006/relationships/tags" Target="../tags/tag296.xml"/><Relationship Id="rId37" Type="http://schemas.openxmlformats.org/officeDocument/2006/relationships/tags" Target="../tags/tag295.xml"/><Relationship Id="rId36" Type="http://schemas.openxmlformats.org/officeDocument/2006/relationships/tags" Target="../tags/tag294.xml"/><Relationship Id="rId35" Type="http://schemas.openxmlformats.org/officeDocument/2006/relationships/tags" Target="../tags/tag293.xml"/><Relationship Id="rId34" Type="http://schemas.openxmlformats.org/officeDocument/2006/relationships/tags" Target="../tags/tag292.xml"/><Relationship Id="rId33" Type="http://schemas.openxmlformats.org/officeDocument/2006/relationships/tags" Target="../tags/tag291.xml"/><Relationship Id="rId32" Type="http://schemas.openxmlformats.org/officeDocument/2006/relationships/image" Target="../media/image68.svg"/><Relationship Id="rId31" Type="http://schemas.openxmlformats.org/officeDocument/2006/relationships/image" Target="../media/image67.png"/><Relationship Id="rId30" Type="http://schemas.openxmlformats.org/officeDocument/2006/relationships/tags" Target="../tags/tag290.xml"/><Relationship Id="rId3" Type="http://schemas.openxmlformats.org/officeDocument/2006/relationships/tags" Target="../tags/tag267.xml"/><Relationship Id="rId29" Type="http://schemas.openxmlformats.org/officeDocument/2006/relationships/tags" Target="../tags/tag289.xml"/><Relationship Id="rId28" Type="http://schemas.openxmlformats.org/officeDocument/2006/relationships/tags" Target="../tags/tag288.xml"/><Relationship Id="rId27" Type="http://schemas.openxmlformats.org/officeDocument/2006/relationships/tags" Target="../tags/tag287.xml"/><Relationship Id="rId26" Type="http://schemas.openxmlformats.org/officeDocument/2006/relationships/tags" Target="../tags/tag286.xml"/><Relationship Id="rId25" Type="http://schemas.openxmlformats.org/officeDocument/2006/relationships/tags" Target="../tags/tag28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6.xml"/><Relationship Id="rId19" Type="http://schemas.openxmlformats.org/officeDocument/2006/relationships/image" Target="../media/image66.svg"/><Relationship Id="rId18" Type="http://schemas.openxmlformats.org/officeDocument/2006/relationships/image" Target="../media/image65.png"/><Relationship Id="rId17" Type="http://schemas.openxmlformats.org/officeDocument/2006/relationships/tags" Target="../tags/tag279.xml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tags" Target="../tags/tag276.xml"/><Relationship Id="rId13" Type="http://schemas.openxmlformats.org/officeDocument/2006/relationships/tags" Target="../tags/tag275.xml"/><Relationship Id="rId12" Type="http://schemas.openxmlformats.org/officeDocument/2006/relationships/tags" Target="../tags/tag274.xml"/><Relationship Id="rId11" Type="http://schemas.openxmlformats.org/officeDocument/2006/relationships/tags" Target="../tags/tag273.xml"/><Relationship Id="rId10" Type="http://schemas.openxmlformats.org/officeDocument/2006/relationships/tags" Target="../tags/tag272.xml"/><Relationship Id="rId1" Type="http://schemas.openxmlformats.org/officeDocument/2006/relationships/tags" Target="../tags/tag26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1" Type="http://schemas.openxmlformats.org/officeDocument/2006/relationships/slideLayout" Target="../slideLayouts/slideLayout13.xml"/><Relationship Id="rId40" Type="http://schemas.openxmlformats.org/officeDocument/2006/relationships/tags" Target="../tags/tag341.xml"/><Relationship Id="rId4" Type="http://schemas.openxmlformats.org/officeDocument/2006/relationships/tags" Target="../tags/tag305.xml"/><Relationship Id="rId39" Type="http://schemas.openxmlformats.org/officeDocument/2006/relationships/tags" Target="../tags/tag340.xml"/><Relationship Id="rId38" Type="http://schemas.openxmlformats.org/officeDocument/2006/relationships/tags" Target="../tags/tag339.xml"/><Relationship Id="rId37" Type="http://schemas.openxmlformats.org/officeDocument/2006/relationships/tags" Target="../tags/tag338.xml"/><Relationship Id="rId36" Type="http://schemas.openxmlformats.org/officeDocument/2006/relationships/tags" Target="../tags/tag337.xml"/><Relationship Id="rId35" Type="http://schemas.openxmlformats.org/officeDocument/2006/relationships/tags" Target="../tags/tag336.xml"/><Relationship Id="rId34" Type="http://schemas.openxmlformats.org/officeDocument/2006/relationships/tags" Target="../tags/tag335.xml"/><Relationship Id="rId33" Type="http://schemas.openxmlformats.org/officeDocument/2006/relationships/tags" Target="../tags/tag334.xml"/><Relationship Id="rId32" Type="http://schemas.openxmlformats.org/officeDocument/2006/relationships/tags" Target="../tags/tag333.xml"/><Relationship Id="rId31" Type="http://schemas.openxmlformats.org/officeDocument/2006/relationships/tags" Target="../tags/tag332.xml"/><Relationship Id="rId30" Type="http://schemas.openxmlformats.org/officeDocument/2006/relationships/tags" Target="../tags/tag331.xml"/><Relationship Id="rId3" Type="http://schemas.openxmlformats.org/officeDocument/2006/relationships/tags" Target="../tags/tag304.xml"/><Relationship Id="rId29" Type="http://schemas.openxmlformats.org/officeDocument/2006/relationships/tags" Target="../tags/tag330.xml"/><Relationship Id="rId28" Type="http://schemas.openxmlformats.org/officeDocument/2006/relationships/tags" Target="../tags/tag329.xml"/><Relationship Id="rId27" Type="http://schemas.openxmlformats.org/officeDocument/2006/relationships/tags" Target="../tags/tag328.xml"/><Relationship Id="rId26" Type="http://schemas.openxmlformats.org/officeDocument/2006/relationships/tags" Target="../tags/tag327.xml"/><Relationship Id="rId25" Type="http://schemas.openxmlformats.org/officeDocument/2006/relationships/tags" Target="../tags/tag326.xml"/><Relationship Id="rId24" Type="http://schemas.openxmlformats.org/officeDocument/2006/relationships/tags" Target="../tags/tag325.xml"/><Relationship Id="rId23" Type="http://schemas.openxmlformats.org/officeDocument/2006/relationships/tags" Target="../tags/tag324.xml"/><Relationship Id="rId22" Type="http://schemas.openxmlformats.org/officeDocument/2006/relationships/tags" Target="../tags/tag323.xml"/><Relationship Id="rId21" Type="http://schemas.openxmlformats.org/officeDocument/2006/relationships/tags" Target="../tags/tag322.xml"/><Relationship Id="rId20" Type="http://schemas.openxmlformats.org/officeDocument/2006/relationships/tags" Target="../tags/tag321.xml"/><Relationship Id="rId2" Type="http://schemas.openxmlformats.org/officeDocument/2006/relationships/tags" Target="../tags/tag303.xml"/><Relationship Id="rId19" Type="http://schemas.openxmlformats.org/officeDocument/2006/relationships/tags" Target="../tags/tag320.xml"/><Relationship Id="rId18" Type="http://schemas.openxmlformats.org/officeDocument/2006/relationships/tags" Target="../tags/tag319.xml"/><Relationship Id="rId17" Type="http://schemas.openxmlformats.org/officeDocument/2006/relationships/tags" Target="../tags/tag318.xml"/><Relationship Id="rId16" Type="http://schemas.openxmlformats.org/officeDocument/2006/relationships/tags" Target="../tags/tag317.xml"/><Relationship Id="rId15" Type="http://schemas.openxmlformats.org/officeDocument/2006/relationships/tags" Target="../tags/tag316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tags" Target="../tags/tag30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image" Target="../media/image70.svg"/><Relationship Id="rId7" Type="http://schemas.openxmlformats.org/officeDocument/2006/relationships/image" Target="../media/image69.png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7" Type="http://schemas.openxmlformats.org/officeDocument/2006/relationships/slideLayout" Target="../slideLayouts/slideLayout13.xml"/><Relationship Id="rId46" Type="http://schemas.openxmlformats.org/officeDocument/2006/relationships/tags" Target="../tags/tag371.xml"/><Relationship Id="rId45" Type="http://schemas.openxmlformats.org/officeDocument/2006/relationships/tags" Target="../tags/tag370.xml"/><Relationship Id="rId44" Type="http://schemas.openxmlformats.org/officeDocument/2006/relationships/image" Target="../media/image33.svg"/><Relationship Id="rId43" Type="http://schemas.openxmlformats.org/officeDocument/2006/relationships/image" Target="../media/image82.png"/><Relationship Id="rId42" Type="http://schemas.openxmlformats.org/officeDocument/2006/relationships/tags" Target="../tags/tag369.xml"/><Relationship Id="rId41" Type="http://schemas.openxmlformats.org/officeDocument/2006/relationships/tags" Target="../tags/tag368.xml"/><Relationship Id="rId40" Type="http://schemas.openxmlformats.org/officeDocument/2006/relationships/tags" Target="../tags/tag367.xml"/><Relationship Id="rId4" Type="http://schemas.openxmlformats.org/officeDocument/2006/relationships/tags" Target="../tags/tag345.xml"/><Relationship Id="rId39" Type="http://schemas.openxmlformats.org/officeDocument/2006/relationships/image" Target="../media/image81.svg"/><Relationship Id="rId38" Type="http://schemas.openxmlformats.org/officeDocument/2006/relationships/image" Target="../media/image80.png"/><Relationship Id="rId37" Type="http://schemas.openxmlformats.org/officeDocument/2006/relationships/tags" Target="../tags/tag366.xml"/><Relationship Id="rId36" Type="http://schemas.openxmlformats.org/officeDocument/2006/relationships/tags" Target="../tags/tag365.xml"/><Relationship Id="rId35" Type="http://schemas.openxmlformats.org/officeDocument/2006/relationships/tags" Target="../tags/tag364.xml"/><Relationship Id="rId34" Type="http://schemas.openxmlformats.org/officeDocument/2006/relationships/image" Target="../media/image79.svg"/><Relationship Id="rId33" Type="http://schemas.openxmlformats.org/officeDocument/2006/relationships/image" Target="../media/image78.png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44.xml"/><Relationship Id="rId29" Type="http://schemas.openxmlformats.org/officeDocument/2006/relationships/image" Target="../media/image58.svg"/><Relationship Id="rId28" Type="http://schemas.openxmlformats.org/officeDocument/2006/relationships/image" Target="../media/image77.png"/><Relationship Id="rId27" Type="http://schemas.openxmlformats.org/officeDocument/2006/relationships/tags" Target="../tags/tag360.xml"/><Relationship Id="rId26" Type="http://schemas.openxmlformats.org/officeDocument/2006/relationships/tags" Target="../tags/tag359.xml"/><Relationship Id="rId25" Type="http://schemas.openxmlformats.org/officeDocument/2006/relationships/tags" Target="../tags/tag358.xml"/><Relationship Id="rId24" Type="http://schemas.openxmlformats.org/officeDocument/2006/relationships/tags" Target="../tags/tag357.xml"/><Relationship Id="rId23" Type="http://schemas.openxmlformats.org/officeDocument/2006/relationships/image" Target="../media/image76.svg"/><Relationship Id="rId22" Type="http://schemas.openxmlformats.org/officeDocument/2006/relationships/image" Target="../media/image75.png"/><Relationship Id="rId21" Type="http://schemas.openxmlformats.org/officeDocument/2006/relationships/tags" Target="../tags/tag356.xml"/><Relationship Id="rId20" Type="http://schemas.openxmlformats.org/officeDocument/2006/relationships/tags" Target="../tags/tag355.xml"/><Relationship Id="rId2" Type="http://schemas.openxmlformats.org/officeDocument/2006/relationships/tags" Target="../tags/tag343.xml"/><Relationship Id="rId19" Type="http://schemas.openxmlformats.org/officeDocument/2006/relationships/tags" Target="../tags/tag354.xml"/><Relationship Id="rId18" Type="http://schemas.openxmlformats.org/officeDocument/2006/relationships/image" Target="../media/image74.svg"/><Relationship Id="rId17" Type="http://schemas.openxmlformats.org/officeDocument/2006/relationships/image" Target="../media/image73.png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image" Target="../media/image72.svg"/><Relationship Id="rId12" Type="http://schemas.openxmlformats.org/officeDocument/2006/relationships/image" Target="../media/image71.png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tags" Target="../tags/tag34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svg"/><Relationship Id="rId8" Type="http://schemas.openxmlformats.org/officeDocument/2006/relationships/image" Target="../media/image83.png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2" Type="http://schemas.openxmlformats.org/officeDocument/2006/relationships/slideLayout" Target="../slideLayouts/slideLayout13.xml"/><Relationship Id="rId41" Type="http://schemas.openxmlformats.org/officeDocument/2006/relationships/tags" Target="../tags/tag406.xml"/><Relationship Id="rId40" Type="http://schemas.openxmlformats.org/officeDocument/2006/relationships/tags" Target="../tags/tag405.xml"/><Relationship Id="rId4" Type="http://schemas.openxmlformats.org/officeDocument/2006/relationships/tags" Target="../tags/tag375.xml"/><Relationship Id="rId39" Type="http://schemas.openxmlformats.org/officeDocument/2006/relationships/tags" Target="../tags/tag404.xml"/><Relationship Id="rId38" Type="http://schemas.openxmlformats.org/officeDocument/2006/relationships/tags" Target="../tags/tag403.xml"/><Relationship Id="rId37" Type="http://schemas.openxmlformats.org/officeDocument/2006/relationships/tags" Target="../tags/tag402.xml"/><Relationship Id="rId36" Type="http://schemas.openxmlformats.org/officeDocument/2006/relationships/tags" Target="../tags/tag401.xml"/><Relationship Id="rId35" Type="http://schemas.openxmlformats.org/officeDocument/2006/relationships/tags" Target="../tags/tag400.xml"/><Relationship Id="rId34" Type="http://schemas.openxmlformats.org/officeDocument/2006/relationships/tags" Target="../tags/tag399.xml"/><Relationship Id="rId33" Type="http://schemas.openxmlformats.org/officeDocument/2006/relationships/image" Target="../media/image86.svg"/><Relationship Id="rId32" Type="http://schemas.openxmlformats.org/officeDocument/2006/relationships/image" Target="../media/image85.png"/><Relationship Id="rId31" Type="http://schemas.openxmlformats.org/officeDocument/2006/relationships/tags" Target="../tags/tag398.xml"/><Relationship Id="rId30" Type="http://schemas.openxmlformats.org/officeDocument/2006/relationships/tags" Target="../tags/tag397.xml"/><Relationship Id="rId3" Type="http://schemas.openxmlformats.org/officeDocument/2006/relationships/tags" Target="../tags/tag374.xml"/><Relationship Id="rId29" Type="http://schemas.openxmlformats.org/officeDocument/2006/relationships/tags" Target="../tags/tag396.xml"/><Relationship Id="rId28" Type="http://schemas.openxmlformats.org/officeDocument/2006/relationships/tags" Target="../tags/tag395.xml"/><Relationship Id="rId27" Type="http://schemas.openxmlformats.org/officeDocument/2006/relationships/tags" Target="../tags/tag394.xml"/><Relationship Id="rId26" Type="http://schemas.openxmlformats.org/officeDocument/2006/relationships/tags" Target="../tags/tag393.xml"/><Relationship Id="rId25" Type="http://schemas.openxmlformats.org/officeDocument/2006/relationships/tags" Target="../tags/tag392.xml"/><Relationship Id="rId24" Type="http://schemas.openxmlformats.org/officeDocument/2006/relationships/tags" Target="../tags/tag391.xml"/><Relationship Id="rId23" Type="http://schemas.openxmlformats.org/officeDocument/2006/relationships/tags" Target="../tags/tag390.xml"/><Relationship Id="rId22" Type="http://schemas.openxmlformats.org/officeDocument/2006/relationships/tags" Target="../tags/tag389.xml"/><Relationship Id="rId21" Type="http://schemas.openxmlformats.org/officeDocument/2006/relationships/image" Target="../media/image58.svg"/><Relationship Id="rId20" Type="http://schemas.openxmlformats.org/officeDocument/2006/relationships/image" Target="../media/image77.png"/><Relationship Id="rId2" Type="http://schemas.openxmlformats.org/officeDocument/2006/relationships/tags" Target="../tags/tag373.xml"/><Relationship Id="rId19" Type="http://schemas.openxmlformats.org/officeDocument/2006/relationships/tags" Target="../tags/tag388.xml"/><Relationship Id="rId18" Type="http://schemas.openxmlformats.org/officeDocument/2006/relationships/tags" Target="../tags/tag387.xml"/><Relationship Id="rId17" Type="http://schemas.openxmlformats.org/officeDocument/2006/relationships/tags" Target="../tags/tag386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tags" Target="../tags/tag37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413.xml"/><Relationship Id="rId4" Type="http://schemas.openxmlformats.org/officeDocument/2006/relationships/image" Target="../media/image87.png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tags" Target="../tags/tag418.xml"/><Relationship Id="rId6" Type="http://schemas.openxmlformats.org/officeDocument/2006/relationships/image" Target="../media/image58.svg"/><Relationship Id="rId5" Type="http://schemas.openxmlformats.org/officeDocument/2006/relationships/image" Target="../media/image77.png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425.xml"/><Relationship Id="rId15" Type="http://schemas.openxmlformats.org/officeDocument/2006/relationships/tags" Target="../tags/tag424.xml"/><Relationship Id="rId14" Type="http://schemas.openxmlformats.org/officeDocument/2006/relationships/tags" Target="../tags/tag423.xml"/><Relationship Id="rId13" Type="http://schemas.openxmlformats.org/officeDocument/2006/relationships/tags" Target="../tags/tag422.xml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tags" Target="../tags/tag421.xml"/><Relationship Id="rId1" Type="http://schemas.openxmlformats.org/officeDocument/2006/relationships/tags" Target="../tags/tag41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436.xml"/><Relationship Id="rId13" Type="http://schemas.openxmlformats.org/officeDocument/2006/relationships/image" Target="../media/image92.png"/><Relationship Id="rId12" Type="http://schemas.openxmlformats.org/officeDocument/2006/relationships/tags" Target="../tags/tag435.xml"/><Relationship Id="rId11" Type="http://schemas.openxmlformats.org/officeDocument/2006/relationships/image" Target="../media/image91.svg"/><Relationship Id="rId10" Type="http://schemas.openxmlformats.org/officeDocument/2006/relationships/image" Target="../media/image90.png"/><Relationship Id="rId1" Type="http://schemas.openxmlformats.org/officeDocument/2006/relationships/tags" Target="../tags/tag42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43.xml"/><Relationship Id="rId8" Type="http://schemas.openxmlformats.org/officeDocument/2006/relationships/tags" Target="../tags/tag442.xml"/><Relationship Id="rId7" Type="http://schemas.openxmlformats.org/officeDocument/2006/relationships/tags" Target="../tags/tag441.xml"/><Relationship Id="rId63" Type="http://schemas.openxmlformats.org/officeDocument/2006/relationships/slideLayout" Target="../slideLayouts/slideLayout13.xml"/><Relationship Id="rId62" Type="http://schemas.openxmlformats.org/officeDocument/2006/relationships/tags" Target="../tags/tag482.xml"/><Relationship Id="rId61" Type="http://schemas.openxmlformats.org/officeDocument/2006/relationships/tags" Target="../tags/tag481.xml"/><Relationship Id="rId60" Type="http://schemas.openxmlformats.org/officeDocument/2006/relationships/tags" Target="../tags/tag480.xml"/><Relationship Id="rId6" Type="http://schemas.openxmlformats.org/officeDocument/2006/relationships/image" Target="../media/image36.svg"/><Relationship Id="rId59" Type="http://schemas.openxmlformats.org/officeDocument/2006/relationships/image" Target="../media/image105.svg"/><Relationship Id="rId58" Type="http://schemas.openxmlformats.org/officeDocument/2006/relationships/image" Target="../media/image104.png"/><Relationship Id="rId57" Type="http://schemas.openxmlformats.org/officeDocument/2006/relationships/tags" Target="../tags/tag479.xml"/><Relationship Id="rId56" Type="http://schemas.openxmlformats.org/officeDocument/2006/relationships/tags" Target="../tags/tag478.xml"/><Relationship Id="rId55" Type="http://schemas.openxmlformats.org/officeDocument/2006/relationships/tags" Target="../tags/tag477.xml"/><Relationship Id="rId54" Type="http://schemas.openxmlformats.org/officeDocument/2006/relationships/tags" Target="../tags/tag476.xml"/><Relationship Id="rId53" Type="http://schemas.openxmlformats.org/officeDocument/2006/relationships/image" Target="../media/image103.svg"/><Relationship Id="rId52" Type="http://schemas.openxmlformats.org/officeDocument/2006/relationships/image" Target="../media/image102.png"/><Relationship Id="rId51" Type="http://schemas.openxmlformats.org/officeDocument/2006/relationships/tags" Target="../tags/tag475.xml"/><Relationship Id="rId50" Type="http://schemas.openxmlformats.org/officeDocument/2006/relationships/tags" Target="../tags/tag474.xml"/><Relationship Id="rId5" Type="http://schemas.openxmlformats.org/officeDocument/2006/relationships/image" Target="../media/image93.png"/><Relationship Id="rId49" Type="http://schemas.openxmlformats.org/officeDocument/2006/relationships/tags" Target="../tags/tag473.xml"/><Relationship Id="rId48" Type="http://schemas.openxmlformats.org/officeDocument/2006/relationships/tags" Target="../tags/tag472.xml"/><Relationship Id="rId47" Type="http://schemas.openxmlformats.org/officeDocument/2006/relationships/image" Target="../media/image101.svg"/><Relationship Id="rId46" Type="http://schemas.openxmlformats.org/officeDocument/2006/relationships/image" Target="../media/image100.png"/><Relationship Id="rId45" Type="http://schemas.openxmlformats.org/officeDocument/2006/relationships/tags" Target="../tags/tag471.xml"/><Relationship Id="rId44" Type="http://schemas.openxmlformats.org/officeDocument/2006/relationships/tags" Target="../tags/tag470.xml"/><Relationship Id="rId43" Type="http://schemas.openxmlformats.org/officeDocument/2006/relationships/tags" Target="../tags/tag469.xml"/><Relationship Id="rId42" Type="http://schemas.openxmlformats.org/officeDocument/2006/relationships/tags" Target="../tags/tag468.xml"/><Relationship Id="rId41" Type="http://schemas.openxmlformats.org/officeDocument/2006/relationships/tags" Target="../tags/tag467.xml"/><Relationship Id="rId40" Type="http://schemas.openxmlformats.org/officeDocument/2006/relationships/tags" Target="../tags/tag466.xml"/><Relationship Id="rId4" Type="http://schemas.openxmlformats.org/officeDocument/2006/relationships/tags" Target="../tags/tag440.xml"/><Relationship Id="rId39" Type="http://schemas.openxmlformats.org/officeDocument/2006/relationships/image" Target="../media/image99.svg"/><Relationship Id="rId38" Type="http://schemas.openxmlformats.org/officeDocument/2006/relationships/image" Target="../media/image98.png"/><Relationship Id="rId37" Type="http://schemas.openxmlformats.org/officeDocument/2006/relationships/tags" Target="../tags/tag465.xml"/><Relationship Id="rId36" Type="http://schemas.openxmlformats.org/officeDocument/2006/relationships/tags" Target="../tags/tag464.xml"/><Relationship Id="rId35" Type="http://schemas.openxmlformats.org/officeDocument/2006/relationships/tags" Target="../tags/tag463.xml"/><Relationship Id="rId34" Type="http://schemas.openxmlformats.org/officeDocument/2006/relationships/tags" Target="../tags/tag462.xml"/><Relationship Id="rId33" Type="http://schemas.openxmlformats.org/officeDocument/2006/relationships/tags" Target="../tags/tag461.xml"/><Relationship Id="rId32" Type="http://schemas.openxmlformats.org/officeDocument/2006/relationships/tags" Target="../tags/tag460.xml"/><Relationship Id="rId31" Type="http://schemas.openxmlformats.org/officeDocument/2006/relationships/image" Target="../media/image97.svg"/><Relationship Id="rId30" Type="http://schemas.openxmlformats.org/officeDocument/2006/relationships/image" Target="../media/image96.png"/><Relationship Id="rId3" Type="http://schemas.openxmlformats.org/officeDocument/2006/relationships/tags" Target="../tags/tag439.xml"/><Relationship Id="rId29" Type="http://schemas.openxmlformats.org/officeDocument/2006/relationships/tags" Target="../tags/tag459.xml"/><Relationship Id="rId28" Type="http://schemas.openxmlformats.org/officeDocument/2006/relationships/tags" Target="../tags/tag458.xml"/><Relationship Id="rId27" Type="http://schemas.openxmlformats.org/officeDocument/2006/relationships/tags" Target="../tags/tag457.xml"/><Relationship Id="rId26" Type="http://schemas.openxmlformats.org/officeDocument/2006/relationships/tags" Target="../tags/tag456.xml"/><Relationship Id="rId25" Type="http://schemas.openxmlformats.org/officeDocument/2006/relationships/tags" Target="../tags/tag455.xml"/><Relationship Id="rId24" Type="http://schemas.openxmlformats.org/officeDocument/2006/relationships/tags" Target="../tags/tag454.xml"/><Relationship Id="rId23" Type="http://schemas.openxmlformats.org/officeDocument/2006/relationships/image" Target="../media/image95.svg"/><Relationship Id="rId22" Type="http://schemas.openxmlformats.org/officeDocument/2006/relationships/image" Target="../media/image94.png"/><Relationship Id="rId21" Type="http://schemas.openxmlformats.org/officeDocument/2006/relationships/tags" Target="../tags/tag453.xml"/><Relationship Id="rId20" Type="http://schemas.openxmlformats.org/officeDocument/2006/relationships/tags" Target="../tags/tag452.xml"/><Relationship Id="rId2" Type="http://schemas.openxmlformats.org/officeDocument/2006/relationships/tags" Target="../tags/tag438.xml"/><Relationship Id="rId19" Type="http://schemas.openxmlformats.org/officeDocument/2006/relationships/tags" Target="../tags/tag451.xml"/><Relationship Id="rId18" Type="http://schemas.openxmlformats.org/officeDocument/2006/relationships/tags" Target="../tags/tag450.xml"/><Relationship Id="rId17" Type="http://schemas.openxmlformats.org/officeDocument/2006/relationships/tags" Target="../tags/tag449.xml"/><Relationship Id="rId16" Type="http://schemas.openxmlformats.org/officeDocument/2006/relationships/tags" Target="../tags/tag448.xml"/><Relationship Id="rId15" Type="http://schemas.openxmlformats.org/officeDocument/2006/relationships/image" Target="../media/image84.svg"/><Relationship Id="rId14" Type="http://schemas.openxmlformats.org/officeDocument/2006/relationships/image" Target="../media/image83.png"/><Relationship Id="rId13" Type="http://schemas.openxmlformats.org/officeDocument/2006/relationships/tags" Target="../tags/tag447.xml"/><Relationship Id="rId12" Type="http://schemas.openxmlformats.org/officeDocument/2006/relationships/tags" Target="../tags/tag446.xml"/><Relationship Id="rId11" Type="http://schemas.openxmlformats.org/officeDocument/2006/relationships/tags" Target="../tags/tag445.xml"/><Relationship Id="rId10" Type="http://schemas.openxmlformats.org/officeDocument/2006/relationships/tags" Target="../tags/tag444.xml"/><Relationship Id="rId1" Type="http://schemas.openxmlformats.org/officeDocument/2006/relationships/tags" Target="../tags/tag43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89.xml"/><Relationship Id="rId8" Type="http://schemas.openxmlformats.org/officeDocument/2006/relationships/tags" Target="../tags/tag488.xml"/><Relationship Id="rId7" Type="http://schemas.openxmlformats.org/officeDocument/2006/relationships/tags" Target="../tags/tag487.xml"/><Relationship Id="rId64" Type="http://schemas.openxmlformats.org/officeDocument/2006/relationships/slideLayout" Target="../slideLayouts/slideLayout13.xml"/><Relationship Id="rId63" Type="http://schemas.openxmlformats.org/officeDocument/2006/relationships/tags" Target="../tags/tag531.xml"/><Relationship Id="rId62" Type="http://schemas.openxmlformats.org/officeDocument/2006/relationships/tags" Target="../tags/tag530.xml"/><Relationship Id="rId61" Type="http://schemas.openxmlformats.org/officeDocument/2006/relationships/tags" Target="../tags/tag529.xml"/><Relationship Id="rId60" Type="http://schemas.openxmlformats.org/officeDocument/2006/relationships/image" Target="../media/image116.svg"/><Relationship Id="rId6" Type="http://schemas.openxmlformats.org/officeDocument/2006/relationships/image" Target="../media/image54.svg"/><Relationship Id="rId59" Type="http://schemas.openxmlformats.org/officeDocument/2006/relationships/image" Target="../media/image115.png"/><Relationship Id="rId58" Type="http://schemas.openxmlformats.org/officeDocument/2006/relationships/tags" Target="../tags/tag528.xml"/><Relationship Id="rId57" Type="http://schemas.openxmlformats.org/officeDocument/2006/relationships/tags" Target="../tags/tag527.xml"/><Relationship Id="rId56" Type="http://schemas.openxmlformats.org/officeDocument/2006/relationships/tags" Target="../tags/tag526.xml"/><Relationship Id="rId55" Type="http://schemas.openxmlformats.org/officeDocument/2006/relationships/tags" Target="../tags/tag525.xml"/><Relationship Id="rId54" Type="http://schemas.openxmlformats.org/officeDocument/2006/relationships/tags" Target="../tags/tag524.xml"/><Relationship Id="rId53" Type="http://schemas.openxmlformats.org/officeDocument/2006/relationships/image" Target="../media/image114.svg"/><Relationship Id="rId52" Type="http://schemas.openxmlformats.org/officeDocument/2006/relationships/image" Target="../media/image113.png"/><Relationship Id="rId51" Type="http://schemas.openxmlformats.org/officeDocument/2006/relationships/tags" Target="../tags/tag523.xml"/><Relationship Id="rId50" Type="http://schemas.openxmlformats.org/officeDocument/2006/relationships/tags" Target="../tags/tag522.xml"/><Relationship Id="rId5" Type="http://schemas.openxmlformats.org/officeDocument/2006/relationships/image" Target="../media/image106.png"/><Relationship Id="rId49" Type="http://schemas.openxmlformats.org/officeDocument/2006/relationships/tags" Target="../tags/tag521.xml"/><Relationship Id="rId48" Type="http://schemas.openxmlformats.org/officeDocument/2006/relationships/tags" Target="../tags/tag520.xml"/><Relationship Id="rId47" Type="http://schemas.openxmlformats.org/officeDocument/2006/relationships/tags" Target="../tags/tag519.xml"/><Relationship Id="rId46" Type="http://schemas.openxmlformats.org/officeDocument/2006/relationships/image" Target="../media/image112.svg"/><Relationship Id="rId45" Type="http://schemas.openxmlformats.org/officeDocument/2006/relationships/image" Target="../media/image111.png"/><Relationship Id="rId44" Type="http://schemas.openxmlformats.org/officeDocument/2006/relationships/tags" Target="../tags/tag518.xml"/><Relationship Id="rId43" Type="http://schemas.openxmlformats.org/officeDocument/2006/relationships/tags" Target="../tags/tag517.xml"/><Relationship Id="rId42" Type="http://schemas.openxmlformats.org/officeDocument/2006/relationships/tags" Target="../tags/tag516.xml"/><Relationship Id="rId41" Type="http://schemas.openxmlformats.org/officeDocument/2006/relationships/tags" Target="../tags/tag515.xml"/><Relationship Id="rId40" Type="http://schemas.openxmlformats.org/officeDocument/2006/relationships/image" Target="../media/image110.svg"/><Relationship Id="rId4" Type="http://schemas.openxmlformats.org/officeDocument/2006/relationships/tags" Target="../tags/tag486.xml"/><Relationship Id="rId39" Type="http://schemas.openxmlformats.org/officeDocument/2006/relationships/image" Target="../media/image109.png"/><Relationship Id="rId38" Type="http://schemas.openxmlformats.org/officeDocument/2006/relationships/tags" Target="../tags/tag514.xml"/><Relationship Id="rId37" Type="http://schemas.openxmlformats.org/officeDocument/2006/relationships/tags" Target="../tags/tag513.xml"/><Relationship Id="rId36" Type="http://schemas.openxmlformats.org/officeDocument/2006/relationships/tags" Target="../tags/tag512.xml"/><Relationship Id="rId35" Type="http://schemas.openxmlformats.org/officeDocument/2006/relationships/tags" Target="../tags/tag511.xml"/><Relationship Id="rId34" Type="http://schemas.openxmlformats.org/officeDocument/2006/relationships/tags" Target="../tags/tag510.xml"/><Relationship Id="rId33" Type="http://schemas.openxmlformats.org/officeDocument/2006/relationships/tags" Target="../tags/tag509.xml"/><Relationship Id="rId32" Type="http://schemas.openxmlformats.org/officeDocument/2006/relationships/tags" Target="../tags/tag508.xml"/><Relationship Id="rId31" Type="http://schemas.openxmlformats.org/officeDocument/2006/relationships/tags" Target="../tags/tag507.xml"/><Relationship Id="rId30" Type="http://schemas.openxmlformats.org/officeDocument/2006/relationships/tags" Target="../tags/tag506.xml"/><Relationship Id="rId3" Type="http://schemas.openxmlformats.org/officeDocument/2006/relationships/tags" Target="../tags/tag485.xml"/><Relationship Id="rId29" Type="http://schemas.openxmlformats.org/officeDocument/2006/relationships/tags" Target="../tags/tag505.xml"/><Relationship Id="rId28" Type="http://schemas.openxmlformats.org/officeDocument/2006/relationships/tags" Target="../tags/tag504.xml"/><Relationship Id="rId27" Type="http://schemas.openxmlformats.org/officeDocument/2006/relationships/tags" Target="../tags/tag503.xml"/><Relationship Id="rId26" Type="http://schemas.openxmlformats.org/officeDocument/2006/relationships/image" Target="../media/image58.svg"/><Relationship Id="rId25" Type="http://schemas.openxmlformats.org/officeDocument/2006/relationships/image" Target="../media/image77.png"/><Relationship Id="rId24" Type="http://schemas.openxmlformats.org/officeDocument/2006/relationships/tags" Target="../tags/tag502.xml"/><Relationship Id="rId23" Type="http://schemas.openxmlformats.org/officeDocument/2006/relationships/tags" Target="../tags/tag501.xml"/><Relationship Id="rId22" Type="http://schemas.openxmlformats.org/officeDocument/2006/relationships/tags" Target="../tags/tag500.xml"/><Relationship Id="rId21" Type="http://schemas.openxmlformats.org/officeDocument/2006/relationships/tags" Target="../tags/tag499.xml"/><Relationship Id="rId20" Type="http://schemas.openxmlformats.org/officeDocument/2006/relationships/tags" Target="../tags/tag498.xml"/><Relationship Id="rId2" Type="http://schemas.openxmlformats.org/officeDocument/2006/relationships/tags" Target="../tags/tag484.xml"/><Relationship Id="rId19" Type="http://schemas.openxmlformats.org/officeDocument/2006/relationships/tags" Target="../tags/tag497.xml"/><Relationship Id="rId18" Type="http://schemas.openxmlformats.org/officeDocument/2006/relationships/tags" Target="../tags/tag496.xml"/><Relationship Id="rId17" Type="http://schemas.openxmlformats.org/officeDocument/2006/relationships/tags" Target="../tags/tag495.xml"/><Relationship Id="rId16" Type="http://schemas.openxmlformats.org/officeDocument/2006/relationships/image" Target="../media/image108.svg"/><Relationship Id="rId15" Type="http://schemas.openxmlformats.org/officeDocument/2006/relationships/image" Target="../media/image107.png"/><Relationship Id="rId14" Type="http://schemas.openxmlformats.org/officeDocument/2006/relationships/tags" Target="../tags/tag494.xml"/><Relationship Id="rId13" Type="http://schemas.openxmlformats.org/officeDocument/2006/relationships/tags" Target="../tags/tag493.xml"/><Relationship Id="rId12" Type="http://schemas.openxmlformats.org/officeDocument/2006/relationships/tags" Target="../tags/tag492.xml"/><Relationship Id="rId11" Type="http://schemas.openxmlformats.org/officeDocument/2006/relationships/tags" Target="../tags/tag491.xml"/><Relationship Id="rId10" Type="http://schemas.openxmlformats.org/officeDocument/2006/relationships/tags" Target="../tags/tag490.xml"/><Relationship Id="rId1" Type="http://schemas.openxmlformats.org/officeDocument/2006/relationships/tags" Target="../tags/tag48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117.png"/><Relationship Id="rId7" Type="http://schemas.openxmlformats.org/officeDocument/2006/relationships/tags" Target="../tags/tag537.xml"/><Relationship Id="rId6" Type="http://schemas.openxmlformats.org/officeDocument/2006/relationships/tags" Target="../tags/tag536.xml"/><Relationship Id="rId5" Type="http://schemas.openxmlformats.org/officeDocument/2006/relationships/tags" Target="../tags/tag535.xml"/><Relationship Id="rId45" Type="http://schemas.openxmlformats.org/officeDocument/2006/relationships/slideLayout" Target="../slideLayouts/slideLayout13.xml"/><Relationship Id="rId44" Type="http://schemas.openxmlformats.org/officeDocument/2006/relationships/tags" Target="../tags/tag564.xml"/><Relationship Id="rId43" Type="http://schemas.openxmlformats.org/officeDocument/2006/relationships/tags" Target="../tags/tag563.xml"/><Relationship Id="rId42" Type="http://schemas.openxmlformats.org/officeDocument/2006/relationships/tags" Target="../tags/tag562.xml"/><Relationship Id="rId41" Type="http://schemas.openxmlformats.org/officeDocument/2006/relationships/tags" Target="../tags/tag561.xml"/><Relationship Id="rId40" Type="http://schemas.openxmlformats.org/officeDocument/2006/relationships/image" Target="../media/image123.svg"/><Relationship Id="rId4" Type="http://schemas.openxmlformats.org/officeDocument/2006/relationships/tags" Target="../tags/tag534.xml"/><Relationship Id="rId39" Type="http://schemas.openxmlformats.org/officeDocument/2006/relationships/image" Target="../media/image53.png"/><Relationship Id="rId38" Type="http://schemas.openxmlformats.org/officeDocument/2006/relationships/tags" Target="../tags/tag560.xml"/><Relationship Id="rId37" Type="http://schemas.openxmlformats.org/officeDocument/2006/relationships/tags" Target="../tags/tag559.xml"/><Relationship Id="rId36" Type="http://schemas.openxmlformats.org/officeDocument/2006/relationships/tags" Target="../tags/tag558.xml"/><Relationship Id="rId35" Type="http://schemas.openxmlformats.org/officeDocument/2006/relationships/tags" Target="../tags/tag557.xml"/><Relationship Id="rId34" Type="http://schemas.openxmlformats.org/officeDocument/2006/relationships/tags" Target="../tags/tag556.xml"/><Relationship Id="rId33" Type="http://schemas.openxmlformats.org/officeDocument/2006/relationships/tags" Target="../tags/tag555.xml"/><Relationship Id="rId32" Type="http://schemas.openxmlformats.org/officeDocument/2006/relationships/tags" Target="../tags/tag554.xml"/><Relationship Id="rId31" Type="http://schemas.openxmlformats.org/officeDocument/2006/relationships/image" Target="../media/image122.svg"/><Relationship Id="rId30" Type="http://schemas.openxmlformats.org/officeDocument/2006/relationships/image" Target="../media/image94.png"/><Relationship Id="rId3" Type="http://schemas.openxmlformats.org/officeDocument/2006/relationships/tags" Target="../tags/tag533.xml"/><Relationship Id="rId29" Type="http://schemas.openxmlformats.org/officeDocument/2006/relationships/tags" Target="../tags/tag553.xml"/><Relationship Id="rId28" Type="http://schemas.openxmlformats.org/officeDocument/2006/relationships/tags" Target="../tags/tag552.xml"/><Relationship Id="rId27" Type="http://schemas.openxmlformats.org/officeDocument/2006/relationships/tags" Target="../tags/tag551.xml"/><Relationship Id="rId26" Type="http://schemas.openxmlformats.org/officeDocument/2006/relationships/tags" Target="../tags/tag550.xml"/><Relationship Id="rId25" Type="http://schemas.openxmlformats.org/officeDocument/2006/relationships/tags" Target="../tags/tag549.xml"/><Relationship Id="rId24" Type="http://schemas.openxmlformats.org/officeDocument/2006/relationships/tags" Target="../tags/tag548.xml"/><Relationship Id="rId23" Type="http://schemas.openxmlformats.org/officeDocument/2006/relationships/image" Target="../media/image121.svg"/><Relationship Id="rId22" Type="http://schemas.openxmlformats.org/officeDocument/2006/relationships/image" Target="../media/image120.png"/><Relationship Id="rId21" Type="http://schemas.openxmlformats.org/officeDocument/2006/relationships/tags" Target="../tags/tag547.xml"/><Relationship Id="rId20" Type="http://schemas.openxmlformats.org/officeDocument/2006/relationships/tags" Target="../tags/tag546.xml"/><Relationship Id="rId2" Type="http://schemas.openxmlformats.org/officeDocument/2006/relationships/tags" Target="../tags/tag532.xml"/><Relationship Id="rId19" Type="http://schemas.openxmlformats.org/officeDocument/2006/relationships/tags" Target="../tags/tag545.xml"/><Relationship Id="rId18" Type="http://schemas.openxmlformats.org/officeDocument/2006/relationships/tags" Target="../tags/tag544.xml"/><Relationship Id="rId17" Type="http://schemas.openxmlformats.org/officeDocument/2006/relationships/tags" Target="../tags/tag543.xml"/><Relationship Id="rId16" Type="http://schemas.openxmlformats.org/officeDocument/2006/relationships/image" Target="../media/image119.svg"/><Relationship Id="rId15" Type="http://schemas.openxmlformats.org/officeDocument/2006/relationships/image" Target="../media/image118.png"/><Relationship Id="rId14" Type="http://schemas.openxmlformats.org/officeDocument/2006/relationships/tags" Target="../tags/tag542.xml"/><Relationship Id="rId13" Type="http://schemas.openxmlformats.org/officeDocument/2006/relationships/tags" Target="../tags/tag541.xml"/><Relationship Id="rId12" Type="http://schemas.openxmlformats.org/officeDocument/2006/relationships/tags" Target="../tags/tag540.xml"/><Relationship Id="rId11" Type="http://schemas.openxmlformats.org/officeDocument/2006/relationships/tags" Target="../tags/tag539.xml"/><Relationship Id="rId10" Type="http://schemas.openxmlformats.org/officeDocument/2006/relationships/tags" Target="../tags/tag538.xml"/><Relationship Id="rId1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71.xml"/><Relationship Id="rId8" Type="http://schemas.openxmlformats.org/officeDocument/2006/relationships/tags" Target="../tags/tag570.xml"/><Relationship Id="rId7" Type="http://schemas.openxmlformats.org/officeDocument/2006/relationships/tags" Target="../tags/tag569.xml"/><Relationship Id="rId63" Type="http://schemas.openxmlformats.org/officeDocument/2006/relationships/slideLayout" Target="../slideLayouts/slideLayout13.xml"/><Relationship Id="rId62" Type="http://schemas.openxmlformats.org/officeDocument/2006/relationships/tags" Target="../tags/tag614.xml"/><Relationship Id="rId61" Type="http://schemas.openxmlformats.org/officeDocument/2006/relationships/tags" Target="../tags/tag613.xml"/><Relationship Id="rId60" Type="http://schemas.openxmlformats.org/officeDocument/2006/relationships/tags" Target="../tags/tag612.xml"/><Relationship Id="rId6" Type="http://schemas.openxmlformats.org/officeDocument/2006/relationships/image" Target="../media/image125.svg"/><Relationship Id="rId59" Type="http://schemas.openxmlformats.org/officeDocument/2006/relationships/tags" Target="../tags/tag611.xml"/><Relationship Id="rId58" Type="http://schemas.openxmlformats.org/officeDocument/2006/relationships/tags" Target="../tags/tag610.xml"/><Relationship Id="rId57" Type="http://schemas.openxmlformats.org/officeDocument/2006/relationships/tags" Target="../tags/tag609.xml"/><Relationship Id="rId56" Type="http://schemas.openxmlformats.org/officeDocument/2006/relationships/tags" Target="../tags/tag608.xml"/><Relationship Id="rId55" Type="http://schemas.openxmlformats.org/officeDocument/2006/relationships/tags" Target="../tags/tag607.xml"/><Relationship Id="rId54" Type="http://schemas.openxmlformats.org/officeDocument/2006/relationships/tags" Target="../tags/tag606.xml"/><Relationship Id="rId53" Type="http://schemas.openxmlformats.org/officeDocument/2006/relationships/tags" Target="../tags/tag605.xml"/><Relationship Id="rId52" Type="http://schemas.openxmlformats.org/officeDocument/2006/relationships/tags" Target="../tags/tag604.xml"/><Relationship Id="rId51" Type="http://schemas.openxmlformats.org/officeDocument/2006/relationships/tags" Target="../tags/tag603.xml"/><Relationship Id="rId50" Type="http://schemas.openxmlformats.org/officeDocument/2006/relationships/tags" Target="../tags/tag602.xml"/><Relationship Id="rId5" Type="http://schemas.openxmlformats.org/officeDocument/2006/relationships/image" Target="../media/image124.png"/><Relationship Id="rId49" Type="http://schemas.openxmlformats.org/officeDocument/2006/relationships/tags" Target="../tags/tag601.xml"/><Relationship Id="rId48" Type="http://schemas.openxmlformats.org/officeDocument/2006/relationships/tags" Target="../tags/tag600.xml"/><Relationship Id="rId47" Type="http://schemas.openxmlformats.org/officeDocument/2006/relationships/tags" Target="../tags/tag599.xml"/><Relationship Id="rId46" Type="http://schemas.openxmlformats.org/officeDocument/2006/relationships/tags" Target="../tags/tag598.xml"/><Relationship Id="rId45" Type="http://schemas.openxmlformats.org/officeDocument/2006/relationships/tags" Target="../tags/tag597.xml"/><Relationship Id="rId44" Type="http://schemas.openxmlformats.org/officeDocument/2006/relationships/tags" Target="../tags/tag596.xml"/><Relationship Id="rId43" Type="http://schemas.openxmlformats.org/officeDocument/2006/relationships/image" Target="../media/image132.svg"/><Relationship Id="rId42" Type="http://schemas.openxmlformats.org/officeDocument/2006/relationships/image" Target="../media/image131.png"/><Relationship Id="rId41" Type="http://schemas.openxmlformats.org/officeDocument/2006/relationships/tags" Target="../tags/tag595.xml"/><Relationship Id="rId40" Type="http://schemas.openxmlformats.org/officeDocument/2006/relationships/tags" Target="../tags/tag594.xml"/><Relationship Id="rId4" Type="http://schemas.openxmlformats.org/officeDocument/2006/relationships/tags" Target="../tags/tag568.xml"/><Relationship Id="rId39" Type="http://schemas.openxmlformats.org/officeDocument/2006/relationships/tags" Target="../tags/tag593.xml"/><Relationship Id="rId38" Type="http://schemas.openxmlformats.org/officeDocument/2006/relationships/tags" Target="../tags/tag592.xml"/><Relationship Id="rId37" Type="http://schemas.openxmlformats.org/officeDocument/2006/relationships/tags" Target="../tags/tag591.xml"/><Relationship Id="rId36" Type="http://schemas.openxmlformats.org/officeDocument/2006/relationships/image" Target="../media/image84.svg"/><Relationship Id="rId35" Type="http://schemas.openxmlformats.org/officeDocument/2006/relationships/image" Target="../media/image83.png"/><Relationship Id="rId34" Type="http://schemas.openxmlformats.org/officeDocument/2006/relationships/tags" Target="../tags/tag590.xml"/><Relationship Id="rId33" Type="http://schemas.openxmlformats.org/officeDocument/2006/relationships/tags" Target="../tags/tag589.xml"/><Relationship Id="rId32" Type="http://schemas.openxmlformats.org/officeDocument/2006/relationships/tags" Target="../tags/tag588.xml"/><Relationship Id="rId31" Type="http://schemas.openxmlformats.org/officeDocument/2006/relationships/tags" Target="../tags/tag587.xml"/><Relationship Id="rId30" Type="http://schemas.openxmlformats.org/officeDocument/2006/relationships/tags" Target="../tags/tag586.xml"/><Relationship Id="rId3" Type="http://schemas.openxmlformats.org/officeDocument/2006/relationships/tags" Target="../tags/tag567.xml"/><Relationship Id="rId29" Type="http://schemas.openxmlformats.org/officeDocument/2006/relationships/image" Target="../media/image130.svg"/><Relationship Id="rId28" Type="http://schemas.openxmlformats.org/officeDocument/2006/relationships/image" Target="../media/image129.png"/><Relationship Id="rId27" Type="http://schemas.openxmlformats.org/officeDocument/2006/relationships/tags" Target="../tags/tag585.xml"/><Relationship Id="rId26" Type="http://schemas.openxmlformats.org/officeDocument/2006/relationships/tags" Target="../tags/tag584.xml"/><Relationship Id="rId25" Type="http://schemas.openxmlformats.org/officeDocument/2006/relationships/tags" Target="../tags/tag583.xml"/><Relationship Id="rId24" Type="http://schemas.openxmlformats.org/officeDocument/2006/relationships/tags" Target="../tags/tag582.xml"/><Relationship Id="rId23" Type="http://schemas.openxmlformats.org/officeDocument/2006/relationships/tags" Target="../tags/tag581.xml"/><Relationship Id="rId22" Type="http://schemas.openxmlformats.org/officeDocument/2006/relationships/image" Target="../media/image25.svg"/><Relationship Id="rId21" Type="http://schemas.openxmlformats.org/officeDocument/2006/relationships/image" Target="../media/image128.png"/><Relationship Id="rId20" Type="http://schemas.openxmlformats.org/officeDocument/2006/relationships/tags" Target="../tags/tag580.xml"/><Relationship Id="rId2" Type="http://schemas.openxmlformats.org/officeDocument/2006/relationships/tags" Target="../tags/tag566.xml"/><Relationship Id="rId19" Type="http://schemas.openxmlformats.org/officeDocument/2006/relationships/tags" Target="../tags/tag579.xml"/><Relationship Id="rId18" Type="http://schemas.openxmlformats.org/officeDocument/2006/relationships/tags" Target="../tags/tag578.xml"/><Relationship Id="rId17" Type="http://schemas.openxmlformats.org/officeDocument/2006/relationships/tags" Target="../tags/tag577.xml"/><Relationship Id="rId16" Type="http://schemas.openxmlformats.org/officeDocument/2006/relationships/tags" Target="../tags/tag576.xml"/><Relationship Id="rId15" Type="http://schemas.openxmlformats.org/officeDocument/2006/relationships/image" Target="../media/image127.svg"/><Relationship Id="rId14" Type="http://schemas.openxmlformats.org/officeDocument/2006/relationships/image" Target="../media/image126.png"/><Relationship Id="rId13" Type="http://schemas.openxmlformats.org/officeDocument/2006/relationships/tags" Target="../tags/tag575.xml"/><Relationship Id="rId12" Type="http://schemas.openxmlformats.org/officeDocument/2006/relationships/tags" Target="../tags/tag574.xml"/><Relationship Id="rId11" Type="http://schemas.openxmlformats.org/officeDocument/2006/relationships/tags" Target="../tags/tag573.xml"/><Relationship Id="rId10" Type="http://schemas.openxmlformats.org/officeDocument/2006/relationships/tags" Target="../tags/tag572.xml"/><Relationship Id="rId1" Type="http://schemas.openxmlformats.org/officeDocument/2006/relationships/tags" Target="../tags/tag56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1" Type="http://schemas.openxmlformats.org/officeDocument/2006/relationships/slideLayout" Target="../slideLayouts/slideLayout13.xml"/><Relationship Id="rId80" Type="http://schemas.openxmlformats.org/officeDocument/2006/relationships/tags" Target="../tags/tag676.xml"/><Relationship Id="rId8" Type="http://schemas.openxmlformats.org/officeDocument/2006/relationships/tags" Target="../tags/tag622.xml"/><Relationship Id="rId79" Type="http://schemas.openxmlformats.org/officeDocument/2006/relationships/tags" Target="../tags/tag675.xml"/><Relationship Id="rId78" Type="http://schemas.openxmlformats.org/officeDocument/2006/relationships/tags" Target="../tags/tag674.xml"/><Relationship Id="rId77" Type="http://schemas.openxmlformats.org/officeDocument/2006/relationships/tags" Target="../tags/tag673.xml"/><Relationship Id="rId76" Type="http://schemas.openxmlformats.org/officeDocument/2006/relationships/tags" Target="../tags/tag672.xml"/><Relationship Id="rId75" Type="http://schemas.openxmlformats.org/officeDocument/2006/relationships/tags" Target="../tags/tag671.xml"/><Relationship Id="rId74" Type="http://schemas.openxmlformats.org/officeDocument/2006/relationships/tags" Target="../tags/tag670.xml"/><Relationship Id="rId73" Type="http://schemas.openxmlformats.org/officeDocument/2006/relationships/tags" Target="../tags/tag669.xml"/><Relationship Id="rId72" Type="http://schemas.openxmlformats.org/officeDocument/2006/relationships/tags" Target="../tags/tag668.xml"/><Relationship Id="rId71" Type="http://schemas.openxmlformats.org/officeDocument/2006/relationships/tags" Target="../tags/tag667.xml"/><Relationship Id="rId70" Type="http://schemas.openxmlformats.org/officeDocument/2006/relationships/tags" Target="../tags/tag666.xml"/><Relationship Id="rId7" Type="http://schemas.openxmlformats.org/officeDocument/2006/relationships/tags" Target="../tags/tag621.xml"/><Relationship Id="rId69" Type="http://schemas.openxmlformats.org/officeDocument/2006/relationships/tags" Target="../tags/tag665.xml"/><Relationship Id="rId68" Type="http://schemas.openxmlformats.org/officeDocument/2006/relationships/tags" Target="../tags/tag664.xml"/><Relationship Id="rId67" Type="http://schemas.openxmlformats.org/officeDocument/2006/relationships/tags" Target="../tags/tag663.xml"/><Relationship Id="rId66" Type="http://schemas.openxmlformats.org/officeDocument/2006/relationships/tags" Target="../tags/tag662.xml"/><Relationship Id="rId65" Type="http://schemas.openxmlformats.org/officeDocument/2006/relationships/tags" Target="../tags/tag661.xml"/><Relationship Id="rId64" Type="http://schemas.openxmlformats.org/officeDocument/2006/relationships/tags" Target="../tags/tag660.xml"/><Relationship Id="rId63" Type="http://schemas.openxmlformats.org/officeDocument/2006/relationships/image" Target="../media/image147.svg"/><Relationship Id="rId62" Type="http://schemas.openxmlformats.org/officeDocument/2006/relationships/image" Target="../media/image146.png"/><Relationship Id="rId61" Type="http://schemas.openxmlformats.org/officeDocument/2006/relationships/tags" Target="../tags/tag659.xml"/><Relationship Id="rId60" Type="http://schemas.openxmlformats.org/officeDocument/2006/relationships/tags" Target="../tags/tag658.xml"/><Relationship Id="rId6" Type="http://schemas.openxmlformats.org/officeDocument/2006/relationships/tags" Target="../tags/tag620.xml"/><Relationship Id="rId59" Type="http://schemas.openxmlformats.org/officeDocument/2006/relationships/tags" Target="../tags/tag657.xml"/><Relationship Id="rId58" Type="http://schemas.openxmlformats.org/officeDocument/2006/relationships/tags" Target="../tags/tag656.xml"/><Relationship Id="rId57" Type="http://schemas.openxmlformats.org/officeDocument/2006/relationships/image" Target="../media/image145.svg"/><Relationship Id="rId56" Type="http://schemas.openxmlformats.org/officeDocument/2006/relationships/image" Target="../media/image144.png"/><Relationship Id="rId55" Type="http://schemas.openxmlformats.org/officeDocument/2006/relationships/tags" Target="../tags/tag655.xml"/><Relationship Id="rId54" Type="http://schemas.openxmlformats.org/officeDocument/2006/relationships/tags" Target="../tags/tag654.xml"/><Relationship Id="rId53" Type="http://schemas.openxmlformats.org/officeDocument/2006/relationships/tags" Target="../tags/tag653.xml"/><Relationship Id="rId52" Type="http://schemas.openxmlformats.org/officeDocument/2006/relationships/tags" Target="../tags/tag652.xml"/><Relationship Id="rId51" Type="http://schemas.openxmlformats.org/officeDocument/2006/relationships/image" Target="../media/image143.svg"/><Relationship Id="rId50" Type="http://schemas.openxmlformats.org/officeDocument/2006/relationships/image" Target="../media/image142.png"/><Relationship Id="rId5" Type="http://schemas.openxmlformats.org/officeDocument/2006/relationships/tags" Target="../tags/tag619.xml"/><Relationship Id="rId49" Type="http://schemas.openxmlformats.org/officeDocument/2006/relationships/tags" Target="../tags/tag651.xml"/><Relationship Id="rId48" Type="http://schemas.openxmlformats.org/officeDocument/2006/relationships/tags" Target="../tags/tag650.xml"/><Relationship Id="rId47" Type="http://schemas.openxmlformats.org/officeDocument/2006/relationships/tags" Target="../tags/tag649.xml"/><Relationship Id="rId46" Type="http://schemas.openxmlformats.org/officeDocument/2006/relationships/tags" Target="../tags/tag648.xml"/><Relationship Id="rId45" Type="http://schemas.openxmlformats.org/officeDocument/2006/relationships/image" Target="../media/image29.svg"/><Relationship Id="rId44" Type="http://schemas.openxmlformats.org/officeDocument/2006/relationships/image" Target="../media/image141.png"/><Relationship Id="rId43" Type="http://schemas.openxmlformats.org/officeDocument/2006/relationships/tags" Target="../tags/tag647.xml"/><Relationship Id="rId42" Type="http://schemas.openxmlformats.org/officeDocument/2006/relationships/tags" Target="../tags/tag646.xml"/><Relationship Id="rId41" Type="http://schemas.openxmlformats.org/officeDocument/2006/relationships/tags" Target="../tags/tag645.xml"/><Relationship Id="rId40" Type="http://schemas.openxmlformats.org/officeDocument/2006/relationships/tags" Target="../tags/tag644.xml"/><Relationship Id="rId4" Type="http://schemas.openxmlformats.org/officeDocument/2006/relationships/tags" Target="../tags/tag618.xml"/><Relationship Id="rId39" Type="http://schemas.openxmlformats.org/officeDocument/2006/relationships/image" Target="../media/image76.svg"/><Relationship Id="rId38" Type="http://schemas.openxmlformats.org/officeDocument/2006/relationships/image" Target="../media/image75.png"/><Relationship Id="rId37" Type="http://schemas.openxmlformats.org/officeDocument/2006/relationships/tags" Target="../tags/tag643.xml"/><Relationship Id="rId36" Type="http://schemas.openxmlformats.org/officeDocument/2006/relationships/tags" Target="../tags/tag642.xml"/><Relationship Id="rId35" Type="http://schemas.openxmlformats.org/officeDocument/2006/relationships/tags" Target="../tags/tag641.xml"/><Relationship Id="rId34" Type="http://schemas.openxmlformats.org/officeDocument/2006/relationships/tags" Target="../tags/tag640.xml"/><Relationship Id="rId33" Type="http://schemas.openxmlformats.org/officeDocument/2006/relationships/image" Target="../media/image140.svg"/><Relationship Id="rId32" Type="http://schemas.openxmlformats.org/officeDocument/2006/relationships/image" Target="../media/image139.png"/><Relationship Id="rId31" Type="http://schemas.openxmlformats.org/officeDocument/2006/relationships/tags" Target="../tags/tag639.xml"/><Relationship Id="rId30" Type="http://schemas.openxmlformats.org/officeDocument/2006/relationships/tags" Target="../tags/tag638.xml"/><Relationship Id="rId3" Type="http://schemas.openxmlformats.org/officeDocument/2006/relationships/tags" Target="../tags/tag617.xml"/><Relationship Id="rId29" Type="http://schemas.openxmlformats.org/officeDocument/2006/relationships/tags" Target="../tags/tag637.xml"/><Relationship Id="rId28" Type="http://schemas.openxmlformats.org/officeDocument/2006/relationships/tags" Target="../tags/tag636.xml"/><Relationship Id="rId27" Type="http://schemas.openxmlformats.org/officeDocument/2006/relationships/tags" Target="../tags/tag635.xml"/><Relationship Id="rId26" Type="http://schemas.openxmlformats.org/officeDocument/2006/relationships/tags" Target="../tags/tag634.xml"/><Relationship Id="rId25" Type="http://schemas.openxmlformats.org/officeDocument/2006/relationships/tags" Target="../tags/tag633.xml"/><Relationship Id="rId24" Type="http://schemas.openxmlformats.org/officeDocument/2006/relationships/image" Target="../media/image138.svg"/><Relationship Id="rId23" Type="http://schemas.openxmlformats.org/officeDocument/2006/relationships/image" Target="../media/image137.png"/><Relationship Id="rId22" Type="http://schemas.openxmlformats.org/officeDocument/2006/relationships/tags" Target="../tags/tag632.xml"/><Relationship Id="rId21" Type="http://schemas.openxmlformats.org/officeDocument/2006/relationships/tags" Target="../tags/tag631.xml"/><Relationship Id="rId20" Type="http://schemas.openxmlformats.org/officeDocument/2006/relationships/tags" Target="../tags/tag630.xml"/><Relationship Id="rId2" Type="http://schemas.openxmlformats.org/officeDocument/2006/relationships/tags" Target="../tags/tag616.xml"/><Relationship Id="rId19" Type="http://schemas.openxmlformats.org/officeDocument/2006/relationships/tags" Target="../tags/tag629.xml"/><Relationship Id="rId18" Type="http://schemas.openxmlformats.org/officeDocument/2006/relationships/tags" Target="../tags/tag628.xml"/><Relationship Id="rId17" Type="http://schemas.openxmlformats.org/officeDocument/2006/relationships/image" Target="../media/image136.svg"/><Relationship Id="rId16" Type="http://schemas.openxmlformats.org/officeDocument/2006/relationships/image" Target="../media/image135.png"/><Relationship Id="rId15" Type="http://schemas.openxmlformats.org/officeDocument/2006/relationships/tags" Target="../tags/tag627.xml"/><Relationship Id="rId14" Type="http://schemas.openxmlformats.org/officeDocument/2006/relationships/tags" Target="../tags/tag626.xml"/><Relationship Id="rId13" Type="http://schemas.openxmlformats.org/officeDocument/2006/relationships/tags" Target="../tags/tag625.xml"/><Relationship Id="rId12" Type="http://schemas.openxmlformats.org/officeDocument/2006/relationships/tags" Target="../tags/tag624.xml"/><Relationship Id="rId11" Type="http://schemas.openxmlformats.org/officeDocument/2006/relationships/tags" Target="../tags/tag623.xml"/><Relationship Id="rId10" Type="http://schemas.openxmlformats.org/officeDocument/2006/relationships/image" Target="../media/image134.svg"/><Relationship Id="rId1" Type="http://schemas.openxmlformats.org/officeDocument/2006/relationships/tags" Target="../tags/tag61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svg"/><Relationship Id="rId8" Type="http://schemas.openxmlformats.org/officeDocument/2006/relationships/image" Target="../media/image148.png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701.xml"/><Relationship Id="rId30" Type="http://schemas.openxmlformats.org/officeDocument/2006/relationships/tags" Target="../tags/tag700.xml"/><Relationship Id="rId3" Type="http://schemas.openxmlformats.org/officeDocument/2006/relationships/tags" Target="../tags/tag679.xml"/><Relationship Id="rId29" Type="http://schemas.openxmlformats.org/officeDocument/2006/relationships/tags" Target="../tags/tag699.xml"/><Relationship Id="rId28" Type="http://schemas.openxmlformats.org/officeDocument/2006/relationships/tags" Target="../tags/tag698.xml"/><Relationship Id="rId27" Type="http://schemas.openxmlformats.org/officeDocument/2006/relationships/tags" Target="../tags/tag697.xml"/><Relationship Id="rId26" Type="http://schemas.openxmlformats.org/officeDocument/2006/relationships/tags" Target="../tags/tag696.xml"/><Relationship Id="rId25" Type="http://schemas.openxmlformats.org/officeDocument/2006/relationships/tags" Target="../tags/tag695.xml"/><Relationship Id="rId24" Type="http://schemas.openxmlformats.org/officeDocument/2006/relationships/tags" Target="../tags/tag694.xml"/><Relationship Id="rId23" Type="http://schemas.openxmlformats.org/officeDocument/2006/relationships/tags" Target="../tags/tag693.xml"/><Relationship Id="rId22" Type="http://schemas.openxmlformats.org/officeDocument/2006/relationships/tags" Target="../tags/tag692.xml"/><Relationship Id="rId21" Type="http://schemas.openxmlformats.org/officeDocument/2006/relationships/tags" Target="../tags/tag691.xml"/><Relationship Id="rId20" Type="http://schemas.openxmlformats.org/officeDocument/2006/relationships/tags" Target="../tags/tag690.xml"/><Relationship Id="rId2" Type="http://schemas.openxmlformats.org/officeDocument/2006/relationships/tags" Target="../tags/tag678.xml"/><Relationship Id="rId19" Type="http://schemas.openxmlformats.org/officeDocument/2006/relationships/image" Target="../media/image127.svg"/><Relationship Id="rId18" Type="http://schemas.openxmlformats.org/officeDocument/2006/relationships/image" Target="../media/image126.png"/><Relationship Id="rId17" Type="http://schemas.openxmlformats.org/officeDocument/2006/relationships/tags" Target="../tags/tag689.xml"/><Relationship Id="rId16" Type="http://schemas.openxmlformats.org/officeDocument/2006/relationships/tags" Target="../tags/tag688.xml"/><Relationship Id="rId15" Type="http://schemas.openxmlformats.org/officeDocument/2006/relationships/tags" Target="../tags/tag687.xml"/><Relationship Id="rId14" Type="http://schemas.openxmlformats.org/officeDocument/2006/relationships/image" Target="../media/image151.svg"/><Relationship Id="rId13" Type="http://schemas.openxmlformats.org/officeDocument/2006/relationships/image" Target="../media/image150.png"/><Relationship Id="rId12" Type="http://schemas.openxmlformats.org/officeDocument/2006/relationships/tags" Target="../tags/tag686.xml"/><Relationship Id="rId11" Type="http://schemas.openxmlformats.org/officeDocument/2006/relationships/tags" Target="../tags/tag685.xml"/><Relationship Id="rId10" Type="http://schemas.openxmlformats.org/officeDocument/2006/relationships/tags" Target="../tags/tag684.xml"/><Relationship Id="rId1" Type="http://schemas.openxmlformats.org/officeDocument/2006/relationships/tags" Target="../tags/tag67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png"/><Relationship Id="rId8" Type="http://schemas.openxmlformats.org/officeDocument/2006/relationships/tags" Target="../tags/tag709.xml"/><Relationship Id="rId7" Type="http://schemas.openxmlformats.org/officeDocument/2006/relationships/tags" Target="../tags/tag708.xml"/><Relationship Id="rId6" Type="http://schemas.openxmlformats.org/officeDocument/2006/relationships/tags" Target="../tags/tag707.xml"/><Relationship Id="rId56" Type="http://schemas.openxmlformats.org/officeDocument/2006/relationships/slideLayout" Target="../slideLayouts/slideLayout13.xml"/><Relationship Id="rId55" Type="http://schemas.openxmlformats.org/officeDocument/2006/relationships/tags" Target="../tags/tag750.xml"/><Relationship Id="rId54" Type="http://schemas.openxmlformats.org/officeDocument/2006/relationships/tags" Target="../tags/tag749.xml"/><Relationship Id="rId53" Type="http://schemas.openxmlformats.org/officeDocument/2006/relationships/tags" Target="../tags/tag748.xml"/><Relationship Id="rId52" Type="http://schemas.openxmlformats.org/officeDocument/2006/relationships/image" Target="../media/image155.svg"/><Relationship Id="rId51" Type="http://schemas.openxmlformats.org/officeDocument/2006/relationships/image" Target="../media/image154.png"/><Relationship Id="rId50" Type="http://schemas.openxmlformats.org/officeDocument/2006/relationships/tags" Target="../tags/tag747.xml"/><Relationship Id="rId5" Type="http://schemas.openxmlformats.org/officeDocument/2006/relationships/tags" Target="../tags/tag706.xml"/><Relationship Id="rId49" Type="http://schemas.openxmlformats.org/officeDocument/2006/relationships/tags" Target="../tags/tag746.xml"/><Relationship Id="rId48" Type="http://schemas.openxmlformats.org/officeDocument/2006/relationships/tags" Target="../tags/tag745.xml"/><Relationship Id="rId47" Type="http://schemas.openxmlformats.org/officeDocument/2006/relationships/tags" Target="../tags/tag744.xml"/><Relationship Id="rId46" Type="http://schemas.openxmlformats.org/officeDocument/2006/relationships/tags" Target="../tags/tag743.xml"/><Relationship Id="rId45" Type="http://schemas.openxmlformats.org/officeDocument/2006/relationships/image" Target="../media/image33.svg"/><Relationship Id="rId44" Type="http://schemas.openxmlformats.org/officeDocument/2006/relationships/image" Target="../media/image82.png"/><Relationship Id="rId43" Type="http://schemas.openxmlformats.org/officeDocument/2006/relationships/tags" Target="../tags/tag742.xml"/><Relationship Id="rId42" Type="http://schemas.openxmlformats.org/officeDocument/2006/relationships/tags" Target="../tags/tag741.xml"/><Relationship Id="rId41" Type="http://schemas.openxmlformats.org/officeDocument/2006/relationships/tags" Target="../tags/tag740.xml"/><Relationship Id="rId40" Type="http://schemas.openxmlformats.org/officeDocument/2006/relationships/tags" Target="../tags/tag739.xml"/><Relationship Id="rId4" Type="http://schemas.openxmlformats.org/officeDocument/2006/relationships/tags" Target="../tags/tag705.xml"/><Relationship Id="rId39" Type="http://schemas.openxmlformats.org/officeDocument/2006/relationships/tags" Target="../tags/tag738.xml"/><Relationship Id="rId38" Type="http://schemas.openxmlformats.org/officeDocument/2006/relationships/tags" Target="../tags/tag737.xml"/><Relationship Id="rId37" Type="http://schemas.openxmlformats.org/officeDocument/2006/relationships/tags" Target="../tags/tag736.xml"/><Relationship Id="rId36" Type="http://schemas.openxmlformats.org/officeDocument/2006/relationships/tags" Target="../tags/tag735.xml"/><Relationship Id="rId35" Type="http://schemas.openxmlformats.org/officeDocument/2006/relationships/tags" Target="../tags/tag734.xml"/><Relationship Id="rId34" Type="http://schemas.openxmlformats.org/officeDocument/2006/relationships/tags" Target="../tags/tag733.xml"/><Relationship Id="rId33" Type="http://schemas.openxmlformats.org/officeDocument/2006/relationships/tags" Target="../tags/tag732.xml"/><Relationship Id="rId32" Type="http://schemas.openxmlformats.org/officeDocument/2006/relationships/tags" Target="../tags/tag731.xml"/><Relationship Id="rId31" Type="http://schemas.openxmlformats.org/officeDocument/2006/relationships/tags" Target="../tags/tag730.xml"/><Relationship Id="rId30" Type="http://schemas.openxmlformats.org/officeDocument/2006/relationships/tags" Target="../tags/tag729.xml"/><Relationship Id="rId3" Type="http://schemas.openxmlformats.org/officeDocument/2006/relationships/tags" Target="../tags/tag704.xml"/><Relationship Id="rId29" Type="http://schemas.openxmlformats.org/officeDocument/2006/relationships/tags" Target="../tags/tag728.xml"/><Relationship Id="rId28" Type="http://schemas.openxmlformats.org/officeDocument/2006/relationships/tags" Target="../tags/tag727.xml"/><Relationship Id="rId27" Type="http://schemas.openxmlformats.org/officeDocument/2006/relationships/tags" Target="../tags/tag726.xml"/><Relationship Id="rId26" Type="http://schemas.openxmlformats.org/officeDocument/2006/relationships/tags" Target="../tags/tag725.xml"/><Relationship Id="rId25" Type="http://schemas.openxmlformats.org/officeDocument/2006/relationships/tags" Target="../tags/tag724.xml"/><Relationship Id="rId24" Type="http://schemas.openxmlformats.org/officeDocument/2006/relationships/tags" Target="../tags/tag723.xml"/><Relationship Id="rId23" Type="http://schemas.openxmlformats.org/officeDocument/2006/relationships/tags" Target="../tags/tag722.xml"/><Relationship Id="rId22" Type="http://schemas.openxmlformats.org/officeDocument/2006/relationships/tags" Target="../tags/tag721.xml"/><Relationship Id="rId21" Type="http://schemas.openxmlformats.org/officeDocument/2006/relationships/tags" Target="../tags/tag720.xml"/><Relationship Id="rId20" Type="http://schemas.openxmlformats.org/officeDocument/2006/relationships/tags" Target="../tags/tag719.xml"/><Relationship Id="rId2" Type="http://schemas.openxmlformats.org/officeDocument/2006/relationships/tags" Target="../tags/tag703.xml"/><Relationship Id="rId19" Type="http://schemas.openxmlformats.org/officeDocument/2006/relationships/tags" Target="../tags/tag718.xml"/><Relationship Id="rId18" Type="http://schemas.openxmlformats.org/officeDocument/2006/relationships/tags" Target="../tags/tag717.xml"/><Relationship Id="rId17" Type="http://schemas.openxmlformats.org/officeDocument/2006/relationships/tags" Target="../tags/tag716.xml"/><Relationship Id="rId16" Type="http://schemas.openxmlformats.org/officeDocument/2006/relationships/tags" Target="../tags/tag715.xml"/><Relationship Id="rId15" Type="http://schemas.openxmlformats.org/officeDocument/2006/relationships/tags" Target="../tags/tag714.xml"/><Relationship Id="rId14" Type="http://schemas.openxmlformats.org/officeDocument/2006/relationships/tags" Target="../tags/tag713.xml"/><Relationship Id="rId13" Type="http://schemas.openxmlformats.org/officeDocument/2006/relationships/tags" Target="../tags/tag712.xml"/><Relationship Id="rId12" Type="http://schemas.openxmlformats.org/officeDocument/2006/relationships/tags" Target="../tags/tag711.xml"/><Relationship Id="rId11" Type="http://schemas.openxmlformats.org/officeDocument/2006/relationships/tags" Target="../tags/tag710.xml"/><Relationship Id="rId10" Type="http://schemas.openxmlformats.org/officeDocument/2006/relationships/image" Target="../media/image153.svg"/><Relationship Id="rId1" Type="http://schemas.openxmlformats.org/officeDocument/2006/relationships/tags" Target="../tags/tag70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757.xml"/><Relationship Id="rId8" Type="http://schemas.openxmlformats.org/officeDocument/2006/relationships/image" Target="../media/image108.svg"/><Relationship Id="rId7" Type="http://schemas.openxmlformats.org/officeDocument/2006/relationships/image" Target="../media/image107.png"/><Relationship Id="rId68" Type="http://schemas.openxmlformats.org/officeDocument/2006/relationships/slideLayout" Target="../slideLayouts/slideLayout13.xml"/><Relationship Id="rId67" Type="http://schemas.openxmlformats.org/officeDocument/2006/relationships/tags" Target="../tags/tag805.xml"/><Relationship Id="rId66" Type="http://schemas.openxmlformats.org/officeDocument/2006/relationships/tags" Target="../tags/tag804.xml"/><Relationship Id="rId65" Type="http://schemas.openxmlformats.org/officeDocument/2006/relationships/tags" Target="../tags/tag803.xml"/><Relationship Id="rId64" Type="http://schemas.openxmlformats.org/officeDocument/2006/relationships/tags" Target="../tags/tag802.xml"/><Relationship Id="rId63" Type="http://schemas.openxmlformats.org/officeDocument/2006/relationships/tags" Target="../tags/tag801.xml"/><Relationship Id="rId62" Type="http://schemas.openxmlformats.org/officeDocument/2006/relationships/tags" Target="../tags/tag800.xml"/><Relationship Id="rId61" Type="http://schemas.openxmlformats.org/officeDocument/2006/relationships/tags" Target="../tags/tag799.xml"/><Relationship Id="rId60" Type="http://schemas.openxmlformats.org/officeDocument/2006/relationships/tags" Target="../tags/tag798.xml"/><Relationship Id="rId6" Type="http://schemas.openxmlformats.org/officeDocument/2006/relationships/tags" Target="../tags/tag756.xml"/><Relationship Id="rId59" Type="http://schemas.openxmlformats.org/officeDocument/2006/relationships/tags" Target="../tags/tag797.xml"/><Relationship Id="rId58" Type="http://schemas.openxmlformats.org/officeDocument/2006/relationships/tags" Target="../tags/tag796.xml"/><Relationship Id="rId57" Type="http://schemas.openxmlformats.org/officeDocument/2006/relationships/tags" Target="../tags/tag795.xml"/><Relationship Id="rId56" Type="http://schemas.openxmlformats.org/officeDocument/2006/relationships/tags" Target="../tags/tag794.xml"/><Relationship Id="rId55" Type="http://schemas.openxmlformats.org/officeDocument/2006/relationships/tags" Target="../tags/tag793.xml"/><Relationship Id="rId54" Type="http://schemas.openxmlformats.org/officeDocument/2006/relationships/tags" Target="../tags/tag792.xml"/><Relationship Id="rId53" Type="http://schemas.openxmlformats.org/officeDocument/2006/relationships/tags" Target="../tags/tag791.xml"/><Relationship Id="rId52" Type="http://schemas.openxmlformats.org/officeDocument/2006/relationships/tags" Target="../tags/tag790.xml"/><Relationship Id="rId51" Type="http://schemas.openxmlformats.org/officeDocument/2006/relationships/tags" Target="../tags/tag789.xml"/><Relationship Id="rId50" Type="http://schemas.openxmlformats.org/officeDocument/2006/relationships/tags" Target="../tags/tag788.xml"/><Relationship Id="rId5" Type="http://schemas.openxmlformats.org/officeDocument/2006/relationships/tags" Target="../tags/tag755.xml"/><Relationship Id="rId49" Type="http://schemas.openxmlformats.org/officeDocument/2006/relationships/tags" Target="../tags/tag787.xml"/><Relationship Id="rId48" Type="http://schemas.openxmlformats.org/officeDocument/2006/relationships/tags" Target="../tags/tag786.xml"/><Relationship Id="rId47" Type="http://schemas.openxmlformats.org/officeDocument/2006/relationships/tags" Target="../tags/tag785.xml"/><Relationship Id="rId46" Type="http://schemas.openxmlformats.org/officeDocument/2006/relationships/tags" Target="../tags/tag784.xml"/><Relationship Id="rId45" Type="http://schemas.openxmlformats.org/officeDocument/2006/relationships/tags" Target="../tags/tag783.xml"/><Relationship Id="rId44" Type="http://schemas.openxmlformats.org/officeDocument/2006/relationships/tags" Target="../tags/tag782.xml"/><Relationship Id="rId43" Type="http://schemas.openxmlformats.org/officeDocument/2006/relationships/image" Target="../media/image161.svg"/><Relationship Id="rId42" Type="http://schemas.openxmlformats.org/officeDocument/2006/relationships/image" Target="../media/image160.png"/><Relationship Id="rId41" Type="http://schemas.openxmlformats.org/officeDocument/2006/relationships/tags" Target="../tags/tag781.xml"/><Relationship Id="rId40" Type="http://schemas.openxmlformats.org/officeDocument/2006/relationships/tags" Target="../tags/tag780.xml"/><Relationship Id="rId4" Type="http://schemas.openxmlformats.org/officeDocument/2006/relationships/tags" Target="../tags/tag754.xml"/><Relationship Id="rId39" Type="http://schemas.openxmlformats.org/officeDocument/2006/relationships/tags" Target="../tags/tag779.xml"/><Relationship Id="rId38" Type="http://schemas.openxmlformats.org/officeDocument/2006/relationships/tags" Target="../tags/tag778.xml"/><Relationship Id="rId37" Type="http://schemas.openxmlformats.org/officeDocument/2006/relationships/tags" Target="../tags/tag777.xml"/><Relationship Id="rId36" Type="http://schemas.openxmlformats.org/officeDocument/2006/relationships/image" Target="../media/image159.svg"/><Relationship Id="rId35" Type="http://schemas.openxmlformats.org/officeDocument/2006/relationships/image" Target="../media/image158.png"/><Relationship Id="rId34" Type="http://schemas.openxmlformats.org/officeDocument/2006/relationships/tags" Target="../tags/tag776.xml"/><Relationship Id="rId33" Type="http://schemas.openxmlformats.org/officeDocument/2006/relationships/tags" Target="../tags/tag775.xml"/><Relationship Id="rId32" Type="http://schemas.openxmlformats.org/officeDocument/2006/relationships/tags" Target="../tags/tag774.xml"/><Relationship Id="rId31" Type="http://schemas.openxmlformats.org/officeDocument/2006/relationships/tags" Target="../tags/tag773.xml"/><Relationship Id="rId30" Type="http://schemas.openxmlformats.org/officeDocument/2006/relationships/tags" Target="../tags/tag772.xml"/><Relationship Id="rId3" Type="http://schemas.openxmlformats.org/officeDocument/2006/relationships/tags" Target="../tags/tag753.xml"/><Relationship Id="rId29" Type="http://schemas.openxmlformats.org/officeDocument/2006/relationships/image" Target="../media/image74.svg"/><Relationship Id="rId28" Type="http://schemas.openxmlformats.org/officeDocument/2006/relationships/image" Target="../media/image73.png"/><Relationship Id="rId27" Type="http://schemas.openxmlformats.org/officeDocument/2006/relationships/tags" Target="../tags/tag771.xml"/><Relationship Id="rId26" Type="http://schemas.openxmlformats.org/officeDocument/2006/relationships/tags" Target="../tags/tag770.xml"/><Relationship Id="rId25" Type="http://schemas.openxmlformats.org/officeDocument/2006/relationships/tags" Target="../tags/tag769.xml"/><Relationship Id="rId24" Type="http://schemas.openxmlformats.org/officeDocument/2006/relationships/tags" Target="../tags/tag768.xml"/><Relationship Id="rId23" Type="http://schemas.openxmlformats.org/officeDocument/2006/relationships/tags" Target="../tags/tag767.xml"/><Relationship Id="rId22" Type="http://schemas.openxmlformats.org/officeDocument/2006/relationships/image" Target="../media/image157.svg"/><Relationship Id="rId21" Type="http://schemas.openxmlformats.org/officeDocument/2006/relationships/image" Target="../media/image156.png"/><Relationship Id="rId20" Type="http://schemas.openxmlformats.org/officeDocument/2006/relationships/tags" Target="../tags/tag766.xml"/><Relationship Id="rId2" Type="http://schemas.openxmlformats.org/officeDocument/2006/relationships/tags" Target="../tags/tag752.xml"/><Relationship Id="rId19" Type="http://schemas.openxmlformats.org/officeDocument/2006/relationships/tags" Target="../tags/tag765.xml"/><Relationship Id="rId18" Type="http://schemas.openxmlformats.org/officeDocument/2006/relationships/tags" Target="../tags/tag764.xml"/><Relationship Id="rId17" Type="http://schemas.openxmlformats.org/officeDocument/2006/relationships/tags" Target="../tags/tag763.xml"/><Relationship Id="rId16" Type="http://schemas.openxmlformats.org/officeDocument/2006/relationships/tags" Target="../tags/tag762.xml"/><Relationship Id="rId15" Type="http://schemas.openxmlformats.org/officeDocument/2006/relationships/image" Target="../media/image127.svg"/><Relationship Id="rId14" Type="http://schemas.openxmlformats.org/officeDocument/2006/relationships/image" Target="../media/image126.png"/><Relationship Id="rId13" Type="http://schemas.openxmlformats.org/officeDocument/2006/relationships/tags" Target="../tags/tag761.xml"/><Relationship Id="rId12" Type="http://schemas.openxmlformats.org/officeDocument/2006/relationships/tags" Target="../tags/tag760.xml"/><Relationship Id="rId11" Type="http://schemas.openxmlformats.org/officeDocument/2006/relationships/tags" Target="../tags/tag759.xml"/><Relationship Id="rId10" Type="http://schemas.openxmlformats.org/officeDocument/2006/relationships/tags" Target="../tags/tag758.xml"/><Relationship Id="rId1" Type="http://schemas.openxmlformats.org/officeDocument/2006/relationships/tags" Target="../tags/tag75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812.xml"/><Relationship Id="rId8" Type="http://schemas.openxmlformats.org/officeDocument/2006/relationships/tags" Target="../tags/tag811.xml"/><Relationship Id="rId7" Type="http://schemas.openxmlformats.org/officeDocument/2006/relationships/tags" Target="../tags/tag810.xml"/><Relationship Id="rId6" Type="http://schemas.openxmlformats.org/officeDocument/2006/relationships/image" Target="../media/image163.svg"/><Relationship Id="rId5" Type="http://schemas.openxmlformats.org/officeDocument/2006/relationships/image" Target="../media/image162.png"/><Relationship Id="rId4" Type="http://schemas.openxmlformats.org/officeDocument/2006/relationships/tags" Target="../tags/tag809.x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834.xml"/><Relationship Id="rId34" Type="http://schemas.openxmlformats.org/officeDocument/2006/relationships/tags" Target="../tags/tag833.xml"/><Relationship Id="rId33" Type="http://schemas.openxmlformats.org/officeDocument/2006/relationships/tags" Target="../tags/tag832.xml"/><Relationship Id="rId32" Type="http://schemas.openxmlformats.org/officeDocument/2006/relationships/tags" Target="../tags/tag831.xml"/><Relationship Id="rId31" Type="http://schemas.openxmlformats.org/officeDocument/2006/relationships/tags" Target="../tags/tag830.xml"/><Relationship Id="rId30" Type="http://schemas.openxmlformats.org/officeDocument/2006/relationships/tags" Target="../tags/tag829.xml"/><Relationship Id="rId3" Type="http://schemas.openxmlformats.org/officeDocument/2006/relationships/tags" Target="../tags/tag808.xml"/><Relationship Id="rId29" Type="http://schemas.openxmlformats.org/officeDocument/2006/relationships/tags" Target="../tags/tag828.xml"/><Relationship Id="rId28" Type="http://schemas.openxmlformats.org/officeDocument/2006/relationships/image" Target="../media/image167.svg"/><Relationship Id="rId27" Type="http://schemas.openxmlformats.org/officeDocument/2006/relationships/image" Target="../media/image166.png"/><Relationship Id="rId26" Type="http://schemas.openxmlformats.org/officeDocument/2006/relationships/tags" Target="../tags/tag827.xml"/><Relationship Id="rId25" Type="http://schemas.openxmlformats.org/officeDocument/2006/relationships/tags" Target="../tags/tag826.xml"/><Relationship Id="rId24" Type="http://schemas.openxmlformats.org/officeDocument/2006/relationships/tags" Target="../tags/tag825.xml"/><Relationship Id="rId23" Type="http://schemas.openxmlformats.org/officeDocument/2006/relationships/tags" Target="../tags/tag824.xml"/><Relationship Id="rId22" Type="http://schemas.openxmlformats.org/officeDocument/2006/relationships/tags" Target="../tags/tag823.xml"/><Relationship Id="rId21" Type="http://schemas.openxmlformats.org/officeDocument/2006/relationships/tags" Target="../tags/tag822.xml"/><Relationship Id="rId20" Type="http://schemas.openxmlformats.org/officeDocument/2006/relationships/tags" Target="../tags/tag821.xml"/><Relationship Id="rId2" Type="http://schemas.openxmlformats.org/officeDocument/2006/relationships/tags" Target="../tags/tag807.xml"/><Relationship Id="rId19" Type="http://schemas.openxmlformats.org/officeDocument/2006/relationships/tags" Target="../tags/tag820.xml"/><Relationship Id="rId18" Type="http://schemas.openxmlformats.org/officeDocument/2006/relationships/tags" Target="../tags/tag819.xml"/><Relationship Id="rId17" Type="http://schemas.openxmlformats.org/officeDocument/2006/relationships/image" Target="../media/image165.svg"/><Relationship Id="rId16" Type="http://schemas.openxmlformats.org/officeDocument/2006/relationships/image" Target="../media/image164.png"/><Relationship Id="rId15" Type="http://schemas.openxmlformats.org/officeDocument/2006/relationships/tags" Target="../tags/tag818.xml"/><Relationship Id="rId14" Type="http://schemas.openxmlformats.org/officeDocument/2006/relationships/tags" Target="../tags/tag817.xml"/><Relationship Id="rId13" Type="http://schemas.openxmlformats.org/officeDocument/2006/relationships/tags" Target="../tags/tag816.xml"/><Relationship Id="rId12" Type="http://schemas.openxmlformats.org/officeDocument/2006/relationships/tags" Target="../tags/tag815.xml"/><Relationship Id="rId11" Type="http://schemas.openxmlformats.org/officeDocument/2006/relationships/tags" Target="../tags/tag814.xml"/><Relationship Id="rId10" Type="http://schemas.openxmlformats.org/officeDocument/2006/relationships/tags" Target="../tags/tag813.xml"/><Relationship Id="rId1" Type="http://schemas.openxmlformats.org/officeDocument/2006/relationships/tags" Target="../tags/tag80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843.xml"/><Relationship Id="rId8" Type="http://schemas.openxmlformats.org/officeDocument/2006/relationships/tags" Target="../tags/tag842.xml"/><Relationship Id="rId7" Type="http://schemas.openxmlformats.org/officeDocument/2006/relationships/tags" Target="../tags/tag841.xml"/><Relationship Id="rId6" Type="http://schemas.openxmlformats.org/officeDocument/2006/relationships/tags" Target="../tags/tag840.xml"/><Relationship Id="rId5" Type="http://schemas.openxmlformats.org/officeDocument/2006/relationships/tags" Target="../tags/tag839.xml"/><Relationship Id="rId4" Type="http://schemas.openxmlformats.org/officeDocument/2006/relationships/tags" Target="../tags/tag838.x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870.xml"/><Relationship Id="rId35" Type="http://schemas.openxmlformats.org/officeDocument/2006/relationships/tags" Target="../tags/tag869.xml"/><Relationship Id="rId34" Type="http://schemas.openxmlformats.org/officeDocument/2006/relationships/tags" Target="../tags/tag868.xml"/><Relationship Id="rId33" Type="http://schemas.openxmlformats.org/officeDocument/2006/relationships/tags" Target="../tags/tag867.xml"/><Relationship Id="rId32" Type="http://schemas.openxmlformats.org/officeDocument/2006/relationships/tags" Target="../tags/tag866.xml"/><Relationship Id="rId31" Type="http://schemas.openxmlformats.org/officeDocument/2006/relationships/tags" Target="../tags/tag865.xml"/><Relationship Id="rId30" Type="http://schemas.openxmlformats.org/officeDocument/2006/relationships/tags" Target="../tags/tag864.xml"/><Relationship Id="rId3" Type="http://schemas.openxmlformats.org/officeDocument/2006/relationships/tags" Target="../tags/tag837.xml"/><Relationship Id="rId29" Type="http://schemas.openxmlformats.org/officeDocument/2006/relationships/tags" Target="../tags/tag863.xml"/><Relationship Id="rId28" Type="http://schemas.openxmlformats.org/officeDocument/2006/relationships/tags" Target="../tags/tag862.xml"/><Relationship Id="rId27" Type="http://schemas.openxmlformats.org/officeDocument/2006/relationships/tags" Target="../tags/tag861.xml"/><Relationship Id="rId26" Type="http://schemas.openxmlformats.org/officeDocument/2006/relationships/tags" Target="../tags/tag860.xml"/><Relationship Id="rId25" Type="http://schemas.openxmlformats.org/officeDocument/2006/relationships/tags" Target="../tags/tag859.xml"/><Relationship Id="rId24" Type="http://schemas.openxmlformats.org/officeDocument/2006/relationships/tags" Target="../tags/tag858.xml"/><Relationship Id="rId23" Type="http://schemas.openxmlformats.org/officeDocument/2006/relationships/tags" Target="../tags/tag857.xml"/><Relationship Id="rId22" Type="http://schemas.openxmlformats.org/officeDocument/2006/relationships/tags" Target="../tags/tag856.xml"/><Relationship Id="rId21" Type="http://schemas.openxmlformats.org/officeDocument/2006/relationships/tags" Target="../tags/tag855.xml"/><Relationship Id="rId20" Type="http://schemas.openxmlformats.org/officeDocument/2006/relationships/tags" Target="../tags/tag854.xml"/><Relationship Id="rId2" Type="http://schemas.openxmlformats.org/officeDocument/2006/relationships/tags" Target="../tags/tag836.xml"/><Relationship Id="rId19" Type="http://schemas.openxmlformats.org/officeDocument/2006/relationships/tags" Target="../tags/tag853.xml"/><Relationship Id="rId18" Type="http://schemas.openxmlformats.org/officeDocument/2006/relationships/tags" Target="../tags/tag852.xml"/><Relationship Id="rId17" Type="http://schemas.openxmlformats.org/officeDocument/2006/relationships/tags" Target="../tags/tag851.xml"/><Relationship Id="rId16" Type="http://schemas.openxmlformats.org/officeDocument/2006/relationships/tags" Target="../tags/tag850.xml"/><Relationship Id="rId15" Type="http://schemas.openxmlformats.org/officeDocument/2006/relationships/tags" Target="../tags/tag849.xml"/><Relationship Id="rId14" Type="http://schemas.openxmlformats.org/officeDocument/2006/relationships/tags" Target="../tags/tag848.xml"/><Relationship Id="rId13" Type="http://schemas.openxmlformats.org/officeDocument/2006/relationships/tags" Target="../tags/tag847.xml"/><Relationship Id="rId12" Type="http://schemas.openxmlformats.org/officeDocument/2006/relationships/tags" Target="../tags/tag846.xml"/><Relationship Id="rId11" Type="http://schemas.openxmlformats.org/officeDocument/2006/relationships/tags" Target="../tags/tag845.xml"/><Relationship Id="rId10" Type="http://schemas.openxmlformats.org/officeDocument/2006/relationships/tags" Target="../tags/tag844.xml"/><Relationship Id="rId1" Type="http://schemas.openxmlformats.org/officeDocument/2006/relationships/tags" Target="../tags/tag835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73.xml"/><Relationship Id="rId3" Type="http://schemas.openxmlformats.org/officeDocument/2006/relationships/image" Target="../media/image168.png"/><Relationship Id="rId2" Type="http://schemas.openxmlformats.org/officeDocument/2006/relationships/tags" Target="../tags/tag872.xml"/><Relationship Id="rId1" Type="http://schemas.openxmlformats.org/officeDocument/2006/relationships/tags" Target="../tags/tag87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880.xml"/><Relationship Id="rId8" Type="http://schemas.openxmlformats.org/officeDocument/2006/relationships/tags" Target="../tags/tag879.xml"/><Relationship Id="rId7" Type="http://schemas.openxmlformats.org/officeDocument/2006/relationships/tags" Target="../tags/tag878.xml"/><Relationship Id="rId6" Type="http://schemas.openxmlformats.org/officeDocument/2006/relationships/image" Target="../media/image170.svg"/><Relationship Id="rId51" Type="http://schemas.openxmlformats.org/officeDocument/2006/relationships/slideLayout" Target="../slideLayouts/slideLayout13.xml"/><Relationship Id="rId50" Type="http://schemas.openxmlformats.org/officeDocument/2006/relationships/tags" Target="../tags/tag917.xml"/><Relationship Id="rId5" Type="http://schemas.openxmlformats.org/officeDocument/2006/relationships/image" Target="../media/image169.png"/><Relationship Id="rId49" Type="http://schemas.openxmlformats.org/officeDocument/2006/relationships/tags" Target="../tags/tag916.xml"/><Relationship Id="rId48" Type="http://schemas.openxmlformats.org/officeDocument/2006/relationships/tags" Target="../tags/tag915.xml"/><Relationship Id="rId47" Type="http://schemas.openxmlformats.org/officeDocument/2006/relationships/tags" Target="../tags/tag914.xml"/><Relationship Id="rId46" Type="http://schemas.openxmlformats.org/officeDocument/2006/relationships/tags" Target="../tags/tag913.xml"/><Relationship Id="rId45" Type="http://schemas.openxmlformats.org/officeDocument/2006/relationships/tags" Target="../tags/tag912.xml"/><Relationship Id="rId44" Type="http://schemas.openxmlformats.org/officeDocument/2006/relationships/tags" Target="../tags/tag911.xml"/><Relationship Id="rId43" Type="http://schemas.openxmlformats.org/officeDocument/2006/relationships/tags" Target="../tags/tag910.xml"/><Relationship Id="rId42" Type="http://schemas.openxmlformats.org/officeDocument/2006/relationships/image" Target="../media/image174.svg"/><Relationship Id="rId41" Type="http://schemas.openxmlformats.org/officeDocument/2006/relationships/image" Target="../media/image173.png"/><Relationship Id="rId40" Type="http://schemas.openxmlformats.org/officeDocument/2006/relationships/tags" Target="../tags/tag909.xml"/><Relationship Id="rId4" Type="http://schemas.openxmlformats.org/officeDocument/2006/relationships/tags" Target="../tags/tag877.xml"/><Relationship Id="rId39" Type="http://schemas.openxmlformats.org/officeDocument/2006/relationships/tags" Target="../tags/tag908.xml"/><Relationship Id="rId38" Type="http://schemas.openxmlformats.org/officeDocument/2006/relationships/tags" Target="../tags/tag907.xml"/><Relationship Id="rId37" Type="http://schemas.openxmlformats.org/officeDocument/2006/relationships/tags" Target="../tags/tag906.xml"/><Relationship Id="rId36" Type="http://schemas.openxmlformats.org/officeDocument/2006/relationships/tags" Target="../tags/tag905.xml"/><Relationship Id="rId35" Type="http://schemas.openxmlformats.org/officeDocument/2006/relationships/tags" Target="../tags/tag904.xml"/><Relationship Id="rId34" Type="http://schemas.openxmlformats.org/officeDocument/2006/relationships/tags" Target="../tags/tag903.xml"/><Relationship Id="rId33" Type="http://schemas.openxmlformats.org/officeDocument/2006/relationships/tags" Target="../tags/tag902.xml"/><Relationship Id="rId32" Type="http://schemas.openxmlformats.org/officeDocument/2006/relationships/tags" Target="../tags/tag901.xml"/><Relationship Id="rId31" Type="http://schemas.openxmlformats.org/officeDocument/2006/relationships/tags" Target="../tags/tag900.xml"/><Relationship Id="rId30" Type="http://schemas.openxmlformats.org/officeDocument/2006/relationships/tags" Target="../tags/tag899.xml"/><Relationship Id="rId3" Type="http://schemas.openxmlformats.org/officeDocument/2006/relationships/tags" Target="../tags/tag876.xml"/><Relationship Id="rId29" Type="http://schemas.openxmlformats.org/officeDocument/2006/relationships/tags" Target="../tags/tag898.xml"/><Relationship Id="rId28" Type="http://schemas.openxmlformats.org/officeDocument/2006/relationships/tags" Target="../tags/tag897.xml"/><Relationship Id="rId27" Type="http://schemas.openxmlformats.org/officeDocument/2006/relationships/tags" Target="../tags/tag896.xml"/><Relationship Id="rId26" Type="http://schemas.openxmlformats.org/officeDocument/2006/relationships/tags" Target="../tags/tag895.xml"/><Relationship Id="rId25" Type="http://schemas.openxmlformats.org/officeDocument/2006/relationships/tags" Target="../tags/tag894.xml"/><Relationship Id="rId24" Type="http://schemas.openxmlformats.org/officeDocument/2006/relationships/tags" Target="../tags/tag893.xml"/><Relationship Id="rId23" Type="http://schemas.openxmlformats.org/officeDocument/2006/relationships/tags" Target="../tags/tag892.xml"/><Relationship Id="rId22" Type="http://schemas.openxmlformats.org/officeDocument/2006/relationships/image" Target="../media/image172.svg"/><Relationship Id="rId21" Type="http://schemas.openxmlformats.org/officeDocument/2006/relationships/image" Target="../media/image171.png"/><Relationship Id="rId20" Type="http://schemas.openxmlformats.org/officeDocument/2006/relationships/tags" Target="../tags/tag891.xml"/><Relationship Id="rId2" Type="http://schemas.openxmlformats.org/officeDocument/2006/relationships/tags" Target="../tags/tag875.xml"/><Relationship Id="rId19" Type="http://schemas.openxmlformats.org/officeDocument/2006/relationships/tags" Target="../tags/tag890.xml"/><Relationship Id="rId18" Type="http://schemas.openxmlformats.org/officeDocument/2006/relationships/tags" Target="../tags/tag889.xml"/><Relationship Id="rId17" Type="http://schemas.openxmlformats.org/officeDocument/2006/relationships/tags" Target="../tags/tag888.xml"/><Relationship Id="rId16" Type="http://schemas.openxmlformats.org/officeDocument/2006/relationships/tags" Target="../tags/tag887.xml"/><Relationship Id="rId15" Type="http://schemas.openxmlformats.org/officeDocument/2006/relationships/tags" Target="../tags/tag886.xml"/><Relationship Id="rId14" Type="http://schemas.openxmlformats.org/officeDocument/2006/relationships/tags" Target="../tags/tag885.xml"/><Relationship Id="rId13" Type="http://schemas.openxmlformats.org/officeDocument/2006/relationships/tags" Target="../tags/tag884.xml"/><Relationship Id="rId12" Type="http://schemas.openxmlformats.org/officeDocument/2006/relationships/tags" Target="../tags/tag883.xml"/><Relationship Id="rId11" Type="http://schemas.openxmlformats.org/officeDocument/2006/relationships/tags" Target="../tags/tag882.xml"/><Relationship Id="rId10" Type="http://schemas.openxmlformats.org/officeDocument/2006/relationships/tags" Target="../tags/tag881.xml"/><Relationship Id="rId1" Type="http://schemas.openxmlformats.org/officeDocument/2006/relationships/tags" Target="../tags/tag87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924.xml"/><Relationship Id="rId8" Type="http://schemas.openxmlformats.org/officeDocument/2006/relationships/tags" Target="../tags/tag923.xml"/><Relationship Id="rId7" Type="http://schemas.openxmlformats.org/officeDocument/2006/relationships/tags" Target="../tags/tag922.xml"/><Relationship Id="rId6" Type="http://schemas.openxmlformats.org/officeDocument/2006/relationships/image" Target="../media/image176.svg"/><Relationship Id="rId59" Type="http://schemas.openxmlformats.org/officeDocument/2006/relationships/slideLayout" Target="../slideLayouts/slideLayout13.xml"/><Relationship Id="rId58" Type="http://schemas.openxmlformats.org/officeDocument/2006/relationships/tags" Target="../tags/tag955.xml"/><Relationship Id="rId57" Type="http://schemas.openxmlformats.org/officeDocument/2006/relationships/tags" Target="../tags/tag954.xml"/><Relationship Id="rId56" Type="http://schemas.openxmlformats.org/officeDocument/2006/relationships/tags" Target="../tags/tag953.xml"/><Relationship Id="rId55" Type="http://schemas.openxmlformats.org/officeDocument/2006/relationships/image" Target="../media/image194.svg"/><Relationship Id="rId54" Type="http://schemas.openxmlformats.org/officeDocument/2006/relationships/image" Target="../media/image193.png"/><Relationship Id="rId53" Type="http://schemas.openxmlformats.org/officeDocument/2006/relationships/tags" Target="../tags/tag952.xml"/><Relationship Id="rId52" Type="http://schemas.openxmlformats.org/officeDocument/2006/relationships/tags" Target="../tags/tag951.xml"/><Relationship Id="rId51" Type="http://schemas.openxmlformats.org/officeDocument/2006/relationships/tags" Target="../tags/tag950.xml"/><Relationship Id="rId50" Type="http://schemas.openxmlformats.org/officeDocument/2006/relationships/tags" Target="../tags/tag949.xml"/><Relationship Id="rId5" Type="http://schemas.openxmlformats.org/officeDocument/2006/relationships/image" Target="../media/image175.png"/><Relationship Id="rId49" Type="http://schemas.openxmlformats.org/officeDocument/2006/relationships/image" Target="../media/image192.svg"/><Relationship Id="rId48" Type="http://schemas.openxmlformats.org/officeDocument/2006/relationships/image" Target="../media/image191.png"/><Relationship Id="rId47" Type="http://schemas.openxmlformats.org/officeDocument/2006/relationships/tags" Target="../tags/tag948.xml"/><Relationship Id="rId46" Type="http://schemas.openxmlformats.org/officeDocument/2006/relationships/tags" Target="../tags/tag947.xml"/><Relationship Id="rId45" Type="http://schemas.openxmlformats.org/officeDocument/2006/relationships/tags" Target="../tags/tag946.xml"/><Relationship Id="rId44" Type="http://schemas.openxmlformats.org/officeDocument/2006/relationships/image" Target="../media/image190.svg"/><Relationship Id="rId43" Type="http://schemas.openxmlformats.org/officeDocument/2006/relationships/image" Target="../media/image189.png"/><Relationship Id="rId42" Type="http://schemas.openxmlformats.org/officeDocument/2006/relationships/tags" Target="../tags/tag945.xml"/><Relationship Id="rId41" Type="http://schemas.openxmlformats.org/officeDocument/2006/relationships/tags" Target="../tags/tag944.xml"/><Relationship Id="rId40" Type="http://schemas.openxmlformats.org/officeDocument/2006/relationships/tags" Target="../tags/tag943.xml"/><Relationship Id="rId4" Type="http://schemas.openxmlformats.org/officeDocument/2006/relationships/tags" Target="../tags/tag921.xml"/><Relationship Id="rId39" Type="http://schemas.openxmlformats.org/officeDocument/2006/relationships/image" Target="../media/image188.svg"/><Relationship Id="rId38" Type="http://schemas.openxmlformats.org/officeDocument/2006/relationships/image" Target="../media/image187.png"/><Relationship Id="rId37" Type="http://schemas.openxmlformats.org/officeDocument/2006/relationships/tags" Target="../tags/tag942.xml"/><Relationship Id="rId36" Type="http://schemas.openxmlformats.org/officeDocument/2006/relationships/tags" Target="../tags/tag941.xml"/><Relationship Id="rId35" Type="http://schemas.openxmlformats.org/officeDocument/2006/relationships/tags" Target="../tags/tag940.xml"/><Relationship Id="rId34" Type="http://schemas.openxmlformats.org/officeDocument/2006/relationships/image" Target="../media/image186.svg"/><Relationship Id="rId33" Type="http://schemas.openxmlformats.org/officeDocument/2006/relationships/image" Target="../media/image185.png"/><Relationship Id="rId32" Type="http://schemas.openxmlformats.org/officeDocument/2006/relationships/tags" Target="../tags/tag939.xml"/><Relationship Id="rId31" Type="http://schemas.openxmlformats.org/officeDocument/2006/relationships/tags" Target="../tags/tag938.xml"/><Relationship Id="rId30" Type="http://schemas.openxmlformats.org/officeDocument/2006/relationships/tags" Target="../tags/tag937.xml"/><Relationship Id="rId3" Type="http://schemas.openxmlformats.org/officeDocument/2006/relationships/tags" Target="../tags/tag920.xml"/><Relationship Id="rId29" Type="http://schemas.openxmlformats.org/officeDocument/2006/relationships/tags" Target="../tags/tag936.xml"/><Relationship Id="rId28" Type="http://schemas.openxmlformats.org/officeDocument/2006/relationships/image" Target="../media/image184.svg"/><Relationship Id="rId27" Type="http://schemas.openxmlformats.org/officeDocument/2006/relationships/image" Target="../media/image183.png"/><Relationship Id="rId26" Type="http://schemas.openxmlformats.org/officeDocument/2006/relationships/tags" Target="../tags/tag935.xml"/><Relationship Id="rId25" Type="http://schemas.openxmlformats.org/officeDocument/2006/relationships/tags" Target="../tags/tag934.xml"/><Relationship Id="rId24" Type="http://schemas.openxmlformats.org/officeDocument/2006/relationships/tags" Target="../tags/tag933.xml"/><Relationship Id="rId23" Type="http://schemas.openxmlformats.org/officeDocument/2006/relationships/tags" Target="../tags/tag932.xml"/><Relationship Id="rId22" Type="http://schemas.openxmlformats.org/officeDocument/2006/relationships/tags" Target="../tags/tag931.xml"/><Relationship Id="rId21" Type="http://schemas.openxmlformats.org/officeDocument/2006/relationships/image" Target="../media/image182.svg"/><Relationship Id="rId20" Type="http://schemas.openxmlformats.org/officeDocument/2006/relationships/image" Target="../media/image181.png"/><Relationship Id="rId2" Type="http://schemas.openxmlformats.org/officeDocument/2006/relationships/tags" Target="../tags/tag919.xml"/><Relationship Id="rId19" Type="http://schemas.openxmlformats.org/officeDocument/2006/relationships/tags" Target="../tags/tag930.xml"/><Relationship Id="rId18" Type="http://schemas.openxmlformats.org/officeDocument/2006/relationships/tags" Target="../tags/tag929.xml"/><Relationship Id="rId17" Type="http://schemas.openxmlformats.org/officeDocument/2006/relationships/tags" Target="../tags/tag928.xml"/><Relationship Id="rId16" Type="http://schemas.openxmlformats.org/officeDocument/2006/relationships/image" Target="../media/image180.svg"/><Relationship Id="rId15" Type="http://schemas.openxmlformats.org/officeDocument/2006/relationships/image" Target="../media/image179.png"/><Relationship Id="rId14" Type="http://schemas.openxmlformats.org/officeDocument/2006/relationships/tags" Target="../tags/tag927.xml"/><Relationship Id="rId13" Type="http://schemas.openxmlformats.org/officeDocument/2006/relationships/tags" Target="../tags/tag926.xml"/><Relationship Id="rId12" Type="http://schemas.openxmlformats.org/officeDocument/2006/relationships/tags" Target="../tags/tag925.xml"/><Relationship Id="rId11" Type="http://schemas.openxmlformats.org/officeDocument/2006/relationships/image" Target="../media/image178.svg"/><Relationship Id="rId10" Type="http://schemas.openxmlformats.org/officeDocument/2006/relationships/image" Target="../media/image177.png"/><Relationship Id="rId1" Type="http://schemas.openxmlformats.org/officeDocument/2006/relationships/tags" Target="../tags/tag91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962.xml"/><Relationship Id="rId8" Type="http://schemas.openxmlformats.org/officeDocument/2006/relationships/tags" Target="../tags/tag961.xml"/><Relationship Id="rId7" Type="http://schemas.openxmlformats.org/officeDocument/2006/relationships/tags" Target="../tags/tag960.xml"/><Relationship Id="rId6" Type="http://schemas.openxmlformats.org/officeDocument/2006/relationships/image" Target="../media/image196.svg"/><Relationship Id="rId5" Type="http://schemas.openxmlformats.org/officeDocument/2006/relationships/image" Target="../media/image195.png"/><Relationship Id="rId4" Type="http://schemas.openxmlformats.org/officeDocument/2006/relationships/tags" Target="../tags/tag959.xml"/><Relationship Id="rId3" Type="http://schemas.openxmlformats.org/officeDocument/2006/relationships/tags" Target="../tags/tag958.xml"/><Relationship Id="rId29" Type="http://schemas.openxmlformats.org/officeDocument/2006/relationships/slideLayout" Target="../slideLayouts/slideLayout13.xml"/><Relationship Id="rId28" Type="http://schemas.openxmlformats.org/officeDocument/2006/relationships/tags" Target="../tags/tag977.xml"/><Relationship Id="rId27" Type="http://schemas.openxmlformats.org/officeDocument/2006/relationships/tags" Target="../tags/tag976.xml"/><Relationship Id="rId26" Type="http://schemas.openxmlformats.org/officeDocument/2006/relationships/tags" Target="../tags/tag975.xml"/><Relationship Id="rId25" Type="http://schemas.openxmlformats.org/officeDocument/2006/relationships/tags" Target="../tags/tag974.xml"/><Relationship Id="rId24" Type="http://schemas.openxmlformats.org/officeDocument/2006/relationships/tags" Target="../tags/tag973.xml"/><Relationship Id="rId23" Type="http://schemas.openxmlformats.org/officeDocument/2006/relationships/tags" Target="../tags/tag972.xml"/><Relationship Id="rId22" Type="http://schemas.openxmlformats.org/officeDocument/2006/relationships/tags" Target="../tags/tag971.xml"/><Relationship Id="rId21" Type="http://schemas.openxmlformats.org/officeDocument/2006/relationships/tags" Target="../tags/tag970.xml"/><Relationship Id="rId20" Type="http://schemas.openxmlformats.org/officeDocument/2006/relationships/image" Target="../media/image198.svg"/><Relationship Id="rId2" Type="http://schemas.openxmlformats.org/officeDocument/2006/relationships/tags" Target="../tags/tag957.xml"/><Relationship Id="rId19" Type="http://schemas.openxmlformats.org/officeDocument/2006/relationships/image" Target="../media/image197.png"/><Relationship Id="rId18" Type="http://schemas.openxmlformats.org/officeDocument/2006/relationships/tags" Target="../tags/tag969.xml"/><Relationship Id="rId17" Type="http://schemas.openxmlformats.org/officeDocument/2006/relationships/tags" Target="../tags/tag968.xml"/><Relationship Id="rId16" Type="http://schemas.openxmlformats.org/officeDocument/2006/relationships/tags" Target="../tags/tag967.xml"/><Relationship Id="rId15" Type="http://schemas.openxmlformats.org/officeDocument/2006/relationships/tags" Target="../tags/tag966.xml"/><Relationship Id="rId14" Type="http://schemas.openxmlformats.org/officeDocument/2006/relationships/tags" Target="../tags/tag965.xml"/><Relationship Id="rId13" Type="http://schemas.openxmlformats.org/officeDocument/2006/relationships/image" Target="../media/image127.svg"/><Relationship Id="rId12" Type="http://schemas.openxmlformats.org/officeDocument/2006/relationships/image" Target="../media/image126.png"/><Relationship Id="rId11" Type="http://schemas.openxmlformats.org/officeDocument/2006/relationships/tags" Target="../tags/tag964.xml"/><Relationship Id="rId10" Type="http://schemas.openxmlformats.org/officeDocument/2006/relationships/tags" Target="../tags/tag963.xml"/><Relationship Id="rId1" Type="http://schemas.openxmlformats.org/officeDocument/2006/relationships/tags" Target="../tags/tag9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7827585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2026/07/02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MCP</a:t>
            </a:r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87565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>
                    <a:lumMod val="100000"/>
                  </a:schemeClr>
                </a:solidFill>
              </a:rPr>
              <a:t>高强文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1F2423"/>
                </a:solidFill>
              </a:rPr>
              <a:t>目录</a:t>
            </a:r>
            <a:endParaRPr sz="2850" b="1">
              <a:solidFill>
                <a:srgbClr val="1F2423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29952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510 w 8355"/>
              <a:gd name="p0y0" fmla="*/ 0 h 2595"/>
              <a:gd name="p0x1" fmla="*/ 7845 w 8355"/>
              <a:gd name="p0y1" fmla="*/ 0 h 2595"/>
              <a:gd name="p0x2" fmla="*/ 8126 w 8355"/>
              <a:gd name="p0y2" fmla="*/ 0 h 2595"/>
              <a:gd name="p0x3" fmla="*/ 8355 w 8355"/>
              <a:gd name="p0y3" fmla="*/ 228 h 2595"/>
              <a:gd name="p0x4" fmla="*/ 8355 w 8355"/>
              <a:gd name="p0y4" fmla="*/ 510 h 2595"/>
              <a:gd name="p0x5" fmla="*/ 8355 w 8355"/>
              <a:gd name="p0y5" fmla="*/ 2085 h 2595"/>
              <a:gd name="p0x6" fmla="*/ 8355 w 8355"/>
              <a:gd name="p0y6" fmla="*/ 2366 h 2595"/>
              <a:gd name="p0x7" fmla="*/ 8126 w 8355"/>
              <a:gd name="p0y7" fmla="*/ 2595 h 2595"/>
              <a:gd name="p0x8" fmla="*/ 7845 w 8355"/>
              <a:gd name="p0y8" fmla="*/ 2595 h 2595"/>
              <a:gd name="p0x9" fmla="*/ 510 w 8355"/>
              <a:gd name="p0y9" fmla="*/ 2595 h 2595"/>
              <a:gd name="p0x10" fmla="*/ 228 w 8355"/>
              <a:gd name="p0y10" fmla="*/ 2595 h 2595"/>
              <a:gd name="p0x11" fmla="*/ 0 w 8355"/>
              <a:gd name="p0y11" fmla="*/ 2366 h 2595"/>
              <a:gd name="p0x12" fmla="*/ 0 w 8355"/>
              <a:gd name="p0y12" fmla="*/ 2085 h 2595"/>
              <a:gd name="p0x13" fmla="*/ 0 w 8355"/>
              <a:gd name="p0y13" fmla="*/ 510 h 2595"/>
              <a:gd name="p0x14" fmla="*/ 0 w 8355"/>
              <a:gd name="p0y14" fmla="*/ 228 h 2595"/>
              <a:gd name="p0x15" fmla="*/ 228 w 8355"/>
              <a:gd name="p0y15" fmla="*/ 0 h 2595"/>
              <a:gd name="p0x16" fmla="*/ 5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A8BBB8"/>
            </a:solidFill>
            <a:prstDash val="solid"/>
          </a:ln>
          <a:effectLst>
            <a:outerShdw blurRad="114300" dist="19050" dir="5399999" algn="ctr" rotWithShape="0">
              <a:srgbClr val="263A3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38385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39643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zh-CN" sz="1650">
                <a:solidFill>
                  <a:srgbClr val="1F2423"/>
                </a:solidFill>
                <a:cs typeface="汉仪古隶简" charset="0"/>
              </a:rPr>
              <a:t> MCP</a:t>
            </a:r>
            <a:r>
              <a:rPr lang="zh-CN" altLang="en-US" sz="1650">
                <a:solidFill>
                  <a:srgbClr val="1F2423"/>
                </a:solidFill>
                <a:cs typeface="汉仪古隶简" charset="0"/>
              </a:rPr>
              <a:t>概述</a:t>
            </a:r>
            <a:endParaRPr lang="zh-CN" altLang="en-US" sz="16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29952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510 w 8355"/>
              <a:gd name="p0y0" fmla="*/ 0 h 2595"/>
              <a:gd name="p0x1" fmla="*/ 7845 w 8355"/>
              <a:gd name="p0y1" fmla="*/ 0 h 2595"/>
              <a:gd name="p0x2" fmla="*/ 8126 w 8355"/>
              <a:gd name="p0y2" fmla="*/ 0 h 2595"/>
              <a:gd name="p0x3" fmla="*/ 8355 w 8355"/>
              <a:gd name="p0y3" fmla="*/ 228 h 2595"/>
              <a:gd name="p0x4" fmla="*/ 8355 w 8355"/>
              <a:gd name="p0y4" fmla="*/ 510 h 2595"/>
              <a:gd name="p0x5" fmla="*/ 8355 w 8355"/>
              <a:gd name="p0y5" fmla="*/ 2085 h 2595"/>
              <a:gd name="p0x6" fmla="*/ 8355 w 8355"/>
              <a:gd name="p0y6" fmla="*/ 2366 h 2595"/>
              <a:gd name="p0x7" fmla="*/ 8126 w 8355"/>
              <a:gd name="p0y7" fmla="*/ 2595 h 2595"/>
              <a:gd name="p0x8" fmla="*/ 7845 w 8355"/>
              <a:gd name="p0y8" fmla="*/ 2595 h 2595"/>
              <a:gd name="p0x9" fmla="*/ 510 w 8355"/>
              <a:gd name="p0y9" fmla="*/ 2595 h 2595"/>
              <a:gd name="p0x10" fmla="*/ 228 w 8355"/>
              <a:gd name="p0y10" fmla="*/ 2595 h 2595"/>
              <a:gd name="p0x11" fmla="*/ 0 w 8355"/>
              <a:gd name="p0y11" fmla="*/ 2366 h 2595"/>
              <a:gd name="p0x12" fmla="*/ 0 w 8355"/>
              <a:gd name="p0y12" fmla="*/ 2085 h 2595"/>
              <a:gd name="p0x13" fmla="*/ 0 w 8355"/>
              <a:gd name="p0y13" fmla="*/ 510 h 2595"/>
              <a:gd name="p0x14" fmla="*/ 0 w 8355"/>
              <a:gd name="p0y14" fmla="*/ 228 h 2595"/>
              <a:gd name="p0x15" fmla="*/ 228 w 8355"/>
              <a:gd name="p0y15" fmla="*/ 0 h 2595"/>
              <a:gd name="p0x16" fmla="*/ 5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A8BBB8"/>
            </a:solidFill>
            <a:prstDash val="solid"/>
          </a:ln>
          <a:effectLst>
            <a:outerShdw blurRad="114300" dist="19050" dir="5399999" algn="ctr" rotWithShape="0">
              <a:srgbClr val="263A3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38385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39643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zh-CN" sz="1650">
                <a:solidFill>
                  <a:srgbClr val="1F2423"/>
                </a:solidFill>
                <a:cs typeface="汉仪古隶简" charset="0"/>
              </a:rPr>
              <a:t> MCP</a:t>
            </a:r>
            <a:r>
              <a:rPr lang="zh-CN" altLang="en-US" sz="1650">
                <a:solidFill>
                  <a:srgbClr val="1F2423"/>
                </a:solidFill>
                <a:cs typeface="汉仪古隶简" charset="0"/>
              </a:rPr>
              <a:t>技术原理</a:t>
            </a:r>
            <a:endParaRPr lang="zh-CN" altLang="en-US" sz="16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962025" y="33194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27877">
                    <a:alpha val="80000"/>
                  </a:srgbClr>
                </a:solidFill>
              </a:rPr>
              <a:t>01</a:t>
            </a:r>
            <a:endParaRPr sz="3000" b="1">
              <a:solidFill>
                <a:srgbClr val="327877">
                  <a:alpha val="80000"/>
                </a:srgb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6467475" y="33194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27877">
                    <a:alpha val="80000"/>
                  </a:srgbClr>
                </a:solidFill>
              </a:rPr>
              <a:t>02</a:t>
            </a:r>
            <a:endParaRPr sz="3000" b="1">
              <a:solidFill>
                <a:srgbClr val="327877">
                  <a:alpha val="80000"/>
                </a:srgbClr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MCP</a:t>
            </a:r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01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1.1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基本概念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背景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6445" y="1109345"/>
            <a:ext cx="10658475" cy="771525"/>
          </a:xfrm>
          <a:custGeom>
            <a:avLst/>
            <a:gdLst>
              <a:gd name="sw" fmla="*/ 1 w 16785"/>
              <a:gd name="sh" fmla="*/ 1 h 1215"/>
              <a:gd name="mins" fmla="min sw sh"/>
              <a:gd name="dsw" fmla="+- 0 sw mins"/>
              <a:gd name="dsh" fmla="+- 0 sh mins"/>
              <a:gd name="p0x0" fmla="*/ 390 w 16785"/>
              <a:gd name="p0y0" fmla="*/ 0 h 1215"/>
              <a:gd name="p0x1" fmla="*/ 16395 w 16785"/>
              <a:gd name="p0y1" fmla="*/ 0 h 1215"/>
              <a:gd name="p0x2" fmla="*/ 16610 w 16785"/>
              <a:gd name="p0y2" fmla="*/ 0 h 1215"/>
              <a:gd name="p0x3" fmla="*/ 16785 w 16785"/>
              <a:gd name="p0y3" fmla="*/ 174 h 1215"/>
              <a:gd name="p0x4" fmla="*/ 16785 w 16785"/>
              <a:gd name="p0y4" fmla="*/ 390 h 1215"/>
              <a:gd name="p0x5" fmla="*/ 16785 w 16785"/>
              <a:gd name="p0y5" fmla="*/ 825 h 1215"/>
              <a:gd name="p0x6" fmla="*/ 16785 w 16785"/>
              <a:gd name="p0y6" fmla="*/ 1040 h 1215"/>
              <a:gd name="p0x7" fmla="*/ 16610 w 16785"/>
              <a:gd name="p0y7" fmla="*/ 1215 h 1215"/>
              <a:gd name="p0x8" fmla="*/ 16395 w 16785"/>
              <a:gd name="p0y8" fmla="*/ 1215 h 1215"/>
              <a:gd name="p0x9" fmla="*/ 390 w 16785"/>
              <a:gd name="p0y9" fmla="*/ 1215 h 1215"/>
              <a:gd name="p0x10" fmla="*/ 174 w 16785"/>
              <a:gd name="p0y10" fmla="*/ 1215 h 1215"/>
              <a:gd name="p0x11" fmla="*/ 0 w 16785"/>
              <a:gd name="p0y11" fmla="*/ 1040 h 1215"/>
              <a:gd name="p0x12" fmla="*/ 0 w 16785"/>
              <a:gd name="p0y12" fmla="*/ 825 h 1215"/>
              <a:gd name="p0x13" fmla="*/ 0 w 16785"/>
              <a:gd name="p0y13" fmla="*/ 390 h 1215"/>
              <a:gd name="p0x14" fmla="*/ 0 w 16785"/>
              <a:gd name="p0y14" fmla="*/ 174 h 1215"/>
              <a:gd name="p0x15" fmla="*/ 174 w 16785"/>
              <a:gd name="p0y15" fmla="*/ 0 h 1215"/>
              <a:gd name="p0x16" fmla="*/ 390 w 16785"/>
              <a:gd name="p0y16" fmla="*/ 0 h 12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410446" y="1283018"/>
            <a:ext cx="3675907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400" b="1" spc="-12">
                <a:solidFill>
                  <a:srgbClr val="FFFFFF"/>
                </a:solidFill>
                <a:cs typeface="汉仪古隶简" charset="0"/>
              </a:rPr>
              <a:t>AI</a:t>
            </a:r>
            <a:r>
              <a:rPr lang="zh-CN" altLang="en-US" sz="2400" b="1" spc="-12">
                <a:solidFill>
                  <a:srgbClr val="FFFFFF"/>
                </a:solidFill>
                <a:cs typeface="汉仪古隶简" charset="0"/>
              </a:rPr>
              <a:t>助手与</a:t>
            </a:r>
            <a:r>
              <a:rPr lang="en-US" altLang="zh-CN" sz="2400" b="1" spc="-12">
                <a:solidFill>
                  <a:srgbClr val="FFFFFF"/>
                </a:solidFill>
                <a:cs typeface="汉仪古隶简" charset="0"/>
              </a:rPr>
              <a:t>AI Agent</a:t>
            </a:r>
            <a:r>
              <a:rPr lang="zh-CN" altLang="en-US" sz="2400" b="1" spc="-12">
                <a:solidFill>
                  <a:srgbClr val="FFFFFF"/>
                </a:solidFill>
                <a:cs typeface="汉仪古隶简" charset="0"/>
              </a:rPr>
              <a:t>的发展</a:t>
            </a:r>
            <a:endParaRPr lang="zh-CN" altLang="en-US" sz="2400" b="1" spc="-12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118995"/>
            <a:ext cx="11039475" cy="1317625"/>
          </a:xfrm>
          <a:custGeom>
            <a:avLst/>
            <a:gdLst>
              <a:gd name="sw" fmla="*/ 1 w 17385"/>
              <a:gd name="sh" fmla="*/ 1 h 2075"/>
              <a:gd name="mins" fmla="min sw sh"/>
              <a:gd name="dsw" fmla="+- 0 sw mins"/>
              <a:gd name="dsh" fmla="+- 0 sh mins"/>
              <a:gd name="p0x0" fmla="*/ 390 w 17385"/>
              <a:gd name="p0y0" fmla="*/ 0 h 2075"/>
              <a:gd name="p0x1" fmla="*/ 16995 w 17385"/>
              <a:gd name="p0y1" fmla="*/ 0 h 2075"/>
              <a:gd name="p0x2" fmla="*/ 17210 w 17385"/>
              <a:gd name="p0y2" fmla="*/ 0 h 2075"/>
              <a:gd name="p0x3" fmla="*/ 17385 w 17385"/>
              <a:gd name="p0y3" fmla="*/ 174 h 2075"/>
              <a:gd name="p0x4" fmla="*/ 17385 w 17385"/>
              <a:gd name="p0y4" fmla="*/ 390 h 2075"/>
              <a:gd name="p0x5" fmla="*/ 17385 w 17385"/>
              <a:gd name="p0y5" fmla="*/ 1685 h 2075"/>
              <a:gd name="p0x6" fmla="*/ 17385 w 17385"/>
              <a:gd name="p0y6" fmla="*/ 1900 h 2075"/>
              <a:gd name="p0x7" fmla="*/ 17210 w 17385"/>
              <a:gd name="p0y7" fmla="*/ 2075 h 2075"/>
              <a:gd name="p0x8" fmla="*/ 16995 w 17385"/>
              <a:gd name="p0y8" fmla="*/ 2075 h 2075"/>
              <a:gd name="p0x9" fmla="*/ 390 w 17385"/>
              <a:gd name="p0y9" fmla="*/ 2075 h 2075"/>
              <a:gd name="p0x10" fmla="*/ 174 w 17385"/>
              <a:gd name="p0y10" fmla="*/ 2075 h 2075"/>
              <a:gd name="p0x11" fmla="*/ 0 w 17385"/>
              <a:gd name="p0y11" fmla="*/ 1900 h 2075"/>
              <a:gd name="p0x12" fmla="*/ 0 w 17385"/>
              <a:gd name="p0y12" fmla="*/ 1685 h 2075"/>
              <a:gd name="p0x13" fmla="*/ 0 w 17385"/>
              <a:gd name="p0y13" fmla="*/ 390 h 2075"/>
              <a:gd name="p0x14" fmla="*/ 0 w 17385"/>
              <a:gd name="p0y14" fmla="*/ 174 h 2075"/>
              <a:gd name="p0x15" fmla="*/ 174 w 17385"/>
              <a:gd name="p0y15" fmla="*/ 0 h 2075"/>
              <a:gd name="p0x16" fmla="*/ 390 w 17385"/>
              <a:gd name="p0y16" fmla="*/ 0 h 20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71525" y="2299335"/>
            <a:ext cx="10648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1F2423"/>
                </a:solidFill>
                <a:cs typeface="汉仪古隶简" charset="0"/>
              </a:rPr>
              <a:t>AI</a:t>
            </a:r>
            <a:r>
              <a:rPr lang="zh-CN" b="1">
                <a:solidFill>
                  <a:srgbClr val="1F2423"/>
                </a:solidFill>
                <a:cs typeface="汉仪古隶简" charset="0"/>
              </a:rPr>
              <a:t>助手</a:t>
            </a:r>
            <a:endParaRPr lang="zh-CN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2643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809625" y="2700655"/>
            <a:ext cx="1905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152525" y="2624671"/>
            <a:ext cx="618976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与大语言模型交互的各种人工智能应用，涵盖智能化和主动化的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 Agent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形态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28441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3125" r="-3125"/>
          <a:stretch>
            <a:fillRect/>
          </a:stretch>
        </p:blipFill>
        <p:spPr>
          <a:xfrm>
            <a:off x="838200" y="2901315"/>
            <a:ext cx="13335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152525" y="2825734"/>
            <a:ext cx="609220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大模型应用客户端与模型交互：主要依赖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OpenAI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兼容接口，已成为事实标准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30454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819150" y="3102610"/>
            <a:ext cx="17145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152525" y="3026807"/>
            <a:ext cx="590766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 spc="-10">
                <a:solidFill>
                  <a:srgbClr val="4B5553"/>
                </a:solidFill>
                <a:cs typeface="汉仪古隶简" charset="0"/>
              </a:rPr>
              <a:t>AI Agent</a:t>
            </a:r>
            <a:r>
              <a:rPr lang="zh-CN" altLang="en-US" sz="1350" spc="-10">
                <a:solidFill>
                  <a:srgbClr val="4B5553"/>
                </a:solidFill>
                <a:cs typeface="汉仪古隶简" charset="0"/>
              </a:rPr>
              <a:t>与大模型交互：采用</a:t>
            </a:r>
            <a:r>
              <a:rPr lang="en-US" altLang="zh-CN" sz="1350" spc="-10">
                <a:solidFill>
                  <a:srgbClr val="4B5553"/>
                </a:solidFill>
                <a:cs typeface="汉仪古隶简" charset="0"/>
              </a:rPr>
              <a:t>OpenAI</a:t>
            </a:r>
            <a:r>
              <a:rPr lang="zh-CN" altLang="en-US" sz="1350" spc="-10">
                <a:solidFill>
                  <a:srgbClr val="4B5553"/>
                </a:solidFill>
                <a:cs typeface="汉仪古隶简" charset="0"/>
              </a:rPr>
              <a:t>兼容接口结合</a:t>
            </a:r>
            <a:r>
              <a:rPr lang="en-US" altLang="zh-CN" sz="1350" spc="-10">
                <a:solidFill>
                  <a:srgbClr val="4B5553"/>
                </a:solidFill>
                <a:cs typeface="汉仪古隶简" charset="0"/>
              </a:rPr>
              <a:t>Function-Calling</a:t>
            </a:r>
            <a:r>
              <a:rPr lang="zh-CN" altLang="en-US" sz="1350" spc="-10">
                <a:solidFill>
                  <a:srgbClr val="4B5553"/>
                </a:solidFill>
                <a:cs typeface="汉仪古隶简" charset="0"/>
              </a:rPr>
              <a:t>方式</a:t>
            </a:r>
            <a:endParaRPr lang="zh-CN" altLang="en-US" sz="1350" spc="-1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575945" y="3636645"/>
            <a:ext cx="11039475" cy="1317625"/>
          </a:xfrm>
          <a:custGeom>
            <a:avLst/>
            <a:gdLst>
              <a:gd name="sw" fmla="*/ 1 w 17385"/>
              <a:gd name="sh" fmla="*/ 1 h 2075"/>
              <a:gd name="mins" fmla="min sw sh"/>
              <a:gd name="dsw" fmla="+- 0 sw mins"/>
              <a:gd name="dsh" fmla="+- 0 sh mins"/>
              <a:gd name="p0x0" fmla="*/ 390 w 17385"/>
              <a:gd name="p0y0" fmla="*/ 0 h 2075"/>
              <a:gd name="p0x1" fmla="*/ 16995 w 17385"/>
              <a:gd name="p0y1" fmla="*/ 0 h 2075"/>
              <a:gd name="p0x2" fmla="*/ 17210 w 17385"/>
              <a:gd name="p0y2" fmla="*/ 0 h 2075"/>
              <a:gd name="p0x3" fmla="*/ 17385 w 17385"/>
              <a:gd name="p0y3" fmla="*/ 174 h 2075"/>
              <a:gd name="p0x4" fmla="*/ 17385 w 17385"/>
              <a:gd name="p0y4" fmla="*/ 390 h 2075"/>
              <a:gd name="p0x5" fmla="*/ 17385 w 17385"/>
              <a:gd name="p0y5" fmla="*/ 1685 h 2075"/>
              <a:gd name="p0x6" fmla="*/ 17385 w 17385"/>
              <a:gd name="p0y6" fmla="*/ 1900 h 2075"/>
              <a:gd name="p0x7" fmla="*/ 17210 w 17385"/>
              <a:gd name="p0y7" fmla="*/ 2075 h 2075"/>
              <a:gd name="p0x8" fmla="*/ 16995 w 17385"/>
              <a:gd name="p0y8" fmla="*/ 2075 h 2075"/>
              <a:gd name="p0x9" fmla="*/ 390 w 17385"/>
              <a:gd name="p0y9" fmla="*/ 2075 h 2075"/>
              <a:gd name="p0x10" fmla="*/ 174 w 17385"/>
              <a:gd name="p0y10" fmla="*/ 2075 h 2075"/>
              <a:gd name="p0x11" fmla="*/ 0 w 17385"/>
              <a:gd name="p0y11" fmla="*/ 1900 h 2075"/>
              <a:gd name="p0x12" fmla="*/ 0 w 17385"/>
              <a:gd name="p0y12" fmla="*/ 1685 h 2075"/>
              <a:gd name="p0x13" fmla="*/ 0 w 17385"/>
              <a:gd name="p0y13" fmla="*/ 390 h 2075"/>
              <a:gd name="p0x14" fmla="*/ 0 w 17385"/>
              <a:gd name="p0y14" fmla="*/ 174 h 2075"/>
              <a:gd name="p0x15" fmla="*/ 174 w 17385"/>
              <a:gd name="p0y15" fmla="*/ 0 h 2075"/>
              <a:gd name="p0x16" fmla="*/ 390 w 17385"/>
              <a:gd name="p0y16" fmla="*/ 0 h 20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3817010"/>
            <a:ext cx="10648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核心挑战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771525" y="4211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-3333" b="-3333"/>
          <a:stretch>
            <a:fillRect/>
          </a:stretch>
        </p:blipFill>
        <p:spPr>
          <a:xfrm>
            <a:off x="828675" y="4268470"/>
            <a:ext cx="152400" cy="1524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1152525" y="4192648"/>
            <a:ext cx="447526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宿主程序需与各种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 Agent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通信协作，但缺乏统一规范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771525" y="45129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828675" y="4570095"/>
            <a:ext cx="152400" cy="1524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1152525" y="4494247"/>
            <a:ext cx="4972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交互协议走向发散化和碎片化，集成面临复杂性和兼容性难题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25" name="任意多边形 24"/>
          <p:cNvSpPr/>
          <p:nvPr>
            <p:custDataLst>
              <p:tags r:id="rId33"/>
            </p:custDataLst>
          </p:nvPr>
        </p:nvSpPr>
        <p:spPr>
          <a:xfrm>
            <a:off x="575945" y="5154295"/>
            <a:ext cx="11039475" cy="1317625"/>
          </a:xfrm>
          <a:custGeom>
            <a:avLst/>
            <a:gdLst>
              <a:gd name="sw" fmla="*/ 1 w 17385"/>
              <a:gd name="sh" fmla="*/ 1 h 2075"/>
              <a:gd name="mins" fmla="min sw sh"/>
              <a:gd name="dsw" fmla="+- 0 sw mins"/>
              <a:gd name="dsh" fmla="+- 0 sh mins"/>
              <a:gd name="p0x0" fmla="*/ 390 w 17385"/>
              <a:gd name="p0y0" fmla="*/ 0 h 2075"/>
              <a:gd name="p0x1" fmla="*/ 16995 w 17385"/>
              <a:gd name="p0y1" fmla="*/ 0 h 2075"/>
              <a:gd name="p0x2" fmla="*/ 17210 w 17385"/>
              <a:gd name="p0y2" fmla="*/ 0 h 2075"/>
              <a:gd name="p0x3" fmla="*/ 17385 w 17385"/>
              <a:gd name="p0y3" fmla="*/ 174 h 2075"/>
              <a:gd name="p0x4" fmla="*/ 17385 w 17385"/>
              <a:gd name="p0y4" fmla="*/ 390 h 2075"/>
              <a:gd name="p0x5" fmla="*/ 17385 w 17385"/>
              <a:gd name="p0y5" fmla="*/ 1685 h 2075"/>
              <a:gd name="p0x6" fmla="*/ 17385 w 17385"/>
              <a:gd name="p0y6" fmla="*/ 1900 h 2075"/>
              <a:gd name="p0x7" fmla="*/ 17210 w 17385"/>
              <a:gd name="p0y7" fmla="*/ 2075 h 2075"/>
              <a:gd name="p0x8" fmla="*/ 16995 w 17385"/>
              <a:gd name="p0y8" fmla="*/ 2075 h 2075"/>
              <a:gd name="p0x9" fmla="*/ 390 w 17385"/>
              <a:gd name="p0y9" fmla="*/ 2075 h 2075"/>
              <a:gd name="p0x10" fmla="*/ 174 w 17385"/>
              <a:gd name="p0y10" fmla="*/ 2075 h 2075"/>
              <a:gd name="p0x11" fmla="*/ 0 w 17385"/>
              <a:gd name="p0y11" fmla="*/ 1900 h 2075"/>
              <a:gd name="p0x12" fmla="*/ 0 w 17385"/>
              <a:gd name="p0y12" fmla="*/ 1685 h 2075"/>
              <a:gd name="p0x13" fmla="*/ 0 w 17385"/>
              <a:gd name="p0y13" fmla="*/ 390 h 2075"/>
              <a:gd name="p0x14" fmla="*/ 0 w 17385"/>
              <a:gd name="p0y14" fmla="*/ 174 h 2075"/>
              <a:gd name="p0x15" fmla="*/ 174 w 17385"/>
              <a:gd name="p0y15" fmla="*/ 0 h 2075"/>
              <a:gd name="p0x16" fmla="*/ 390 w 17385"/>
              <a:gd name="p0y16" fmla="*/ 0 h 20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771525" y="5334686"/>
            <a:ext cx="10648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b="1">
                <a:solidFill>
                  <a:srgbClr val="1F2423"/>
                </a:solidFill>
                <a:cs typeface="汉仪古隶简" charset="0"/>
              </a:rPr>
              <a:t>应运而生</a:t>
            </a:r>
            <a:endParaRPr lang="zh-CN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771525" y="57289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828675" y="5786120"/>
            <a:ext cx="15240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1152525" y="5710323"/>
            <a:ext cx="48006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目标：提供标准化协议框架，解决技术发散导致的集成困难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771525" y="603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828675" y="6087745"/>
            <a:ext cx="152400" cy="15240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4"/>
            </p:custDataLst>
          </p:nvPr>
        </p:nvSpPr>
        <p:spPr>
          <a:xfrm>
            <a:off x="1152525" y="6011923"/>
            <a:ext cx="445055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愿景：推动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生态系统健康发展，充分发挥各组件优势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4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423"/>
                </a:solidFill>
              </a:rPr>
              <a:t>点对点接口方案示意图</a:t>
            </a:r>
            <a:endParaRPr sz="3000" b="1">
              <a:solidFill>
                <a:srgbClr val="1F2423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1115168" y="5681681"/>
            <a:ext cx="996166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350" i="1">
                <a:solidFill>
                  <a:srgbClr val="4B5553"/>
                </a:solidFill>
                <a:cs typeface="汉仪古隶简" charset="0"/>
              </a:rPr>
              <a:t>AI Agent</a:t>
            </a:r>
            <a:r>
              <a:rPr lang="zh-CN" sz="1350" i="1">
                <a:solidFill>
                  <a:srgbClr val="4B5553"/>
                </a:solidFill>
                <a:cs typeface="汉仪古隶简" charset="0"/>
              </a:rPr>
              <a:t>与宿主程序之间缺乏统一规范的交互现状，双方通过点对点接口直接通信，导致协议碎片化、集成成本高、可维护性差</a:t>
            </a:r>
            <a:endParaRPr lang="zh-CN" sz="1350" i="1">
              <a:solidFill>
                <a:srgbClr val="4B5553"/>
              </a:solidFill>
              <a:cs typeface="汉仪古隶简" charset="0"/>
            </a:endParaRPr>
          </a:p>
        </p:txBody>
      </p:sp>
      <p:pic>
        <p:nvPicPr>
          <p:cNvPr id="19" name="图片 5" descr="图1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113" y="1185863"/>
            <a:ext cx="4295775" cy="448627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1.1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基本概念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架构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390 w 7625"/>
              <a:gd name="p0y0" fmla="*/ 0 h 2604"/>
              <a:gd name="p0x1" fmla="*/ 7235 w 7625"/>
              <a:gd name="p0y1" fmla="*/ 0 h 2604"/>
              <a:gd name="p0x2" fmla="*/ 7451 w 7625"/>
              <a:gd name="p0y2" fmla="*/ 0 h 2604"/>
              <a:gd name="p0x3" fmla="*/ 7625 w 7625"/>
              <a:gd name="p0y3" fmla="*/ 174 h 2604"/>
              <a:gd name="p0x4" fmla="*/ 7625 w 7625"/>
              <a:gd name="p0y4" fmla="*/ 390 h 2604"/>
              <a:gd name="p0x5" fmla="*/ 7625 w 7625"/>
              <a:gd name="p0y5" fmla="*/ 2214 h 2604"/>
              <a:gd name="p0x6" fmla="*/ 7625 w 7625"/>
              <a:gd name="p0y6" fmla="*/ 2430 h 2604"/>
              <a:gd name="p0x7" fmla="*/ 7451 w 7625"/>
              <a:gd name="p0y7" fmla="*/ 2604 h 2604"/>
              <a:gd name="p0x8" fmla="*/ 7235 w 7625"/>
              <a:gd name="p0y8" fmla="*/ 2604 h 2604"/>
              <a:gd name="p0x9" fmla="*/ 390 w 7625"/>
              <a:gd name="p0y9" fmla="*/ 2604 h 2604"/>
              <a:gd name="p0x10" fmla="*/ 174 w 7625"/>
              <a:gd name="p0y10" fmla="*/ 2604 h 2604"/>
              <a:gd name="p0x11" fmla="*/ 0 w 7625"/>
              <a:gd name="p0y11" fmla="*/ 2430 h 2604"/>
              <a:gd name="p0x12" fmla="*/ 0 w 7625"/>
              <a:gd name="p0y12" fmla="*/ 2214 h 2604"/>
              <a:gd name="p0x13" fmla="*/ 0 w 7625"/>
              <a:gd name="p0y13" fmla="*/ 390 h 2604"/>
              <a:gd name="p0x14" fmla="*/ 0 w 7625"/>
              <a:gd name="p0y14" fmla="*/ 174 h 2604"/>
              <a:gd name="p0x15" fmla="*/ 174 w 7625"/>
              <a:gd name="p0y15" fmla="*/ 0 h 2604"/>
              <a:gd name="p0x16" fmla="*/ 39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78765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2887345" y="1385570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2046608" y="1823085"/>
            <a:ext cx="19018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b="1">
                <a:solidFill>
                  <a:srgbClr val="1F2423"/>
                </a:solidFill>
                <a:cs typeface="汉仪古隶简" charset="0"/>
              </a:rPr>
              <a:t>是开放协议</a:t>
            </a:r>
            <a:endParaRPr lang="zh-CN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48620" y="2148345"/>
            <a:ext cx="429778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规范应用程序向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、其他应用提供上下文的方式，为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生态建立统一接口标准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9635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390 w 7625"/>
              <a:gd name="p0y0" fmla="*/ 0 h 2604"/>
              <a:gd name="p0x1" fmla="*/ 7235 w 7625"/>
              <a:gd name="p0y1" fmla="*/ 0 h 2604"/>
              <a:gd name="p0x2" fmla="*/ 7451 w 7625"/>
              <a:gd name="p0y2" fmla="*/ 0 h 2604"/>
              <a:gd name="p0x3" fmla="*/ 7625 w 7625"/>
              <a:gd name="p0y3" fmla="*/ 174 h 2604"/>
              <a:gd name="p0x4" fmla="*/ 7625 w 7625"/>
              <a:gd name="p0y4" fmla="*/ 390 h 2604"/>
              <a:gd name="p0x5" fmla="*/ 7625 w 7625"/>
              <a:gd name="p0y5" fmla="*/ 2214 h 2604"/>
              <a:gd name="p0x6" fmla="*/ 7625 w 7625"/>
              <a:gd name="p0y6" fmla="*/ 2430 h 2604"/>
              <a:gd name="p0x7" fmla="*/ 7451 w 7625"/>
              <a:gd name="p0y7" fmla="*/ 2604 h 2604"/>
              <a:gd name="p0x8" fmla="*/ 7235 w 7625"/>
              <a:gd name="p0y8" fmla="*/ 2604 h 2604"/>
              <a:gd name="p0x9" fmla="*/ 390 w 7625"/>
              <a:gd name="p0y9" fmla="*/ 2604 h 2604"/>
              <a:gd name="p0x10" fmla="*/ 174 w 7625"/>
              <a:gd name="p0y10" fmla="*/ 2604 h 2604"/>
              <a:gd name="p0x11" fmla="*/ 0 w 7625"/>
              <a:gd name="p0y11" fmla="*/ 2430 h 2604"/>
              <a:gd name="p0x12" fmla="*/ 0 w 7625"/>
              <a:gd name="p0y12" fmla="*/ 2214 h 2604"/>
              <a:gd name="p0x13" fmla="*/ 0 w 7625"/>
              <a:gd name="p0y13" fmla="*/ 390 h 2604"/>
              <a:gd name="p0x14" fmla="*/ 0 w 7625"/>
              <a:gd name="p0y14" fmla="*/ 174 h 2604"/>
              <a:gd name="p0x15" fmla="*/ 174 w 7625"/>
              <a:gd name="p0y15" fmla="*/ 0 h 2604"/>
              <a:gd name="p0x16" fmla="*/ 39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2787650" y="31584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2887345" y="3239770"/>
            <a:ext cx="219075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278266" y="3677260"/>
            <a:ext cx="143842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b="1">
                <a:solidFill>
                  <a:srgbClr val="1F2423"/>
                </a:solidFill>
                <a:cs typeface="汉仪古隶简" charset="0"/>
              </a:rPr>
              <a:t>类比</a:t>
            </a:r>
            <a:r>
              <a:rPr lang="en-US" altLang="zh-CN" b="1">
                <a:solidFill>
                  <a:srgbClr val="1F2423"/>
                </a:solidFill>
                <a:cs typeface="汉仪古隶简" charset="0"/>
              </a:rPr>
              <a:t>USB-C</a:t>
            </a:r>
            <a:endParaRPr lang="en-US" altLang="zh-CN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2192" y="4002519"/>
            <a:ext cx="445055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提供标准化方式将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模型连接到不同数据源和工具，打破接口碎片化困局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48177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390 w 7625"/>
              <a:gd name="p0y0" fmla="*/ 0 h 2604"/>
              <a:gd name="p0x1" fmla="*/ 7235 w 7625"/>
              <a:gd name="p0y1" fmla="*/ 0 h 2604"/>
              <a:gd name="p0x2" fmla="*/ 7451 w 7625"/>
              <a:gd name="p0y2" fmla="*/ 0 h 2604"/>
              <a:gd name="p0x3" fmla="*/ 7625 w 7625"/>
              <a:gd name="p0y3" fmla="*/ 174 h 2604"/>
              <a:gd name="p0x4" fmla="*/ 7625 w 7625"/>
              <a:gd name="p0y4" fmla="*/ 390 h 2604"/>
              <a:gd name="p0x5" fmla="*/ 7625 w 7625"/>
              <a:gd name="p0y5" fmla="*/ 2214 h 2604"/>
              <a:gd name="p0x6" fmla="*/ 7625 w 7625"/>
              <a:gd name="p0y6" fmla="*/ 2430 h 2604"/>
              <a:gd name="p0x7" fmla="*/ 7451 w 7625"/>
              <a:gd name="p0y7" fmla="*/ 2604 h 2604"/>
              <a:gd name="p0x8" fmla="*/ 7235 w 7625"/>
              <a:gd name="p0y8" fmla="*/ 2604 h 2604"/>
              <a:gd name="p0x9" fmla="*/ 390 w 7625"/>
              <a:gd name="p0y9" fmla="*/ 2604 h 2604"/>
              <a:gd name="p0x10" fmla="*/ 174 w 7625"/>
              <a:gd name="p0y10" fmla="*/ 2604 h 2604"/>
              <a:gd name="p0x11" fmla="*/ 0 w 7625"/>
              <a:gd name="p0y11" fmla="*/ 2430 h 2604"/>
              <a:gd name="p0x12" fmla="*/ 0 w 7625"/>
              <a:gd name="p0y12" fmla="*/ 2214 h 2604"/>
              <a:gd name="p0x13" fmla="*/ 0 w 7625"/>
              <a:gd name="p0y13" fmla="*/ 390 h 2604"/>
              <a:gd name="p0x14" fmla="*/ 0 w 7625"/>
              <a:gd name="p0y14" fmla="*/ 174 h 2604"/>
              <a:gd name="p0x15" fmla="*/ 174 w 7625"/>
              <a:gd name="p0y15" fmla="*/ 0 h 2604"/>
              <a:gd name="p0x16" fmla="*/ 39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2787650" y="50126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2887345" y="5093970"/>
            <a:ext cx="219075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2425970" y="5531434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即插即用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854345" y="5856694"/>
            <a:ext cx="42863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用单一协议取代分散集成，大幅降低开发成本与连接复杂度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694680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390 w 9324"/>
              <a:gd name="p0y0" fmla="*/ 0 h 8445"/>
              <a:gd name="p0x1" fmla="*/ 8934 w 9324"/>
              <a:gd name="p0y1" fmla="*/ 0 h 8445"/>
              <a:gd name="p0x2" fmla="*/ 9149 w 9324"/>
              <a:gd name="p0y2" fmla="*/ 0 h 8445"/>
              <a:gd name="p0x3" fmla="*/ 9324 w 9324"/>
              <a:gd name="p0y3" fmla="*/ 174 h 8445"/>
              <a:gd name="p0x4" fmla="*/ 9324 w 9324"/>
              <a:gd name="p0y4" fmla="*/ 390 h 8445"/>
              <a:gd name="p0x5" fmla="*/ 9324 w 9324"/>
              <a:gd name="p0y5" fmla="*/ 8055 h 8445"/>
              <a:gd name="p0x6" fmla="*/ 9324 w 9324"/>
              <a:gd name="p0y6" fmla="*/ 8270 h 8445"/>
              <a:gd name="p0x7" fmla="*/ 9149 w 9324"/>
              <a:gd name="p0y7" fmla="*/ 8445 h 8445"/>
              <a:gd name="p0x8" fmla="*/ 8934 w 9324"/>
              <a:gd name="p0y8" fmla="*/ 8445 h 8445"/>
              <a:gd name="p0x9" fmla="*/ 390 w 9324"/>
              <a:gd name="p0y9" fmla="*/ 8445 h 8445"/>
              <a:gd name="p0x10" fmla="*/ 174 w 9324"/>
              <a:gd name="p0y10" fmla="*/ 8445 h 8445"/>
              <a:gd name="p0x11" fmla="*/ 0 w 9324"/>
              <a:gd name="p0y11" fmla="*/ 8270 h 8445"/>
              <a:gd name="p0x12" fmla="*/ 0 w 9324"/>
              <a:gd name="p0y12" fmla="*/ 8055 h 8445"/>
              <a:gd name="p0x13" fmla="*/ 0 w 9324"/>
              <a:gd name="p0y13" fmla="*/ 390 h 8445"/>
              <a:gd name="p0x14" fmla="*/ 0 w 9324"/>
              <a:gd name="p0y14" fmla="*/ 174 h 8445"/>
              <a:gd name="p0x15" fmla="*/ 174 w 9324"/>
              <a:gd name="p0y15" fmla="*/ 0 h 8445"/>
              <a:gd name="p0x16" fmla="*/ 39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5890241" y="2180358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架构特点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5889625" y="26822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5968365" y="2743835"/>
            <a:ext cx="186055" cy="2146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347441" y="2668038"/>
            <a:ext cx="507303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F2423"/>
                </a:solidFill>
              </a:rPr>
              <a:t>外部资源统一挂载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6347441" y="2943311"/>
            <a:ext cx="50730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数据库、文件系统、工具等外部资源通过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统一协议挂载到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应用，实现资源层面的标准化接入与管理。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5889625" y="36214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5942330" y="3683000"/>
            <a:ext cx="238125" cy="2146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6347441" y="3607146"/>
            <a:ext cx="507303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F2423"/>
                </a:solidFill>
              </a:rPr>
              <a:t>大模型直连应用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6347441" y="3882418"/>
            <a:ext cx="50730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大模型作为基础服务直接与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应用相连，承担协调各类资源的核心角色，成为智能调度的中枢节点。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5889625" y="45599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7895" t="-3492" r="-7895" b="-3492"/>
          <a:stretch>
            <a:fillRect/>
          </a:stretch>
        </p:blipFill>
        <p:spPr>
          <a:xfrm>
            <a:off x="5956300" y="4622165"/>
            <a:ext cx="209550" cy="2139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6347441" y="4546254"/>
            <a:ext cx="507303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F2423"/>
                </a:solidFill>
              </a:rPr>
              <a:t>独立稳定运行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6347441" y="4821526"/>
            <a:ext cx="50730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大模型独立于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USB-C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连接方式，确保高效稳定发挥协调作用，避免协议耦合带来的性能损耗。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与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USB-C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类比示意图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671638" y="5681681"/>
            <a:ext cx="884872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 i="1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350" i="1">
                <a:solidFill>
                  <a:srgbClr val="4B5553"/>
                </a:solidFill>
                <a:cs typeface="汉仪古隶简" charset="0"/>
              </a:rPr>
              <a:t>如何像</a:t>
            </a:r>
            <a:r>
              <a:rPr lang="en-US" altLang="zh-CN" sz="1350" i="1">
                <a:solidFill>
                  <a:srgbClr val="4B5553"/>
                </a:solidFill>
                <a:cs typeface="汉仪古隶简" charset="0"/>
              </a:rPr>
              <a:t>USB-C</a:t>
            </a:r>
            <a:r>
              <a:rPr lang="zh-CN" altLang="en-US" sz="1350" i="1">
                <a:solidFill>
                  <a:srgbClr val="4B5553"/>
                </a:solidFill>
                <a:cs typeface="汉仪古隶简" charset="0"/>
              </a:rPr>
              <a:t>一样提供标准化连接方式</a:t>
            </a:r>
            <a:r>
              <a:rPr lang="en-US" altLang="zh-CN" sz="1350" i="1">
                <a:solidFill>
                  <a:srgbClr val="4B5553"/>
                </a:solidFill>
                <a:cs typeface="汉仪古隶简" charset="0"/>
              </a:rPr>
              <a:t>——</a:t>
            </a:r>
            <a:r>
              <a:rPr lang="zh-CN" altLang="en-US" sz="1350" i="1">
                <a:solidFill>
                  <a:srgbClr val="4B5553"/>
                </a:solidFill>
                <a:cs typeface="汉仪古隶简" charset="0"/>
              </a:rPr>
              <a:t>统一接口规范，让不同设备与系统之间实现即插即用的无缝协作</a:t>
            </a:r>
            <a:endParaRPr lang="zh-CN" altLang="en-US" sz="1350" i="1">
              <a:solidFill>
                <a:srgbClr val="4B5553"/>
              </a:solidFill>
              <a:cs typeface="汉仪古隶简" charset="0"/>
            </a:endParaRPr>
          </a:p>
        </p:txBody>
      </p:sp>
      <p:pic>
        <p:nvPicPr>
          <p:cNvPr id="2" name="图片 7" descr="图1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663" y="1743075"/>
            <a:ext cx="3876675" cy="337185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sz="3000" b="1">
                <a:solidFill>
                  <a:srgbClr val="1F2423"/>
                </a:solidFill>
                <a:cs typeface="汉仪古隶简" charset="0"/>
              </a:rPr>
              <a:t>基础架构</a:t>
            </a:r>
            <a:endParaRPr 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2"/>
            </p:custDataLst>
          </p:nvPr>
        </p:nvSpPr>
        <p:spPr>
          <a:xfrm>
            <a:off x="575945" y="4220210"/>
            <a:ext cx="5419725" cy="2251710"/>
          </a:xfrm>
          <a:custGeom>
            <a:avLst/>
            <a:gdLst>
              <a:gd name="sw" fmla="*/ 1 w 8535"/>
              <a:gd name="sh" fmla="*/ 1 h 4305"/>
              <a:gd name="mins" fmla="min sw sh"/>
              <a:gd name="dsw" fmla="+- 0 sw mins"/>
              <a:gd name="dsh" fmla="+- 0 sh mins"/>
              <a:gd name="p0x0" fmla="*/ 390 w 8535"/>
              <a:gd name="p0y0" fmla="*/ 0 h 4305"/>
              <a:gd name="p0x1" fmla="*/ 8145 w 8535"/>
              <a:gd name="p0y1" fmla="*/ 0 h 4305"/>
              <a:gd name="p0x2" fmla="*/ 8360 w 8535"/>
              <a:gd name="p0y2" fmla="*/ 0 h 4305"/>
              <a:gd name="p0x3" fmla="*/ 8535 w 8535"/>
              <a:gd name="p0y3" fmla="*/ 174 h 4305"/>
              <a:gd name="p0x4" fmla="*/ 8535 w 8535"/>
              <a:gd name="p0y4" fmla="*/ 390 h 4305"/>
              <a:gd name="p0x5" fmla="*/ 8535 w 8535"/>
              <a:gd name="p0y5" fmla="*/ 3915 h 4305"/>
              <a:gd name="p0x6" fmla="*/ 8535 w 8535"/>
              <a:gd name="p0y6" fmla="*/ 4130 h 4305"/>
              <a:gd name="p0x7" fmla="*/ 8360 w 8535"/>
              <a:gd name="p0y7" fmla="*/ 4305 h 4305"/>
              <a:gd name="p0x8" fmla="*/ 8145 w 8535"/>
              <a:gd name="p0y8" fmla="*/ 4305 h 4305"/>
              <a:gd name="p0x9" fmla="*/ 390 w 8535"/>
              <a:gd name="p0y9" fmla="*/ 4305 h 4305"/>
              <a:gd name="p0x10" fmla="*/ 174 w 8535"/>
              <a:gd name="p0y10" fmla="*/ 4305 h 4305"/>
              <a:gd name="p0x11" fmla="*/ 0 w 8535"/>
              <a:gd name="p0y11" fmla="*/ 4130 h 4305"/>
              <a:gd name="p0x12" fmla="*/ 0 w 8535"/>
              <a:gd name="p0y12" fmla="*/ 3915 h 4305"/>
              <a:gd name="p0x13" fmla="*/ 0 w 8535"/>
              <a:gd name="p0y13" fmla="*/ 390 h 4305"/>
              <a:gd name="p0x14" fmla="*/ 0 w 8535"/>
              <a:gd name="p0y14" fmla="*/ 174 h 4305"/>
              <a:gd name="p0x15" fmla="*/ 174 w 8535"/>
              <a:gd name="p0y15" fmla="*/ 0 h 4305"/>
              <a:gd name="p0x16" fmla="*/ 390 w 8535"/>
              <a:gd name="p0y16" fmla="*/ 0 h 43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3"/>
            </p:custDataLst>
          </p:nvPr>
        </p:nvSpPr>
        <p:spPr>
          <a:xfrm>
            <a:off x="771525" y="42481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57250" y="4328795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1304925" y="4281488"/>
            <a:ext cx="97854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423"/>
                </a:solidFill>
              </a:rPr>
              <a:t>Client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20" name="任意多边形 19"/>
          <p:cNvSpPr/>
          <p:nvPr>
            <p:custDataLst>
              <p:tags r:id="rId8"/>
            </p:custDataLst>
          </p:nvPr>
        </p:nvSpPr>
        <p:spPr>
          <a:xfrm>
            <a:off x="771525" y="49434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904875" y="4805363"/>
            <a:ext cx="344596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请求发起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：向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Server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发起能力调用请求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10"/>
            </p:custDataLst>
          </p:nvPr>
        </p:nvSpPr>
        <p:spPr>
          <a:xfrm>
            <a:off x="771525" y="53625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904875" y="5224463"/>
            <a:ext cx="368029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协议封装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：按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协议格式封装请求数据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4" name="任意多边形 23"/>
          <p:cNvSpPr/>
          <p:nvPr>
            <p:custDataLst>
              <p:tags r:id="rId12"/>
            </p:custDataLst>
          </p:nvPr>
        </p:nvSpPr>
        <p:spPr>
          <a:xfrm>
            <a:off x="771525" y="57816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04875" y="5643563"/>
            <a:ext cx="344596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响应接收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：解析并处理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Server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返回结果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6" name="任意多边形 25"/>
          <p:cNvSpPr/>
          <p:nvPr>
            <p:custDataLst>
              <p:tags r:id="rId14"/>
            </p:custDataLst>
          </p:nvPr>
        </p:nvSpPr>
        <p:spPr>
          <a:xfrm>
            <a:off x="6195695" y="4248150"/>
            <a:ext cx="5419725" cy="2223770"/>
          </a:xfrm>
          <a:custGeom>
            <a:avLst/>
            <a:gdLst>
              <a:gd name="sw" fmla="*/ 1 w 8535"/>
              <a:gd name="sh" fmla="*/ 1 h 4305"/>
              <a:gd name="mins" fmla="min sw sh"/>
              <a:gd name="dsw" fmla="+- 0 sw mins"/>
              <a:gd name="dsh" fmla="+- 0 sh mins"/>
              <a:gd name="p0x0" fmla="*/ 390 w 8535"/>
              <a:gd name="p0y0" fmla="*/ 0 h 4305"/>
              <a:gd name="p0x1" fmla="*/ 8145 w 8535"/>
              <a:gd name="p0y1" fmla="*/ 0 h 4305"/>
              <a:gd name="p0x2" fmla="*/ 8360 w 8535"/>
              <a:gd name="p0y2" fmla="*/ 0 h 4305"/>
              <a:gd name="p0x3" fmla="*/ 8535 w 8535"/>
              <a:gd name="p0y3" fmla="*/ 174 h 4305"/>
              <a:gd name="p0x4" fmla="*/ 8535 w 8535"/>
              <a:gd name="p0y4" fmla="*/ 390 h 4305"/>
              <a:gd name="p0x5" fmla="*/ 8535 w 8535"/>
              <a:gd name="p0y5" fmla="*/ 3915 h 4305"/>
              <a:gd name="p0x6" fmla="*/ 8535 w 8535"/>
              <a:gd name="p0y6" fmla="*/ 4130 h 4305"/>
              <a:gd name="p0x7" fmla="*/ 8360 w 8535"/>
              <a:gd name="p0y7" fmla="*/ 4305 h 4305"/>
              <a:gd name="p0x8" fmla="*/ 8145 w 8535"/>
              <a:gd name="p0y8" fmla="*/ 4305 h 4305"/>
              <a:gd name="p0x9" fmla="*/ 390 w 8535"/>
              <a:gd name="p0y9" fmla="*/ 4305 h 4305"/>
              <a:gd name="p0x10" fmla="*/ 174 w 8535"/>
              <a:gd name="p0y10" fmla="*/ 4305 h 4305"/>
              <a:gd name="p0x11" fmla="*/ 0 w 8535"/>
              <a:gd name="p0y11" fmla="*/ 4130 h 4305"/>
              <a:gd name="p0x12" fmla="*/ 0 w 8535"/>
              <a:gd name="p0y12" fmla="*/ 3915 h 4305"/>
              <a:gd name="p0x13" fmla="*/ 0 w 8535"/>
              <a:gd name="p0y13" fmla="*/ 390 h 4305"/>
              <a:gd name="p0x14" fmla="*/ 0 w 8535"/>
              <a:gd name="p0y14" fmla="*/ 174 h 4305"/>
              <a:gd name="p0x15" fmla="*/ 174 w 8535"/>
              <a:gd name="p0y15" fmla="*/ 0 h 4305"/>
              <a:gd name="p0x16" fmla="*/ 390 w 8535"/>
              <a:gd name="p0y16" fmla="*/ 0 h 43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15"/>
            </p:custDataLst>
          </p:nvPr>
        </p:nvSpPr>
        <p:spPr>
          <a:xfrm>
            <a:off x="6391275" y="42481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6490970" y="4328795"/>
            <a:ext cx="219075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6924675" y="4281488"/>
            <a:ext cx="109053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423"/>
                </a:solidFill>
              </a:rPr>
              <a:t>Server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30" name="任意多边形 29"/>
          <p:cNvSpPr/>
          <p:nvPr>
            <p:custDataLst>
              <p:tags r:id="rId20"/>
            </p:custDataLst>
          </p:nvPr>
        </p:nvSpPr>
        <p:spPr>
          <a:xfrm>
            <a:off x="6391275" y="49434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1"/>
            </p:custDataLst>
          </p:nvPr>
        </p:nvSpPr>
        <p:spPr>
          <a:xfrm>
            <a:off x="6524625" y="4805363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服务暴露</a:t>
            </a:r>
            <a:r>
              <a:rPr sz="1500">
                <a:solidFill>
                  <a:srgbClr val="4B5553"/>
                </a:solidFill>
              </a:rPr>
              <a:t>：对外暴露可调用能力接口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32" name="任意多边形 31"/>
          <p:cNvSpPr/>
          <p:nvPr>
            <p:custDataLst>
              <p:tags r:id="rId22"/>
            </p:custDataLst>
          </p:nvPr>
        </p:nvSpPr>
        <p:spPr>
          <a:xfrm>
            <a:off x="6391275" y="53625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3"/>
            </p:custDataLst>
          </p:nvPr>
        </p:nvSpPr>
        <p:spPr>
          <a:xfrm>
            <a:off x="6524625" y="5224463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工具注册</a:t>
            </a:r>
            <a:r>
              <a:rPr sz="1500">
                <a:solidFill>
                  <a:srgbClr val="4B5553"/>
                </a:solidFill>
              </a:rPr>
              <a:t>：注册并描述可用工具集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34" name="任意多边形 33"/>
          <p:cNvSpPr/>
          <p:nvPr>
            <p:custDataLst>
              <p:tags r:id="rId24"/>
            </p:custDataLst>
          </p:nvPr>
        </p:nvSpPr>
        <p:spPr>
          <a:xfrm>
            <a:off x="6391275" y="57816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5"/>
            </p:custDataLst>
          </p:nvPr>
        </p:nvSpPr>
        <p:spPr>
          <a:xfrm>
            <a:off x="6524625" y="5643563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执行响应</a:t>
            </a:r>
            <a:r>
              <a:rPr sz="1500">
                <a:solidFill>
                  <a:srgbClr val="4B5553"/>
                </a:solidFill>
              </a:rPr>
              <a:t>：接收请求并返回执行结果</a:t>
            </a:r>
            <a:endParaRPr sz="1500">
              <a:solidFill>
                <a:srgbClr val="4B5553"/>
              </a:solidFill>
            </a:endParaRPr>
          </a:p>
        </p:txBody>
      </p:sp>
      <p:pic>
        <p:nvPicPr>
          <p:cNvPr id="2" name="图片 9" descr="图1-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41408" y="770890"/>
            <a:ext cx="4733925" cy="3333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2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1.1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基本概念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特性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8307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857250" y="191135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882169"/>
            <a:ext cx="18192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1F2423"/>
                </a:solidFill>
                <a:cs typeface="汉仪古隶简" charset="0"/>
              </a:rPr>
              <a:t>AI</a:t>
            </a:r>
            <a:r>
              <a:rPr lang="zh-CN" b="1">
                <a:solidFill>
                  <a:srgbClr val="1F2423"/>
                </a:solidFill>
                <a:cs typeface="汉仪古隶简" charset="0"/>
              </a:rPr>
              <a:t>应用能力提升</a:t>
            </a:r>
            <a:endParaRPr lang="zh-CN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386994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增强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应用能力，便捷实现复杂工作流和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 Agent</a:t>
            </a:r>
            <a:endParaRPr lang="en-US" alt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3351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530090" y="18307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615815" y="1911350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5064099" y="1882169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动态工具发现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530699" y="2386994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自声明协议，运行时发现并调用工具，实现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"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即插即用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"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式扩展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80943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8289290" y="18307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389620" y="1911350"/>
            <a:ext cx="21907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8823274" y="188216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互操作性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8289874" y="2386994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多语言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SDK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，一次开发多端复用，避免重复开发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46310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5653" r="-5653"/>
          <a:stretch>
            <a:fillRect/>
          </a:stretch>
        </p:blipFill>
        <p:spPr>
          <a:xfrm>
            <a:off x="840105" y="4711700"/>
            <a:ext cx="281305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304925" y="4682518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解耦模型与工具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71525" y="5187343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与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机制分离，支持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Function-Calling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即可协调外部工具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43351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4530090" y="46310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615815" y="4711700"/>
            <a:ext cx="247650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5064099" y="4682518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有效降低整体成本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4530699" y="5187343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标准化协议解决技术碎片化，减少系统集成成本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80943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8289290" y="46310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8389620" y="4711700"/>
            <a:ext cx="21907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8823274" y="4682518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拓展执行能力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8289874" y="5187343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支持远程服务和本地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，增强本地资源访问能力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4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F2423"/>
                </a:solidFill>
                <a:cs typeface="汉仪古隶简" charset="0"/>
              </a:rPr>
              <a:t>1.2 </a:t>
            </a:r>
            <a:r>
              <a:rPr lang="zh-CN" sz="3000" b="1">
                <a:solidFill>
                  <a:srgbClr val="1F2423"/>
                </a:solidFill>
                <a:cs typeface="汉仪古隶简" charset="0"/>
              </a:rPr>
              <a:t>技术应用场景</a:t>
            </a:r>
            <a:endParaRPr 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800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871220" y="1880870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8268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服务器资源访问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357438"/>
            <a:ext cx="31305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标准化开放服务器数据，实现文件、数据库等资源读写操作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3351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530090" y="1800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4585335" y="1880870"/>
            <a:ext cx="30924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5064099" y="18268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大模型调用工具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530699" y="2357438"/>
            <a:ext cx="31305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规范化工具调用过程，封装技术细节便于使用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80943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8289290" y="1800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66" t="-10303" r="-2366" b="-10303"/>
          <a:stretch>
            <a:fillRect/>
          </a:stretch>
        </p:blipFill>
        <p:spPr>
          <a:xfrm>
            <a:off x="8344535" y="1880870"/>
            <a:ext cx="30924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8823274" y="1826895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多智能体协作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8289874" y="2357438"/>
            <a:ext cx="31305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统一交互协议，整合多种角色智能体协同完成任务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4600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4681220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304925" y="462724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多模型协作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71525" y="5157788"/>
            <a:ext cx="31305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简化多模态模型工作流配置，确保信息准确高效传递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43351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4530090" y="4600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4630420" y="4681220"/>
            <a:ext cx="219075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5064099" y="4460558"/>
            <a:ext cx="259712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可重复使用的提示词模板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4530699" y="5281613"/>
            <a:ext cx="31305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服务端生成完整提示词，提高开发效率，保证输出稳定性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80943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390 w 5544"/>
              <a:gd name="p0y0" fmla="*/ 0 h 4035"/>
              <a:gd name="p0x1" fmla="*/ 5154 w 5544"/>
              <a:gd name="p0y1" fmla="*/ 0 h 4035"/>
              <a:gd name="p0x2" fmla="*/ 5370 w 5544"/>
              <a:gd name="p0y2" fmla="*/ 0 h 4035"/>
              <a:gd name="p0x3" fmla="*/ 5544 w 5544"/>
              <a:gd name="p0y3" fmla="*/ 174 h 4035"/>
              <a:gd name="p0x4" fmla="*/ 5544 w 5544"/>
              <a:gd name="p0y4" fmla="*/ 390 h 4035"/>
              <a:gd name="p0x5" fmla="*/ 5544 w 5544"/>
              <a:gd name="p0y5" fmla="*/ 3645 h 4035"/>
              <a:gd name="p0x6" fmla="*/ 5544 w 5544"/>
              <a:gd name="p0y6" fmla="*/ 3860 h 4035"/>
              <a:gd name="p0x7" fmla="*/ 5370 w 5544"/>
              <a:gd name="p0y7" fmla="*/ 4035 h 4035"/>
              <a:gd name="p0x8" fmla="*/ 5154 w 5544"/>
              <a:gd name="p0y8" fmla="*/ 4035 h 4035"/>
              <a:gd name="p0x9" fmla="*/ 390 w 5544"/>
              <a:gd name="p0y9" fmla="*/ 4035 h 4035"/>
              <a:gd name="p0x10" fmla="*/ 174 w 5544"/>
              <a:gd name="p0y10" fmla="*/ 4035 h 4035"/>
              <a:gd name="p0x11" fmla="*/ 0 w 5544"/>
              <a:gd name="p0y11" fmla="*/ 3860 h 4035"/>
              <a:gd name="p0x12" fmla="*/ 0 w 5544"/>
              <a:gd name="p0y12" fmla="*/ 3645 h 4035"/>
              <a:gd name="p0x13" fmla="*/ 0 w 5544"/>
              <a:gd name="p0y13" fmla="*/ 390 h 4035"/>
              <a:gd name="p0x14" fmla="*/ 0 w 5544"/>
              <a:gd name="p0y14" fmla="*/ 174 h 4035"/>
              <a:gd name="p0x15" fmla="*/ 174 w 5544"/>
              <a:gd name="p0y15" fmla="*/ 0 h 4035"/>
              <a:gd name="p0x16" fmla="*/ 39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8289290" y="43376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375015" y="4418330"/>
            <a:ext cx="247650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8823274" y="4197725"/>
            <a:ext cx="259712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服务端主动调用客户端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8289290" y="51034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8423224" y="4979727"/>
            <a:ext cx="2997175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 b="1">
                <a:solidFill>
                  <a:srgbClr val="1F2423"/>
                </a:solidFill>
                <a:cs typeface="汉仪古隶简" charset="0"/>
              </a:rPr>
              <a:t>启发（</a:t>
            </a:r>
            <a:r>
              <a:rPr lang="en-US" altLang="zh-CN" sz="1350" b="1">
                <a:solidFill>
                  <a:srgbClr val="1F2423"/>
                </a:solidFill>
                <a:cs typeface="汉仪古隶简" charset="0"/>
              </a:rPr>
              <a:t>Elicitation</a:t>
            </a:r>
            <a:r>
              <a:rPr lang="zh-CN" altLang="en-US" sz="1350" b="1">
                <a:solidFill>
                  <a:srgbClr val="1F2423"/>
                </a:solidFill>
                <a:cs typeface="汉仪古隶简" charset="0"/>
              </a:rPr>
              <a:t>）：</a:t>
            </a:r>
            <a:r>
              <a:rPr sz="1350">
                <a:solidFill>
                  <a:srgbClr val="4B5553"/>
                </a:solidFill>
              </a:rPr>
              <a:t>服务器向用户请求附加信息，实现动态工作流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8289290" y="57277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6"/>
            </p:custDataLst>
          </p:nvPr>
        </p:nvSpPr>
        <p:spPr>
          <a:xfrm>
            <a:off x="8423224" y="5604510"/>
            <a:ext cx="301913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 b="1" spc="-20">
                <a:solidFill>
                  <a:srgbClr val="1F2423"/>
                </a:solidFill>
                <a:cs typeface="汉仪古隶简" charset="0"/>
              </a:rPr>
              <a:t>采样（</a:t>
            </a:r>
            <a:r>
              <a:rPr lang="en-US" altLang="zh-CN" sz="1350" b="1" spc="-20">
                <a:solidFill>
                  <a:srgbClr val="1F2423"/>
                </a:solidFill>
                <a:cs typeface="汉仪古隶简" charset="0"/>
              </a:rPr>
              <a:t>Sampling</a:t>
            </a:r>
            <a:r>
              <a:rPr lang="zh-CN" altLang="en-US" sz="1350" b="1" spc="-20">
                <a:solidFill>
                  <a:srgbClr val="1F2423"/>
                </a:solidFill>
                <a:cs typeface="汉仪古隶简" charset="0"/>
              </a:rPr>
              <a:t>）：</a:t>
            </a:r>
            <a:r>
              <a:rPr lang="zh-CN" altLang="en-US" sz="1350" spc="-20">
                <a:solidFill>
                  <a:srgbClr val="4B5553"/>
                </a:solidFill>
                <a:cs typeface="汉仪古隶简" charset="0"/>
              </a:rPr>
              <a:t>服务器通过客户端请求</a:t>
            </a:r>
            <a:r>
              <a:rPr lang="en-US" altLang="zh-CN" sz="1350" spc="-2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350" spc="-20">
                <a:solidFill>
                  <a:srgbClr val="4B5553"/>
                </a:solidFill>
                <a:cs typeface="汉仪古隶简" charset="0"/>
              </a:rPr>
              <a:t>获取结果，实现复杂代理行为</a:t>
            </a:r>
            <a:endParaRPr lang="zh-CN" altLang="en-US" sz="1350" spc="-2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4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发展历程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MCP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标准发展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390 w 4970"/>
              <a:gd name="p0y0" fmla="*/ 0 h 8445"/>
              <a:gd name="p0x1" fmla="*/ 4580 w 4970"/>
              <a:gd name="p0y1" fmla="*/ 0 h 8445"/>
              <a:gd name="p0x2" fmla="*/ 4796 w 4970"/>
              <a:gd name="p0y2" fmla="*/ 0 h 8445"/>
              <a:gd name="p0x3" fmla="*/ 4970 w 4970"/>
              <a:gd name="p0y3" fmla="*/ 174 h 8445"/>
              <a:gd name="p0x4" fmla="*/ 4970 w 4970"/>
              <a:gd name="p0y4" fmla="*/ 390 h 8445"/>
              <a:gd name="p0x5" fmla="*/ 4970 w 4970"/>
              <a:gd name="p0y5" fmla="*/ 8055 h 8445"/>
              <a:gd name="p0x6" fmla="*/ 4970 w 4970"/>
              <a:gd name="p0y6" fmla="*/ 8270 h 8445"/>
              <a:gd name="p0x7" fmla="*/ 4796 w 4970"/>
              <a:gd name="p0y7" fmla="*/ 8445 h 8445"/>
              <a:gd name="p0x8" fmla="*/ 4580 w 4970"/>
              <a:gd name="p0y8" fmla="*/ 8445 h 8445"/>
              <a:gd name="p0x9" fmla="*/ 390 w 4970"/>
              <a:gd name="p0y9" fmla="*/ 8445 h 8445"/>
              <a:gd name="p0x10" fmla="*/ 174 w 4970"/>
              <a:gd name="p0y10" fmla="*/ 8445 h 8445"/>
              <a:gd name="p0x11" fmla="*/ 0 w 4970"/>
              <a:gd name="p0y11" fmla="*/ 8270 h 8445"/>
              <a:gd name="p0x12" fmla="*/ 0 w 4970"/>
              <a:gd name="p0y12" fmla="*/ 8055 h 8445"/>
              <a:gd name="p0x13" fmla="*/ 0 w 4970"/>
              <a:gd name="p0y13" fmla="*/ 390 h 8445"/>
              <a:gd name="p0x14" fmla="*/ 0 w 4970"/>
              <a:gd name="p0y14" fmla="*/ 174 h 8445"/>
              <a:gd name="p0x15" fmla="*/ 174 w 4970"/>
              <a:gd name="p0y15" fmla="*/ 0 h 8445"/>
              <a:gd name="p0x16" fmla="*/ 39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66275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5380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259" t="-9123" r="-4259" b="-9123"/>
          <a:stretch>
            <a:fillRect/>
          </a:stretch>
        </p:blipFill>
        <p:spPr>
          <a:xfrm>
            <a:off x="849630" y="2600325"/>
            <a:ext cx="186055" cy="2139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28725" y="2609926"/>
            <a:ext cx="115401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1F2423"/>
                </a:solidFill>
              </a:rPr>
              <a:t>2024-11-05</a:t>
            </a:r>
            <a:endParaRPr sz="1200" spc="72">
              <a:solidFill>
                <a:srgbClr val="1F2423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3017596"/>
            <a:ext cx="276604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第一版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771525" y="363283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895350" y="3504324"/>
            <a:ext cx="26422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Anthropic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团队制定，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David Soria Parra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主导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425767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895350" y="4129106"/>
            <a:ext cx="206960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发布内容：多种语言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SDK</a:t>
            </a:r>
            <a:endParaRPr lang="en-US" alt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771525" y="460756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895350" y="4479598"/>
            <a:ext cx="26422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Claude Desktop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本地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支持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390 w 5801"/>
              <a:gd name="p0y0" fmla="*/ 0 h 8445"/>
              <a:gd name="p0x1" fmla="*/ 5411 w 5801"/>
              <a:gd name="p0y1" fmla="*/ 0 h 8445"/>
              <a:gd name="p0x2" fmla="*/ 5627 w 5801"/>
              <a:gd name="p0y2" fmla="*/ 0 h 8445"/>
              <a:gd name="p0x3" fmla="*/ 5801 w 5801"/>
              <a:gd name="p0y3" fmla="*/ 174 h 8445"/>
              <a:gd name="p0x4" fmla="*/ 5801 w 5801"/>
              <a:gd name="p0y4" fmla="*/ 390 h 8445"/>
              <a:gd name="p0x5" fmla="*/ 5801 w 5801"/>
              <a:gd name="p0y5" fmla="*/ 8055 h 8445"/>
              <a:gd name="p0x6" fmla="*/ 5801 w 5801"/>
              <a:gd name="p0y6" fmla="*/ 8270 h 8445"/>
              <a:gd name="p0x7" fmla="*/ 5627 w 5801"/>
              <a:gd name="p0y7" fmla="*/ 8445 h 8445"/>
              <a:gd name="p0x8" fmla="*/ 5411 w 5801"/>
              <a:gd name="p0y8" fmla="*/ 8445 h 8445"/>
              <a:gd name="p0x9" fmla="*/ 390 w 5801"/>
              <a:gd name="p0y9" fmla="*/ 8445 h 8445"/>
              <a:gd name="p0x10" fmla="*/ 174 w 5801"/>
              <a:gd name="p0y10" fmla="*/ 8445 h 8445"/>
              <a:gd name="p0x11" fmla="*/ 0 w 5801"/>
              <a:gd name="p0y11" fmla="*/ 8270 h 8445"/>
              <a:gd name="p0x12" fmla="*/ 0 w 5801"/>
              <a:gd name="p0y12" fmla="*/ 8055 h 8445"/>
              <a:gd name="p0x13" fmla="*/ 0 w 5801"/>
              <a:gd name="p0y13" fmla="*/ 390 h 8445"/>
              <a:gd name="p0x14" fmla="*/ 0 w 5801"/>
              <a:gd name="p0y14" fmla="*/ 174 h 8445"/>
              <a:gd name="p0x15" fmla="*/ 174 w 5801"/>
              <a:gd name="p0y15" fmla="*/ 0 h 8445"/>
              <a:gd name="p0x16" fmla="*/ 39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4184650" y="23094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5067" t="-6167" r="-5067" b="-6167"/>
          <a:stretch>
            <a:fillRect/>
          </a:stretch>
        </p:blipFill>
        <p:spPr>
          <a:xfrm>
            <a:off x="4225290" y="2371725"/>
            <a:ext cx="262255" cy="2139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4642466" y="2381250"/>
            <a:ext cx="115401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327877"/>
                </a:solidFill>
              </a:rPr>
              <a:t>2025-03-26</a:t>
            </a:r>
            <a:endParaRPr sz="1200" spc="72">
              <a:solidFill>
                <a:srgbClr val="327877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4185266" y="2788920"/>
            <a:ext cx="32937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第二版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4184650" y="3414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318616" y="3276600"/>
            <a:ext cx="316036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添加基于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OAuth 2.1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的授权框架，引入身份验证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4184650" y="41001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4318616" y="3962400"/>
            <a:ext cx="316036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使用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Streamable-HTTP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传输通道取代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HTTP+SSE</a:t>
            </a:r>
            <a:endParaRPr lang="en-US" altLang="zh-CN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4184650" y="47859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4318616" y="4648200"/>
            <a:ext cx="316036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增强进度通知描述能力，支持音频数据和参数自动完成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390 w 5801"/>
              <a:gd name="p0y0" fmla="*/ 0 h 8445"/>
              <a:gd name="p0x1" fmla="*/ 5411 w 5801"/>
              <a:gd name="p0y1" fmla="*/ 0 h 8445"/>
              <a:gd name="p0x2" fmla="*/ 5627 w 5801"/>
              <a:gd name="p0y2" fmla="*/ 0 h 8445"/>
              <a:gd name="p0x3" fmla="*/ 5801 w 5801"/>
              <a:gd name="p0y3" fmla="*/ 174 h 8445"/>
              <a:gd name="p0x4" fmla="*/ 5801 w 5801"/>
              <a:gd name="p0y4" fmla="*/ 390 h 8445"/>
              <a:gd name="p0x5" fmla="*/ 5801 w 5801"/>
              <a:gd name="p0y5" fmla="*/ 8055 h 8445"/>
              <a:gd name="p0x6" fmla="*/ 5801 w 5801"/>
              <a:gd name="p0y6" fmla="*/ 8270 h 8445"/>
              <a:gd name="p0x7" fmla="*/ 5627 w 5801"/>
              <a:gd name="p0y7" fmla="*/ 8445 h 8445"/>
              <a:gd name="p0x8" fmla="*/ 5411 w 5801"/>
              <a:gd name="p0y8" fmla="*/ 8445 h 8445"/>
              <a:gd name="p0x9" fmla="*/ 390 w 5801"/>
              <a:gd name="p0y9" fmla="*/ 8445 h 8445"/>
              <a:gd name="p0x10" fmla="*/ 174 w 5801"/>
              <a:gd name="p0y10" fmla="*/ 8445 h 8445"/>
              <a:gd name="p0x11" fmla="*/ 0 w 5801"/>
              <a:gd name="p0y11" fmla="*/ 8270 h 8445"/>
              <a:gd name="p0x12" fmla="*/ 0 w 5801"/>
              <a:gd name="p0y12" fmla="*/ 8055 h 8445"/>
              <a:gd name="p0x13" fmla="*/ 0 w 5801"/>
              <a:gd name="p0y13" fmla="*/ 390 h 8445"/>
              <a:gd name="p0x14" fmla="*/ 0 w 5801"/>
              <a:gd name="p0y14" fmla="*/ 174 h 8445"/>
              <a:gd name="p0x15" fmla="*/ 174 w 5801"/>
              <a:gd name="p0y15" fmla="*/ 0 h 8445"/>
              <a:gd name="p0x16" fmla="*/ 39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9"/>
            </p:custDataLst>
          </p:nvPr>
        </p:nvSpPr>
        <p:spPr>
          <a:xfrm>
            <a:off x="8126095" y="2271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4259" t="-9123" r="-4259" b="-9123"/>
          <a:stretch>
            <a:fillRect/>
          </a:stretch>
        </p:blipFill>
        <p:spPr>
          <a:xfrm>
            <a:off x="8204835" y="2333625"/>
            <a:ext cx="186055" cy="21399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8583882" y="2343150"/>
            <a:ext cx="115401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FFFFF"/>
                </a:solidFill>
              </a:rPr>
              <a:t>2025-06-18</a:t>
            </a:r>
            <a:endParaRPr sz="1200" b="1" spc="72">
              <a:solidFill>
                <a:srgbClr val="FFFFFF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8126682" y="2750820"/>
            <a:ext cx="32937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</a:rPr>
              <a:t>第三版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8126095" y="33762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>
              <a:alpha val="9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8260032" y="3238500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95000"/>
                  </a:srgbClr>
                </a:solidFill>
              </a:rPr>
              <a:t>新增结构化工具输出和资源链接支持</a:t>
            </a:r>
            <a:endParaRPr sz="1500">
              <a:solidFill>
                <a:srgbClr val="FFFFFF">
                  <a:alpha val="95000"/>
                </a:srgbClr>
              </a:solidFill>
            </a:endParaRPr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8126095" y="37572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>
              <a:alpha val="9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8"/>
            </p:custDataLst>
          </p:nvPr>
        </p:nvSpPr>
        <p:spPr>
          <a:xfrm>
            <a:off x="8260032" y="3619500"/>
            <a:ext cx="258343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-42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引入启发（</a:t>
            </a:r>
            <a:r>
              <a:rPr lang="en-US" altLang="zh-CN" sz="1500" spc="-42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Elicitation</a:t>
            </a:r>
            <a:r>
              <a:rPr lang="zh-CN" altLang="en-US" sz="1500" spc="-42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）功能</a:t>
            </a:r>
            <a:endParaRPr lang="zh-CN" altLang="en-US" sz="1500" spc="-42">
              <a:solidFill>
                <a:srgbClr val="FFFFFF">
                  <a:alpha val="95000"/>
                </a:srgbClr>
              </a:solidFill>
              <a:cs typeface="汉仪古隶简" charset="0"/>
            </a:endParaRPr>
          </a:p>
        </p:txBody>
      </p:sp>
      <p:sp>
        <p:nvSpPr>
          <p:cNvPr id="35" name="任意多边形 34"/>
          <p:cNvSpPr/>
          <p:nvPr>
            <p:custDataLst>
              <p:tags r:id="rId39"/>
            </p:custDataLst>
          </p:nvPr>
        </p:nvSpPr>
        <p:spPr>
          <a:xfrm>
            <a:off x="8126095" y="41382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>
              <a:alpha val="9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8260032" y="4000500"/>
            <a:ext cx="316036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安全增强：</a:t>
            </a:r>
            <a:r>
              <a:rPr lang="en-US" altLang="zh-CN" sz="150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归类为</a:t>
            </a:r>
            <a:r>
              <a:rPr lang="en-US" altLang="zh-CN" sz="150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OAuth resource server</a:t>
            </a:r>
            <a:endParaRPr lang="en-US" altLang="zh-CN" sz="1500">
              <a:solidFill>
                <a:srgbClr val="FFFFFF">
                  <a:alpha val="95000"/>
                </a:srgbClr>
              </a:solidFill>
              <a:cs typeface="汉仪古隶简" charset="0"/>
            </a:endParaRPr>
          </a:p>
        </p:txBody>
      </p:sp>
      <p:sp>
        <p:nvSpPr>
          <p:cNvPr id="37" name="任意多边形 36"/>
          <p:cNvSpPr/>
          <p:nvPr>
            <p:custDataLst>
              <p:tags r:id="rId41"/>
            </p:custDataLst>
          </p:nvPr>
        </p:nvSpPr>
        <p:spPr>
          <a:xfrm>
            <a:off x="8126095" y="48240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>
              <a:alpha val="9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8260032" y="4686300"/>
            <a:ext cx="316036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-45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协议调整：</a:t>
            </a:r>
            <a:r>
              <a:rPr lang="en-US" altLang="zh-CN" sz="1500" spc="-45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HTTP</a:t>
            </a:r>
            <a:r>
              <a:rPr lang="zh-CN" altLang="en-US" sz="1500" spc="-45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请求需通过</a:t>
            </a:r>
            <a:r>
              <a:rPr lang="en-US" altLang="zh-CN" sz="1500" spc="-45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MCP-Protocol-Version</a:t>
            </a:r>
            <a:r>
              <a:rPr lang="zh-CN" altLang="en-US" sz="1500" spc="-45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标头指定协议版本</a:t>
            </a:r>
            <a:endParaRPr lang="zh-CN" altLang="en-US" sz="1500" spc="-45">
              <a:solidFill>
                <a:srgbClr val="FFFFFF">
                  <a:alpha val="95000"/>
                </a:srgbClr>
              </a:solidFill>
              <a:cs typeface="汉仪古隶简" charset="0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发展历程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MCP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生态形成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390 w 4065"/>
              <a:gd name="p0y0" fmla="*/ 0 h 8445"/>
              <a:gd name="p0x1" fmla="*/ 3675 w 4065"/>
              <a:gd name="p0y1" fmla="*/ 0 h 8445"/>
              <a:gd name="p0x2" fmla="*/ 3890 w 4065"/>
              <a:gd name="p0y2" fmla="*/ 0 h 8445"/>
              <a:gd name="p0x3" fmla="*/ 4065 w 4065"/>
              <a:gd name="p0y3" fmla="*/ 174 h 8445"/>
              <a:gd name="p0x4" fmla="*/ 4065 w 4065"/>
              <a:gd name="p0y4" fmla="*/ 390 h 8445"/>
              <a:gd name="p0x5" fmla="*/ 4065 w 4065"/>
              <a:gd name="p0y5" fmla="*/ 8055 h 8445"/>
              <a:gd name="p0x6" fmla="*/ 4065 w 4065"/>
              <a:gd name="p0y6" fmla="*/ 8270 h 8445"/>
              <a:gd name="p0x7" fmla="*/ 3890 w 4065"/>
              <a:gd name="p0y7" fmla="*/ 8445 h 8445"/>
              <a:gd name="p0x8" fmla="*/ 3675 w 4065"/>
              <a:gd name="p0y8" fmla="*/ 8445 h 8445"/>
              <a:gd name="p0x9" fmla="*/ 390 w 4065"/>
              <a:gd name="p0y9" fmla="*/ 8445 h 8445"/>
              <a:gd name="p0x10" fmla="*/ 174 w 4065"/>
              <a:gd name="p0y10" fmla="*/ 8445 h 8445"/>
              <a:gd name="p0x11" fmla="*/ 0 w 4065"/>
              <a:gd name="p0y11" fmla="*/ 8270 h 8445"/>
              <a:gd name="p0x12" fmla="*/ 0 w 4065"/>
              <a:gd name="p0y12" fmla="*/ 8055 h 8445"/>
              <a:gd name="p0x13" fmla="*/ 0 w 4065"/>
              <a:gd name="p0y13" fmla="*/ 390 h 8445"/>
              <a:gd name="p0x14" fmla="*/ 0 w 4065"/>
              <a:gd name="p0y14" fmla="*/ 174 h 8445"/>
              <a:gd name="p0x15" fmla="*/ 174 w 4065"/>
              <a:gd name="p0y15" fmla="*/ 0 h 8445"/>
              <a:gd name="p0x16" fmla="*/ 39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618615" y="23856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619326" y="2459431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327877"/>
                </a:solidFill>
              </a:rPr>
              <a:t>1</a:t>
            </a:r>
            <a:endParaRPr sz="2400" b="1">
              <a:solidFill>
                <a:srgbClr val="327877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288704" y="2957589"/>
            <a:ext cx="11563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>
                <a:solidFill>
                  <a:srgbClr val="1F2423"/>
                </a:solidFill>
                <a:cs typeface="汉仪古隶简" charset="0"/>
              </a:rPr>
              <a:t>2024</a:t>
            </a:r>
            <a:r>
              <a:rPr lang="zh-CN" altLang="en-US" sz="1350">
                <a:solidFill>
                  <a:srgbClr val="1F2423"/>
                </a:solidFill>
                <a:cs typeface="汉仪古隶简" charset="0"/>
              </a:rPr>
              <a:t>年</a:t>
            </a:r>
            <a:r>
              <a:rPr lang="en-US" altLang="zh-CN" sz="1350">
                <a:solidFill>
                  <a:srgbClr val="1F2423"/>
                </a:solidFill>
                <a:cs typeface="汉仪古隶简" charset="0"/>
              </a:rPr>
              <a:t>11</a:t>
            </a:r>
            <a:r>
              <a:rPr lang="zh-CN" altLang="en-US" sz="1350">
                <a:solidFill>
                  <a:srgbClr val="1F2423"/>
                </a:solidFill>
                <a:cs typeface="汉仪古隶简" charset="0"/>
              </a:rPr>
              <a:t>月</a:t>
            </a:r>
            <a:endParaRPr lang="zh-CN" altLang="en-US" sz="13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066800" y="328429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起源与开源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1525" y="386143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895350" y="3732924"/>
            <a:ext cx="20669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4B5553"/>
                </a:solidFill>
                <a:cs typeface="汉仪古隶简" charset="0"/>
              </a:rPr>
              <a:t>Anthropic</a:t>
            </a:r>
            <a:r>
              <a:rPr lang="zh-CN" sz="1350">
                <a:solidFill>
                  <a:srgbClr val="4B5553"/>
                </a:solidFill>
                <a:cs typeface="汉仪古隶简" charset="0"/>
              </a:rPr>
              <a:t>提出并开源，吸引技术极客和开源社区</a:t>
            </a:r>
            <a:endParaRPr 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771525" y="448627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895350" y="4357706"/>
            <a:ext cx="20669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开发者构建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Slack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GitHub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等的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验证可行性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33953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390 w 4065"/>
              <a:gd name="p0y0" fmla="*/ 0 h 8445"/>
              <a:gd name="p0x1" fmla="*/ 3675 w 4065"/>
              <a:gd name="p0y1" fmla="*/ 0 h 8445"/>
              <a:gd name="p0x2" fmla="*/ 3890 w 4065"/>
              <a:gd name="p0y2" fmla="*/ 0 h 8445"/>
              <a:gd name="p0x3" fmla="*/ 4065 w 4065"/>
              <a:gd name="p0y3" fmla="*/ 174 h 8445"/>
              <a:gd name="p0x4" fmla="*/ 4065 w 4065"/>
              <a:gd name="p0y4" fmla="*/ 390 h 8445"/>
              <a:gd name="p0x5" fmla="*/ 4065 w 4065"/>
              <a:gd name="p0y5" fmla="*/ 8055 h 8445"/>
              <a:gd name="p0x6" fmla="*/ 4065 w 4065"/>
              <a:gd name="p0y6" fmla="*/ 8270 h 8445"/>
              <a:gd name="p0x7" fmla="*/ 3890 w 4065"/>
              <a:gd name="p0y7" fmla="*/ 8445 h 8445"/>
              <a:gd name="p0x8" fmla="*/ 3675 w 4065"/>
              <a:gd name="p0y8" fmla="*/ 8445 h 8445"/>
              <a:gd name="p0x9" fmla="*/ 390 w 4065"/>
              <a:gd name="p0y9" fmla="*/ 8445 h 8445"/>
              <a:gd name="p0x10" fmla="*/ 174 w 4065"/>
              <a:gd name="p0y10" fmla="*/ 8445 h 8445"/>
              <a:gd name="p0x11" fmla="*/ 0 w 4065"/>
              <a:gd name="p0y11" fmla="*/ 8270 h 8445"/>
              <a:gd name="p0x12" fmla="*/ 0 w 4065"/>
              <a:gd name="p0y12" fmla="*/ 8055 h 8445"/>
              <a:gd name="p0x13" fmla="*/ 0 w 4065"/>
              <a:gd name="p0y13" fmla="*/ 390 h 8445"/>
              <a:gd name="p0x14" fmla="*/ 0 w 4065"/>
              <a:gd name="p0y14" fmla="*/ 174 h 8445"/>
              <a:gd name="p0x15" fmla="*/ 174 w 4065"/>
              <a:gd name="p0y15" fmla="*/ 0 h 8445"/>
              <a:gd name="p0x16" fmla="*/ 39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4438015" y="252285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4438726" y="2596572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327877"/>
                </a:solidFill>
              </a:rPr>
              <a:t>2</a:t>
            </a:r>
            <a:endParaRPr sz="2400" b="1">
              <a:solidFill>
                <a:srgbClr val="327877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4215108" y="3094730"/>
            <a:ext cx="94230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350">
                <a:solidFill>
                  <a:srgbClr val="1F2423"/>
                </a:solidFill>
                <a:cs typeface="汉仪古隶简" charset="0"/>
              </a:rPr>
              <a:t>2025</a:t>
            </a:r>
            <a:r>
              <a:rPr lang="zh-CN" sz="1350">
                <a:solidFill>
                  <a:srgbClr val="1F2423"/>
                </a:solidFill>
                <a:cs typeface="汉仪古隶简" charset="0"/>
              </a:rPr>
              <a:t>年初</a:t>
            </a:r>
            <a:endParaRPr lang="zh-CN" sz="13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4019550" y="3421437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社区扩展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3590925" y="399859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3714750" y="3870065"/>
            <a:ext cx="20669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2025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年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2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月纽约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工程师峰会推动技术传播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3590925" y="46228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3714750" y="4494847"/>
            <a:ext cx="20669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开源项目涌现，主要服务于个人效率工具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62147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390 w 4065"/>
              <a:gd name="p0y0" fmla="*/ 0 h 8445"/>
              <a:gd name="p0x1" fmla="*/ 3675 w 4065"/>
              <a:gd name="p0y1" fmla="*/ 0 h 8445"/>
              <a:gd name="p0x2" fmla="*/ 3890 w 4065"/>
              <a:gd name="p0y2" fmla="*/ 0 h 8445"/>
              <a:gd name="p0x3" fmla="*/ 4065 w 4065"/>
              <a:gd name="p0y3" fmla="*/ 174 h 8445"/>
              <a:gd name="p0x4" fmla="*/ 4065 w 4065"/>
              <a:gd name="p0y4" fmla="*/ 390 h 8445"/>
              <a:gd name="p0x5" fmla="*/ 4065 w 4065"/>
              <a:gd name="p0y5" fmla="*/ 8055 h 8445"/>
              <a:gd name="p0x6" fmla="*/ 4065 w 4065"/>
              <a:gd name="p0y6" fmla="*/ 8270 h 8445"/>
              <a:gd name="p0x7" fmla="*/ 3890 w 4065"/>
              <a:gd name="p0y7" fmla="*/ 8445 h 8445"/>
              <a:gd name="p0x8" fmla="*/ 3675 w 4065"/>
              <a:gd name="p0y8" fmla="*/ 8445 h 8445"/>
              <a:gd name="p0x9" fmla="*/ 390 w 4065"/>
              <a:gd name="p0y9" fmla="*/ 8445 h 8445"/>
              <a:gd name="p0x10" fmla="*/ 174 w 4065"/>
              <a:gd name="p0y10" fmla="*/ 8445 h 8445"/>
              <a:gd name="p0x11" fmla="*/ 0 w 4065"/>
              <a:gd name="p0y11" fmla="*/ 8270 h 8445"/>
              <a:gd name="p0x12" fmla="*/ 0 w 4065"/>
              <a:gd name="p0y12" fmla="*/ 8055 h 8445"/>
              <a:gd name="p0x13" fmla="*/ 0 w 4065"/>
              <a:gd name="p0y13" fmla="*/ 390 h 8445"/>
              <a:gd name="p0x14" fmla="*/ 0 w 4065"/>
              <a:gd name="p0y14" fmla="*/ 174 h 8445"/>
              <a:gd name="p0x15" fmla="*/ 174 w 4065"/>
              <a:gd name="p0y15" fmla="*/ 0 h 8445"/>
              <a:gd name="p0x16" fmla="*/ 39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7257415" y="23780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7258126" y="2451916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327877"/>
                </a:solidFill>
              </a:rPr>
              <a:t>3</a:t>
            </a:r>
            <a:endParaRPr sz="2400" b="1">
              <a:solidFill>
                <a:srgbClr val="327877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981006" y="2950073"/>
            <a:ext cx="104931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>
                <a:solidFill>
                  <a:srgbClr val="1F2423"/>
                </a:solidFill>
                <a:cs typeface="汉仪古隶简" charset="0"/>
              </a:rPr>
              <a:t>2025</a:t>
            </a:r>
            <a:r>
              <a:rPr lang="zh-CN" altLang="en-US" sz="1350">
                <a:solidFill>
                  <a:srgbClr val="1F2423"/>
                </a:solidFill>
                <a:cs typeface="汉仪古隶简" charset="0"/>
              </a:rPr>
              <a:t>年</a:t>
            </a:r>
            <a:r>
              <a:rPr lang="en-US" altLang="zh-CN" sz="1350">
                <a:solidFill>
                  <a:srgbClr val="1F2423"/>
                </a:solidFill>
                <a:cs typeface="汉仪古隶简" charset="0"/>
              </a:rPr>
              <a:t>3</a:t>
            </a:r>
            <a:r>
              <a:rPr lang="zh-CN" altLang="en-US" sz="1350">
                <a:solidFill>
                  <a:srgbClr val="1F2423"/>
                </a:solidFill>
                <a:cs typeface="汉仪古隶简" charset="0"/>
              </a:rPr>
              <a:t>月</a:t>
            </a:r>
            <a:endParaRPr lang="zh-CN" altLang="en-US" sz="13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6838950" y="3238681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业界支持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27" name="任意多边形 26"/>
          <p:cNvSpPr/>
          <p:nvPr>
            <p:custDataLst>
              <p:tags r:id="rId25"/>
            </p:custDataLst>
          </p:nvPr>
        </p:nvSpPr>
        <p:spPr>
          <a:xfrm>
            <a:off x="6410325" y="376682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6524625" y="3653018"/>
            <a:ext cx="20764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200">
                <a:solidFill>
                  <a:srgbClr val="4B5553"/>
                </a:solidFill>
                <a:cs typeface="汉仪古隶简" charset="0"/>
              </a:rPr>
              <a:t>OpenAI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宣布</a:t>
            </a:r>
            <a:r>
              <a:rPr lang="en-US" altLang="zh-CN" sz="1200">
                <a:solidFill>
                  <a:srgbClr val="4B5553"/>
                </a:solidFill>
                <a:cs typeface="汉仪古隶简" charset="0"/>
              </a:rPr>
              <a:t>Agents SDK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支持</a:t>
            </a:r>
            <a:r>
              <a:rPr lang="en-US" altLang="zh-CN" sz="120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，成为行业标准</a:t>
            </a:r>
            <a:endParaRPr lang="zh-CN" altLang="en-US" sz="12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6410325" y="429260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6524625" y="4178684"/>
            <a:ext cx="20764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4B5553"/>
                </a:solidFill>
                <a:cs typeface="汉仪古隶简" charset="0"/>
              </a:rPr>
              <a:t>Google</a:t>
            </a:r>
            <a:r>
              <a:rPr lang="zh-CN" sz="1200">
                <a:solidFill>
                  <a:srgbClr val="4B5553"/>
                </a:solidFill>
                <a:cs typeface="汉仪古隶简" charset="0"/>
              </a:rPr>
              <a:t>、阿里云跟进，形成跨平台兼容性</a:t>
            </a:r>
            <a:endParaRPr lang="zh-CN" sz="12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6410325" y="481838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6524625" y="4704340"/>
            <a:ext cx="20764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开发者工具链普及：</a:t>
            </a:r>
            <a:r>
              <a:rPr lang="en-US" altLang="zh-CN" sz="1200">
                <a:solidFill>
                  <a:srgbClr val="4B5553"/>
                </a:solidFill>
                <a:cs typeface="汉仪古隶简" charset="0"/>
              </a:rPr>
              <a:t>Claude Code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200">
                <a:solidFill>
                  <a:srgbClr val="4B5553"/>
                </a:solidFill>
                <a:cs typeface="汉仪古隶简" charset="0"/>
              </a:rPr>
              <a:t>Dify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200">
                <a:solidFill>
                  <a:srgbClr val="4B5553"/>
                </a:solidFill>
                <a:cs typeface="汉仪古隶简" charset="0"/>
              </a:rPr>
              <a:t>VSCode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插件</a:t>
            </a:r>
            <a:endParaRPr lang="zh-CN" altLang="en-US" sz="12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90341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390 w 4065"/>
              <a:gd name="p0y0" fmla="*/ 0 h 8445"/>
              <a:gd name="p0x1" fmla="*/ 3675 w 4065"/>
              <a:gd name="p0y1" fmla="*/ 0 h 8445"/>
              <a:gd name="p0x2" fmla="*/ 3890 w 4065"/>
              <a:gd name="p0y2" fmla="*/ 0 h 8445"/>
              <a:gd name="p0x3" fmla="*/ 4065 w 4065"/>
              <a:gd name="p0y3" fmla="*/ 174 h 8445"/>
              <a:gd name="p0x4" fmla="*/ 4065 w 4065"/>
              <a:gd name="p0y4" fmla="*/ 390 h 8445"/>
              <a:gd name="p0x5" fmla="*/ 4065 w 4065"/>
              <a:gd name="p0y5" fmla="*/ 8055 h 8445"/>
              <a:gd name="p0x6" fmla="*/ 4065 w 4065"/>
              <a:gd name="p0y6" fmla="*/ 8270 h 8445"/>
              <a:gd name="p0x7" fmla="*/ 3890 w 4065"/>
              <a:gd name="p0y7" fmla="*/ 8445 h 8445"/>
              <a:gd name="p0x8" fmla="*/ 3675 w 4065"/>
              <a:gd name="p0y8" fmla="*/ 8445 h 8445"/>
              <a:gd name="p0x9" fmla="*/ 390 w 4065"/>
              <a:gd name="p0y9" fmla="*/ 8445 h 8445"/>
              <a:gd name="p0x10" fmla="*/ 174 w 4065"/>
              <a:gd name="p0y10" fmla="*/ 8445 h 8445"/>
              <a:gd name="p0x11" fmla="*/ 0 w 4065"/>
              <a:gd name="p0y11" fmla="*/ 8270 h 8445"/>
              <a:gd name="p0x12" fmla="*/ 0 w 4065"/>
              <a:gd name="p0y12" fmla="*/ 8055 h 8445"/>
              <a:gd name="p0x13" fmla="*/ 0 w 4065"/>
              <a:gd name="p0y13" fmla="*/ 390 h 8445"/>
              <a:gd name="p0x14" fmla="*/ 0 w 4065"/>
              <a:gd name="p0y14" fmla="*/ 174 h 8445"/>
              <a:gd name="p0x15" fmla="*/ 174 w 4065"/>
              <a:gd name="p0y15" fmla="*/ 0 h 8445"/>
              <a:gd name="p0x16" fmla="*/ 39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10076815" y="22485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10077526" y="2322281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327877"/>
                </a:solidFill>
              </a:rPr>
              <a:t>4</a:t>
            </a:r>
            <a:endParaRPr sz="2400" b="1">
              <a:solidFill>
                <a:srgbClr val="327877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9714681" y="2820438"/>
            <a:ext cx="122076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>
                <a:solidFill>
                  <a:srgbClr val="1F2423"/>
                </a:solidFill>
                <a:cs typeface="汉仪古隶简" charset="0"/>
              </a:rPr>
              <a:t>2025</a:t>
            </a:r>
            <a:r>
              <a:rPr lang="zh-CN" altLang="en-US" sz="1350">
                <a:solidFill>
                  <a:srgbClr val="1F2423"/>
                </a:solidFill>
                <a:cs typeface="汉仪古隶简" charset="0"/>
              </a:rPr>
              <a:t>年</a:t>
            </a:r>
            <a:r>
              <a:rPr lang="en-US" altLang="zh-CN" sz="1350">
                <a:solidFill>
                  <a:srgbClr val="1F2423"/>
                </a:solidFill>
                <a:cs typeface="汉仪古隶简" charset="0"/>
              </a:rPr>
              <a:t>4</a:t>
            </a:r>
            <a:r>
              <a:rPr lang="zh-CN" altLang="en-US" sz="1350">
                <a:solidFill>
                  <a:srgbClr val="1F2423"/>
                </a:solidFill>
                <a:cs typeface="汉仪古隶简" charset="0"/>
              </a:rPr>
              <a:t>月后</a:t>
            </a:r>
            <a:endParaRPr lang="zh-CN" altLang="en-US" sz="13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9658350" y="3147146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生态爆发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9229725" y="372427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9353550" y="3595773"/>
            <a:ext cx="20669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大量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推出，覆盖开发、生产力、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IoT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等领域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0" name="任意多边形 39"/>
          <p:cNvSpPr/>
          <p:nvPr>
            <p:custDataLst>
              <p:tags r:id="rId38"/>
            </p:custDataLst>
          </p:nvPr>
        </p:nvSpPr>
        <p:spPr>
          <a:xfrm>
            <a:off x="9229725" y="46228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9353550" y="4494847"/>
            <a:ext cx="20669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形成完整生态，得益于开放策略、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OpenAI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背书、社区快速迭代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4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1.4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横向对比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MCP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与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Function-Calling</a:t>
            </a:r>
            <a:endParaRPr lang="en-US" alt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499396" y="6111268"/>
            <a:ext cx="499623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 i="1">
                <a:solidFill>
                  <a:srgbClr val="76827F"/>
                </a:solidFill>
                <a:cs typeface="汉仪古隶简" charset="0"/>
              </a:rPr>
              <a:t>MCP</a:t>
            </a:r>
            <a:r>
              <a:rPr lang="zh-CN" altLang="en-US" sz="1350" i="1">
                <a:solidFill>
                  <a:srgbClr val="76827F"/>
                </a:solidFill>
                <a:cs typeface="汉仪古隶简" charset="0"/>
              </a:rPr>
              <a:t>不取代</a:t>
            </a:r>
            <a:r>
              <a:rPr lang="en-US" altLang="zh-CN" sz="1350" i="1">
                <a:solidFill>
                  <a:srgbClr val="76827F"/>
                </a:solidFill>
                <a:cs typeface="汉仪古隶简" charset="0"/>
              </a:rPr>
              <a:t>Function-Calling</a:t>
            </a:r>
            <a:r>
              <a:rPr lang="zh-CN" altLang="en-US" sz="1350" i="1">
                <a:solidFill>
                  <a:srgbClr val="76827F"/>
                </a:solidFill>
                <a:cs typeface="汉仪古隶简" charset="0"/>
              </a:rPr>
              <a:t>，而是提供更通用的标准化协议</a:t>
            </a:r>
            <a:endParaRPr lang="zh-CN" altLang="en-US" sz="1350" i="1">
              <a:solidFill>
                <a:srgbClr val="76827F"/>
              </a:solidFill>
              <a:cs typeface="汉仪古隶简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7185937" y="6111268"/>
            <a:ext cx="293883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 i="1">
                <a:solidFill>
                  <a:srgbClr val="76827F"/>
                </a:solidFill>
                <a:cs typeface="汉仪古隶简" charset="0"/>
              </a:rPr>
              <a:t>MCP</a:t>
            </a:r>
            <a:r>
              <a:rPr lang="zh-CN" altLang="en-US" sz="1350" i="1">
                <a:solidFill>
                  <a:srgbClr val="76827F"/>
                </a:solidFill>
                <a:cs typeface="汉仪古隶简" charset="0"/>
              </a:rPr>
              <a:t>实现增强版</a:t>
            </a:r>
            <a:r>
              <a:rPr lang="en-US" altLang="zh-CN" sz="1350" i="1">
                <a:solidFill>
                  <a:srgbClr val="76827F"/>
                </a:solidFill>
                <a:cs typeface="汉仪古隶简" charset="0"/>
              </a:rPr>
              <a:t>Function-Calling</a:t>
            </a:r>
            <a:endParaRPr lang="en-US" altLang="zh-CN" sz="1350" i="1">
              <a:solidFill>
                <a:srgbClr val="76827F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4842510" cy="4745355"/>
          </a:xfrm>
          <a:custGeom>
            <a:avLst/>
            <a:gdLst>
              <a:gd name="sw" fmla="*/ 1 w 7625"/>
              <a:gd name="sh" fmla="*/ 1 h 7473"/>
              <a:gd name="mins" fmla="min sw sh"/>
              <a:gd name="dsw" fmla="+- 0 sw mins"/>
              <a:gd name="dsh" fmla="+- 0 sh mins"/>
              <a:gd name="p0x0" fmla="*/ 390 w 7625"/>
              <a:gd name="p0y0" fmla="*/ 0 h 7473"/>
              <a:gd name="p0x1" fmla="*/ 7235 w 7625"/>
              <a:gd name="p0y1" fmla="*/ 0 h 7473"/>
              <a:gd name="p0x2" fmla="*/ 7451 w 7625"/>
              <a:gd name="p0y2" fmla="*/ 0 h 7473"/>
              <a:gd name="p0x3" fmla="*/ 7625 w 7625"/>
              <a:gd name="p0y3" fmla="*/ 174 h 7473"/>
              <a:gd name="p0x4" fmla="*/ 7625 w 7625"/>
              <a:gd name="p0y4" fmla="*/ 390 h 7473"/>
              <a:gd name="p0x5" fmla="*/ 7625 w 7625"/>
              <a:gd name="p0y5" fmla="*/ 7083 h 7473"/>
              <a:gd name="p0x6" fmla="*/ 7625 w 7625"/>
              <a:gd name="p0y6" fmla="*/ 7298 h 7473"/>
              <a:gd name="p0x7" fmla="*/ 7451 w 7625"/>
              <a:gd name="p0y7" fmla="*/ 7473 h 7473"/>
              <a:gd name="p0x8" fmla="*/ 7235 w 7625"/>
              <a:gd name="p0y8" fmla="*/ 7473 h 7473"/>
              <a:gd name="p0x9" fmla="*/ 390 w 7625"/>
              <a:gd name="p0y9" fmla="*/ 7473 h 7473"/>
              <a:gd name="p0x10" fmla="*/ 174 w 7625"/>
              <a:gd name="p0y10" fmla="*/ 7473 h 7473"/>
              <a:gd name="p0x11" fmla="*/ 0 w 7625"/>
              <a:gd name="p0y11" fmla="*/ 7298 h 7473"/>
              <a:gd name="p0x12" fmla="*/ 0 w 7625"/>
              <a:gd name="p0y12" fmla="*/ 7083 h 7473"/>
              <a:gd name="p0x13" fmla="*/ 0 w 7625"/>
              <a:gd name="p0y13" fmla="*/ 390 h 7473"/>
              <a:gd name="p0x14" fmla="*/ 0 w 7625"/>
              <a:gd name="p0y14" fmla="*/ 174 h 7473"/>
              <a:gd name="p0x15" fmla="*/ 174 w 7625"/>
              <a:gd name="p0y15" fmla="*/ 0 h 7473"/>
              <a:gd name="p0x16" fmla="*/ 390 w 7625"/>
              <a:gd name="p0y16" fmla="*/ 0 h 74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13855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1304925" y="1331595"/>
            <a:ext cx="288629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-40">
                <a:solidFill>
                  <a:srgbClr val="1F2423"/>
                </a:solidFill>
                <a:cs typeface="汉仪古隶简" charset="0"/>
              </a:rPr>
              <a:t>Function-Calling</a:t>
            </a:r>
            <a:r>
              <a:rPr lang="zh-CN" sz="2100" b="1" spc="-40">
                <a:solidFill>
                  <a:srgbClr val="1F2423"/>
                </a:solidFill>
                <a:cs typeface="汉仪古隶简" charset="0"/>
              </a:rPr>
              <a:t>机制</a:t>
            </a:r>
            <a:endParaRPr lang="zh-CN" sz="2100" b="1" spc="-4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>
            <a:off x="771525" y="30060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5000" t="-6333" r="-5000" b="-6333"/>
          <a:stretch>
            <a:fillRect/>
          </a:stretch>
        </p:blipFill>
        <p:spPr>
          <a:xfrm>
            <a:off x="838200" y="3067685"/>
            <a:ext cx="209550" cy="2146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1228725" y="2858472"/>
            <a:ext cx="39947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B5553"/>
                </a:solidFill>
                <a:cs typeface="汉仪古隶简" charset="0"/>
              </a:rPr>
              <a:t>OpenAI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于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2023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年推出，为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提供工具调用功能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5"/>
            </p:custDataLst>
          </p:nvPr>
        </p:nvSpPr>
        <p:spPr>
          <a:xfrm>
            <a:off x="771525" y="35966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4259" t="-1212" r="-4259" b="-1212"/>
          <a:stretch>
            <a:fillRect/>
          </a:stretch>
        </p:blipFill>
        <p:spPr>
          <a:xfrm>
            <a:off x="849630" y="3658235"/>
            <a:ext cx="186055" cy="2146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1228725" y="3601422"/>
            <a:ext cx="421176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根据用户请求动态选择并调用预定义函数</a:t>
            </a:r>
            <a:endParaRPr lang="zh-CN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20"/>
            </p:custDataLst>
          </p:nvPr>
        </p:nvSpPr>
        <p:spPr>
          <a:xfrm>
            <a:off x="771525" y="41871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083" t="-3651" r="-2083" b="-3651"/>
          <a:stretch>
            <a:fillRect/>
          </a:stretch>
        </p:blipFill>
        <p:spPr>
          <a:xfrm>
            <a:off x="823595" y="4248785"/>
            <a:ext cx="238125" cy="2146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4"/>
            </p:custDataLst>
          </p:nvPr>
        </p:nvSpPr>
        <p:spPr>
          <a:xfrm>
            <a:off x="1228725" y="4039572"/>
            <a:ext cx="39947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函数定义由客户端提供，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生成入参，客户端执行调用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25"/>
            </p:custDataLst>
          </p:nvPr>
        </p:nvSpPr>
        <p:spPr>
          <a:xfrm>
            <a:off x="5694680" y="1109345"/>
            <a:ext cx="5920740" cy="4745355"/>
          </a:xfrm>
          <a:custGeom>
            <a:avLst/>
            <a:gdLst>
              <a:gd name="sw" fmla="*/ 1 w 9324"/>
              <a:gd name="sh" fmla="*/ 1 h 7473"/>
              <a:gd name="mins" fmla="min sw sh"/>
              <a:gd name="dsw" fmla="+- 0 sw mins"/>
              <a:gd name="dsh" fmla="+- 0 sh mins"/>
              <a:gd name="p0x0" fmla="*/ 390 w 9324"/>
              <a:gd name="p0y0" fmla="*/ 0 h 7473"/>
              <a:gd name="p0x1" fmla="*/ 8934 w 9324"/>
              <a:gd name="p0y1" fmla="*/ 0 h 7473"/>
              <a:gd name="p0x2" fmla="*/ 9149 w 9324"/>
              <a:gd name="p0y2" fmla="*/ 0 h 7473"/>
              <a:gd name="p0x3" fmla="*/ 9324 w 9324"/>
              <a:gd name="p0y3" fmla="*/ 174 h 7473"/>
              <a:gd name="p0x4" fmla="*/ 9324 w 9324"/>
              <a:gd name="p0y4" fmla="*/ 390 h 7473"/>
              <a:gd name="p0x5" fmla="*/ 9324 w 9324"/>
              <a:gd name="p0y5" fmla="*/ 7083 h 7473"/>
              <a:gd name="p0x6" fmla="*/ 9324 w 9324"/>
              <a:gd name="p0y6" fmla="*/ 7298 h 7473"/>
              <a:gd name="p0x7" fmla="*/ 9149 w 9324"/>
              <a:gd name="p0y7" fmla="*/ 7473 h 7473"/>
              <a:gd name="p0x8" fmla="*/ 8934 w 9324"/>
              <a:gd name="p0y8" fmla="*/ 7473 h 7473"/>
              <a:gd name="p0x9" fmla="*/ 390 w 9324"/>
              <a:gd name="p0y9" fmla="*/ 7473 h 7473"/>
              <a:gd name="p0x10" fmla="*/ 174 w 9324"/>
              <a:gd name="p0y10" fmla="*/ 7473 h 7473"/>
              <a:gd name="p0x11" fmla="*/ 0 w 9324"/>
              <a:gd name="p0y11" fmla="*/ 7298 h 7473"/>
              <a:gd name="p0x12" fmla="*/ 0 w 9324"/>
              <a:gd name="p0y12" fmla="*/ 7083 h 7473"/>
              <a:gd name="p0x13" fmla="*/ 0 w 9324"/>
              <a:gd name="p0y13" fmla="*/ 390 h 7473"/>
              <a:gd name="p0x14" fmla="*/ 0 w 9324"/>
              <a:gd name="p0y14" fmla="*/ 174 h 7473"/>
              <a:gd name="p0x15" fmla="*/ 174 w 9324"/>
              <a:gd name="p0y15" fmla="*/ 0 h 7473"/>
              <a:gd name="p0x16" fmla="*/ 390 w 9324"/>
              <a:gd name="p0y16" fmla="*/ 0 h 74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6"/>
            </p:custDataLst>
          </p:nvPr>
        </p:nvSpPr>
        <p:spPr>
          <a:xfrm>
            <a:off x="58896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75350" y="1385570"/>
            <a:ext cx="247650" cy="2527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>
            <a:off x="6423641" y="1331595"/>
            <a:ext cx="248543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cs typeface="汉仪古隶简" charset="0"/>
              </a:rPr>
              <a:t>MCP</a:t>
            </a:r>
            <a:r>
              <a:rPr lang="zh-CN" sz="2100" b="1">
                <a:solidFill>
                  <a:srgbClr val="FFFFFF"/>
                </a:solidFill>
                <a:cs typeface="汉仪古隶简" charset="0"/>
              </a:rPr>
              <a:t>的增强与扩展</a:t>
            </a:r>
            <a:endParaRPr lang="zh-CN" sz="2100" b="1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31"/>
            </p:custDataLst>
          </p:nvPr>
        </p:nvSpPr>
        <p:spPr>
          <a:xfrm>
            <a:off x="5889625" y="28727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5956300" y="2934335"/>
            <a:ext cx="209550" cy="2146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5"/>
            </p:custDataLst>
          </p:nvPr>
        </p:nvSpPr>
        <p:spPr>
          <a:xfrm>
            <a:off x="6347441" y="2877522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</a:rPr>
              <a:t>运行时发现服务</a:t>
            </a:r>
            <a:r>
              <a:rPr sz="1500">
                <a:solidFill>
                  <a:srgbClr val="FFFFFF"/>
                </a:solidFill>
              </a:rPr>
              <a:t>：自动化手段替代客户端预定义函数列表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5" name="任意多边形 24"/>
          <p:cNvSpPr/>
          <p:nvPr>
            <p:custDataLst>
              <p:tags r:id="rId36"/>
            </p:custDataLst>
          </p:nvPr>
        </p:nvSpPr>
        <p:spPr>
          <a:xfrm>
            <a:off x="5889625" y="34632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5956300" y="3524885"/>
            <a:ext cx="209550" cy="2146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40"/>
            </p:custDataLst>
          </p:nvPr>
        </p:nvSpPr>
        <p:spPr>
          <a:xfrm>
            <a:off x="6347441" y="3315672"/>
            <a:ext cx="50730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</a:rPr>
              <a:t>统一标准</a:t>
            </a:r>
            <a:r>
              <a:rPr sz="1500">
                <a:solidFill>
                  <a:srgbClr val="FFFFFF"/>
                </a:solidFill>
              </a:rPr>
              <a:t>：跨厂商兼容协议抹平各厂商函数格式差异，支持平滑更换大模型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8" name="任意多边形 27"/>
          <p:cNvSpPr/>
          <p:nvPr>
            <p:custDataLst>
              <p:tags r:id="rId41"/>
            </p:custDataLst>
          </p:nvPr>
        </p:nvSpPr>
        <p:spPr>
          <a:xfrm>
            <a:off x="5889625" y="41871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5956300" y="4248785"/>
            <a:ext cx="209550" cy="2146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5"/>
            </p:custDataLst>
          </p:nvPr>
        </p:nvSpPr>
        <p:spPr>
          <a:xfrm>
            <a:off x="6347441" y="4039572"/>
            <a:ext cx="50730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</a:rPr>
              <a:t>细粒度访问控制</a:t>
            </a:r>
            <a:r>
              <a:rPr lang="zh-CN" sz="1500">
                <a:solidFill>
                  <a:srgbClr val="FFFFFF"/>
                </a:solidFill>
                <a:cs typeface="汉仪古隶简" charset="0"/>
              </a:rPr>
              <a:t>：</a:t>
            </a:r>
            <a:r>
              <a:rPr lang="en-US" altLang="zh-CN" sz="1500">
                <a:solidFill>
                  <a:srgbClr val="FFFFFF"/>
                </a:solidFill>
                <a:cs typeface="汉仪古隶简" charset="0"/>
              </a:rPr>
              <a:t>MCP Auth</a:t>
            </a:r>
            <a:r>
              <a:rPr lang="zh-CN" altLang="en-US" sz="1500">
                <a:solidFill>
                  <a:srgbClr val="FFFFFF"/>
                </a:solidFill>
                <a:cs typeface="汉仪古隶简" charset="0"/>
              </a:rPr>
              <a:t>提供细粒度访问控制，替代简单</a:t>
            </a:r>
            <a:r>
              <a:rPr lang="en-US" altLang="zh-CN" sz="1500">
                <a:solidFill>
                  <a:srgbClr val="FFFFFF"/>
                </a:solidFill>
                <a:cs typeface="汉仪古隶简" charset="0"/>
              </a:rPr>
              <a:t>API Key</a:t>
            </a:r>
            <a:r>
              <a:rPr lang="zh-CN" altLang="en-US" sz="1500">
                <a:solidFill>
                  <a:srgbClr val="FFFFFF"/>
                </a:solidFill>
                <a:cs typeface="汉仪古隶简" charset="0"/>
              </a:rPr>
              <a:t>鉴权，增强安全性</a:t>
            </a:r>
            <a:endParaRPr lang="zh-CN" altLang="en-US" sz="1500">
              <a:solidFill>
                <a:srgbClr val="FFFFFF"/>
              </a:solidFill>
              <a:cs typeface="汉仪古隶简" charset="0"/>
            </a:endParaRPr>
          </a:p>
        </p:txBody>
      </p:sp>
    </p:spTree>
    <p:custDataLst>
      <p:tags r:id="rId4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1.4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横向对比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MCP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与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A2A</a:t>
            </a:r>
            <a:endParaRPr lang="en-US" alt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>
            <a:off x="2060575" y="5981700"/>
            <a:ext cx="1333500" cy="381000"/>
          </a:xfrm>
          <a:custGeom>
            <a:avLst/>
            <a:gdLst>
              <a:gd name="sw" fmla="*/ 1 w 2100"/>
              <a:gd name="sh" fmla="*/ 1 h 600"/>
              <a:gd name="mins" fmla="min sw sh"/>
              <a:gd name="dsw" fmla="+- 0 sw mins"/>
              <a:gd name="dsh" fmla="+- 0 sh mins"/>
              <a:gd name="p0x0" fmla="*/ 300 w 2100"/>
              <a:gd name="p0y0" fmla="*/ 0 h 600"/>
              <a:gd name="p0x1" fmla="*/ 1800 w 2100"/>
              <a:gd name="p0y1" fmla="*/ 0 h 600"/>
              <a:gd name="p0x2" fmla="*/ 1965 w 2100"/>
              <a:gd name="p0y2" fmla="*/ 0 h 600"/>
              <a:gd name="p0x3" fmla="*/ 2100 w 2100"/>
              <a:gd name="p0y3" fmla="*/ 134 h 600"/>
              <a:gd name="p0x4" fmla="*/ 2100 w 2100"/>
              <a:gd name="p0y4" fmla="*/ 300 h 600"/>
              <a:gd name="p0x5" fmla="*/ 2100 w 2100"/>
              <a:gd name="p0y5" fmla="*/ 465 h 600"/>
              <a:gd name="p0x6" fmla="*/ 1965 w 2100"/>
              <a:gd name="p0y6" fmla="*/ 600 h 600"/>
              <a:gd name="p0x7" fmla="*/ 1800 w 2100"/>
              <a:gd name="p0y7" fmla="*/ 600 h 600"/>
              <a:gd name="p0x8" fmla="*/ 300 w 2100"/>
              <a:gd name="p0y8" fmla="*/ 600 h 600"/>
              <a:gd name="p0x9" fmla="*/ 134 w 2100"/>
              <a:gd name="p0y9" fmla="*/ 600 h 600"/>
              <a:gd name="p0x10" fmla="*/ 0 w 2100"/>
              <a:gd name="p0y10" fmla="*/ 465 h 600"/>
              <a:gd name="p0x11" fmla="*/ 0 w 2100"/>
              <a:gd name="p0y11" fmla="*/ 300 h 600"/>
              <a:gd name="p0x12" fmla="*/ 0 w 2100"/>
              <a:gd name="p0y12" fmla="*/ 134 h 600"/>
              <a:gd name="p0x13" fmla="*/ 134 w 2100"/>
              <a:gd name="p0y13" fmla="*/ 0 h 600"/>
              <a:gd name="p0x14" fmla="*/ 300 w 2100"/>
              <a:gd name="p0y14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2213524" y="6057900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1B4645"/>
                </a:solidFill>
              </a:rPr>
              <a:t>横向协作协议</a:t>
            </a:r>
            <a:endParaRPr sz="1350" b="1">
              <a:solidFill>
                <a:srgbClr val="1B4645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5151091" y="1088707"/>
            <a:ext cx="64694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altLang="en-US" sz="2100" b="1">
                <a:solidFill>
                  <a:srgbClr val="1F2423"/>
                </a:solidFill>
                <a:cs typeface="汉仪古隶简" charset="0"/>
              </a:rPr>
              <a:t>与</a:t>
            </a:r>
            <a:r>
              <a:rPr lang="en-US" altLang="zh-CN" sz="2100" b="1">
                <a:solidFill>
                  <a:srgbClr val="1F2423"/>
                </a:solidFill>
                <a:cs typeface="汉仪古隶简" charset="0"/>
              </a:rPr>
              <a:t>A2A</a:t>
            </a:r>
            <a:r>
              <a:rPr lang="zh-CN" altLang="en-US" sz="2100" b="1">
                <a:solidFill>
                  <a:srgbClr val="1F2423"/>
                </a:solidFill>
                <a:cs typeface="汉仪古隶简" charset="0"/>
              </a:rPr>
              <a:t>的互补关系</a:t>
            </a:r>
            <a:endParaRPr lang="zh-CN" altLang="en-US" sz="21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4303395" cy="4562475"/>
          </a:xfrm>
          <a:custGeom>
            <a:avLst/>
            <a:gdLst>
              <a:gd name="sw" fmla="*/ 1 w 6776"/>
              <a:gd name="sh" fmla="*/ 1 h 7185"/>
              <a:gd name="mins" fmla="min sw sh"/>
              <a:gd name="dsw" fmla="+- 0 sw mins"/>
              <a:gd name="dsh" fmla="+- 0 sh mins"/>
              <a:gd name="p0x0" fmla="*/ 390 w 6776"/>
              <a:gd name="p0y0" fmla="*/ 0 h 7185"/>
              <a:gd name="p0x1" fmla="*/ 6386 w 6776"/>
              <a:gd name="p0y1" fmla="*/ 0 h 7185"/>
              <a:gd name="p0x2" fmla="*/ 6602 w 6776"/>
              <a:gd name="p0y2" fmla="*/ 0 h 7185"/>
              <a:gd name="p0x3" fmla="*/ 6776 w 6776"/>
              <a:gd name="p0y3" fmla="*/ 174 h 7185"/>
              <a:gd name="p0x4" fmla="*/ 6776 w 6776"/>
              <a:gd name="p0y4" fmla="*/ 390 h 7185"/>
              <a:gd name="p0x5" fmla="*/ 6776 w 6776"/>
              <a:gd name="p0y5" fmla="*/ 6795 h 7185"/>
              <a:gd name="p0x6" fmla="*/ 6776 w 6776"/>
              <a:gd name="p0y6" fmla="*/ 7010 h 7185"/>
              <a:gd name="p0x7" fmla="*/ 6602 w 6776"/>
              <a:gd name="p0y7" fmla="*/ 7185 h 7185"/>
              <a:gd name="p0x8" fmla="*/ 6386 w 6776"/>
              <a:gd name="p0y8" fmla="*/ 7185 h 7185"/>
              <a:gd name="p0x9" fmla="*/ 390 w 6776"/>
              <a:gd name="p0y9" fmla="*/ 7185 h 7185"/>
              <a:gd name="p0x10" fmla="*/ 174 w 6776"/>
              <a:gd name="p0y10" fmla="*/ 7185 h 7185"/>
              <a:gd name="p0x11" fmla="*/ 0 w 6776"/>
              <a:gd name="p0y11" fmla="*/ 7010 h 7185"/>
              <a:gd name="p0x12" fmla="*/ 0 w 6776"/>
              <a:gd name="p0y12" fmla="*/ 6795 h 7185"/>
              <a:gd name="p0x13" fmla="*/ 0 w 6776"/>
              <a:gd name="p0y13" fmla="*/ 390 h 7185"/>
              <a:gd name="p0x14" fmla="*/ 0 w 6776"/>
              <a:gd name="p0y14" fmla="*/ 174 h 7185"/>
              <a:gd name="p0x15" fmla="*/ 174 w 6776"/>
              <a:gd name="p0y15" fmla="*/ 0 h 7185"/>
              <a:gd name="p0x16" fmla="*/ 390 w 6776"/>
              <a:gd name="p0y16" fmla="*/ 0 h 7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771525" y="22288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840105" y="2309495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1304925" y="2255520"/>
            <a:ext cx="275079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-40">
                <a:solidFill>
                  <a:srgbClr val="1F2423"/>
                </a:solidFill>
              </a:rPr>
              <a:t>A2A (Agent2Agent)</a:t>
            </a:r>
            <a:endParaRPr sz="2100" b="1" spc="-40">
              <a:solidFill>
                <a:srgbClr val="1F2423"/>
              </a:solidFill>
            </a:endParaRPr>
          </a:p>
        </p:txBody>
      </p:sp>
      <p:sp>
        <p:nvSpPr>
          <p:cNvPr id="8" name="任意多边形 7"/>
          <p:cNvSpPr/>
          <p:nvPr>
            <p:custDataLst>
              <p:tags r:id="rId11"/>
            </p:custDataLst>
          </p:nvPr>
        </p:nvSpPr>
        <p:spPr>
          <a:xfrm>
            <a:off x="771525" y="29241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904875" y="2786063"/>
            <a:ext cx="269959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b="1">
                <a:solidFill>
                  <a:srgbClr val="4B5553"/>
                </a:solidFill>
                <a:cs typeface="汉仪古隶简" charset="0"/>
              </a:rPr>
              <a:t>Google</a:t>
            </a:r>
            <a:r>
              <a:rPr lang="zh-CN" altLang="en-US" sz="1500" b="1">
                <a:solidFill>
                  <a:srgbClr val="4B5553"/>
                </a:solidFill>
                <a:cs typeface="汉仪古隶简" charset="0"/>
              </a:rPr>
              <a:t>于</a:t>
            </a:r>
            <a:r>
              <a:rPr lang="en-US" altLang="zh-CN" sz="1500" b="1">
                <a:solidFill>
                  <a:srgbClr val="4B5553"/>
                </a:solidFill>
                <a:cs typeface="汉仪古隶简" charset="0"/>
              </a:rPr>
              <a:t>2025</a:t>
            </a:r>
            <a:r>
              <a:rPr lang="zh-CN" altLang="en-US" sz="1500" b="1">
                <a:solidFill>
                  <a:srgbClr val="4B5553"/>
                </a:solidFill>
                <a:cs typeface="汉仪古隶简" charset="0"/>
              </a:rPr>
              <a:t>年</a:t>
            </a:r>
            <a:r>
              <a:rPr lang="en-US" altLang="zh-CN" sz="1500" b="1">
                <a:solidFill>
                  <a:srgbClr val="4B5553"/>
                </a:solidFill>
                <a:cs typeface="汉仪古隶简" charset="0"/>
              </a:rPr>
              <a:t>4</a:t>
            </a:r>
            <a:r>
              <a:rPr lang="zh-CN" altLang="en-US" sz="1500" b="1">
                <a:solidFill>
                  <a:srgbClr val="4B5553"/>
                </a:solidFill>
                <a:cs typeface="汉仪古隶简" charset="0"/>
              </a:rPr>
              <a:t>月</a:t>
            </a:r>
            <a:r>
              <a:rPr lang="en-US" altLang="zh-CN" sz="1500" b="1">
                <a:solidFill>
                  <a:srgbClr val="4B5553"/>
                </a:solidFill>
                <a:cs typeface="汉仪古隶简" charset="0"/>
              </a:rPr>
              <a:t>9</a:t>
            </a:r>
            <a:r>
              <a:rPr lang="zh-CN" altLang="en-US" sz="1500" b="1">
                <a:solidFill>
                  <a:srgbClr val="4B5553"/>
                </a:solidFill>
                <a:cs typeface="汉仪古隶简" charset="0"/>
              </a:rPr>
              <a:t>日发布</a:t>
            </a:r>
            <a:endParaRPr lang="zh-CN" altLang="en-US" sz="1500" b="1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13"/>
            </p:custDataLst>
          </p:nvPr>
        </p:nvSpPr>
        <p:spPr>
          <a:xfrm>
            <a:off x="771525" y="33432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904875" y="3205163"/>
            <a:ext cx="377949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为不同类型智能体提供</a:t>
            </a:r>
            <a:r>
              <a:rPr sz="1500" b="1">
                <a:solidFill>
                  <a:srgbClr val="4B5553"/>
                </a:solidFill>
              </a:rPr>
              <a:t>沟通与协作</a:t>
            </a:r>
            <a:r>
              <a:rPr sz="1500">
                <a:solidFill>
                  <a:srgbClr val="4B5553"/>
                </a:solidFill>
              </a:rPr>
              <a:t>的技术通道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12" name="任意多边形 11"/>
          <p:cNvSpPr/>
          <p:nvPr>
            <p:custDataLst>
              <p:tags r:id="rId15"/>
            </p:custDataLst>
          </p:nvPr>
        </p:nvSpPr>
        <p:spPr>
          <a:xfrm>
            <a:off x="771525" y="40671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904875" y="3929063"/>
            <a:ext cx="36389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主要特点：</a:t>
            </a:r>
            <a:r>
              <a:rPr lang="en-US" sz="1500" b="1">
                <a:solidFill>
                  <a:srgbClr val="4B5553"/>
                </a:solidFill>
                <a:cs typeface="汉仪古隶简" charset="0"/>
              </a:rPr>
              <a:t>AI Agent</a:t>
            </a:r>
            <a:r>
              <a:rPr lang="zh-CN" altLang="en-US" sz="1500" b="1">
                <a:solidFill>
                  <a:srgbClr val="4B5553"/>
                </a:solidFill>
                <a:cs typeface="汉仪古隶简" charset="0"/>
              </a:rPr>
              <a:t>发现</a:t>
            </a:r>
            <a:r>
              <a:rPr sz="1500">
                <a:solidFill>
                  <a:srgbClr val="4B5553"/>
                </a:solidFill>
              </a:rPr>
              <a:t>、</a:t>
            </a:r>
            <a:r>
              <a:rPr sz="1500" b="1">
                <a:solidFill>
                  <a:srgbClr val="4B5553"/>
                </a:solidFill>
              </a:rPr>
              <a:t>任务管理</a:t>
            </a:r>
            <a:r>
              <a:rPr sz="1500">
                <a:solidFill>
                  <a:srgbClr val="4B5553"/>
                </a:solidFill>
              </a:rPr>
              <a:t>、</a:t>
            </a:r>
            <a:r>
              <a:rPr sz="1500" b="1">
                <a:solidFill>
                  <a:srgbClr val="4B5553"/>
                </a:solidFill>
              </a:rPr>
              <a:t>多种内容类型支持</a:t>
            </a:r>
            <a:r>
              <a:rPr sz="1500">
                <a:solidFill>
                  <a:srgbClr val="4B5553"/>
                </a:solidFill>
              </a:rPr>
              <a:t>、</a:t>
            </a:r>
            <a:r>
              <a:rPr sz="1500" b="1">
                <a:solidFill>
                  <a:srgbClr val="4B5553"/>
                </a:solidFill>
              </a:rPr>
              <a:t>实时更新</a:t>
            </a:r>
            <a:endParaRPr sz="1500" b="1">
              <a:solidFill>
                <a:srgbClr val="4B5553"/>
              </a:solidFill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5155565" y="1709420"/>
            <a:ext cx="6459855" cy="2281555"/>
          </a:xfrm>
          <a:custGeom>
            <a:avLst/>
            <a:gdLst>
              <a:gd name="sw" fmla="*/ 1 w 10173"/>
              <a:gd name="sh" fmla="*/ 1 h 3592"/>
              <a:gd name="mins" fmla="min sw sh"/>
              <a:gd name="dsw" fmla="+- 0 sw mins"/>
              <a:gd name="dsh" fmla="+- 0 sh mins"/>
              <a:gd name="p0x0" fmla="*/ 390 w 10173"/>
              <a:gd name="p0y0" fmla="*/ 0 h 3592"/>
              <a:gd name="p0x1" fmla="*/ 9783 w 10173"/>
              <a:gd name="p0y1" fmla="*/ 0 h 3592"/>
              <a:gd name="p0x2" fmla="*/ 9998 w 10173"/>
              <a:gd name="p0y2" fmla="*/ 0 h 3592"/>
              <a:gd name="p0x3" fmla="*/ 10173 w 10173"/>
              <a:gd name="p0y3" fmla="*/ 174 h 3592"/>
              <a:gd name="p0x4" fmla="*/ 10173 w 10173"/>
              <a:gd name="p0y4" fmla="*/ 390 h 3592"/>
              <a:gd name="p0x5" fmla="*/ 10173 w 10173"/>
              <a:gd name="p0y5" fmla="*/ 3202 h 3592"/>
              <a:gd name="p0x6" fmla="*/ 10173 w 10173"/>
              <a:gd name="p0y6" fmla="*/ 3417 h 3592"/>
              <a:gd name="p0x7" fmla="*/ 9998 w 10173"/>
              <a:gd name="p0y7" fmla="*/ 3592 h 3592"/>
              <a:gd name="p0x8" fmla="*/ 9783 w 10173"/>
              <a:gd name="p0y8" fmla="*/ 3592 h 3592"/>
              <a:gd name="p0x9" fmla="*/ 390 w 10173"/>
              <a:gd name="p0y9" fmla="*/ 3592 h 3592"/>
              <a:gd name="p0x10" fmla="*/ 174 w 10173"/>
              <a:gd name="p0y10" fmla="*/ 3592 h 3592"/>
              <a:gd name="p0x11" fmla="*/ 0 w 10173"/>
              <a:gd name="p0y11" fmla="*/ 3417 h 3592"/>
              <a:gd name="p0x12" fmla="*/ 0 w 10173"/>
              <a:gd name="p0y12" fmla="*/ 3202 h 3592"/>
              <a:gd name="p0x13" fmla="*/ 0 w 10173"/>
              <a:gd name="p0y13" fmla="*/ 390 h 3592"/>
              <a:gd name="p0x14" fmla="*/ 0 w 10173"/>
              <a:gd name="p0y14" fmla="*/ 174 h 3592"/>
              <a:gd name="p0x15" fmla="*/ 174 w 10173"/>
              <a:gd name="p0y15" fmla="*/ 0 h 3592"/>
              <a:gd name="p0x16" fmla="*/ 390 w 10173"/>
              <a:gd name="p0y16" fmla="*/ 0 h 35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5350510" y="21926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5436235" y="2273935"/>
            <a:ext cx="247650" cy="25209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5922616" y="2177891"/>
            <a:ext cx="54978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altLang="en-US" b="1">
                <a:solidFill>
                  <a:srgbClr val="1F2423"/>
                </a:solidFill>
                <a:cs typeface="汉仪古隶简" charset="0"/>
              </a:rPr>
              <a:t>为</a:t>
            </a:r>
            <a:r>
              <a:rPr lang="en-US" altLang="zh-CN" b="1">
                <a:solidFill>
                  <a:srgbClr val="1F2423"/>
                </a:solidFill>
                <a:cs typeface="汉仪古隶简" charset="0"/>
              </a:rPr>
              <a:t>A2A</a:t>
            </a:r>
            <a:r>
              <a:rPr lang="zh-CN" altLang="en-US" b="1">
                <a:solidFill>
                  <a:srgbClr val="1F2423"/>
                </a:solidFill>
                <a:cs typeface="汉仪古隶简" charset="0"/>
              </a:rPr>
              <a:t>提供上下文支持</a:t>
            </a:r>
            <a:endParaRPr lang="zh-CN" altLang="en-US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922010" y="264541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6046441" y="2502694"/>
            <a:ext cx="425566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多智能体通过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A2A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协作时，</a:t>
            </a:r>
            <a:r>
              <a:rPr lang="en-US" sz="1500" b="1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sz="1500" b="1">
                <a:solidFill>
                  <a:srgbClr val="4B5553"/>
                </a:solidFill>
                <a:cs typeface="汉仪古隶简" charset="0"/>
              </a:rPr>
              <a:t>作为底层协议</a:t>
            </a:r>
            <a:endParaRPr lang="zh-CN" sz="1500" b="1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5922010" y="298831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6046441" y="2845594"/>
            <a:ext cx="533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标准化智能体间共享的上下文信息（</a:t>
            </a:r>
            <a:r>
              <a:rPr sz="1500" b="1">
                <a:solidFill>
                  <a:srgbClr val="4B5553"/>
                </a:solidFill>
              </a:rPr>
              <a:t>环境状态、任务进度</a:t>
            </a:r>
            <a:r>
              <a:rPr sz="1500">
                <a:solidFill>
                  <a:srgbClr val="4B5553"/>
                </a:solidFill>
              </a:rPr>
              <a:t>）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5" name="任意多边形 24"/>
          <p:cNvSpPr/>
          <p:nvPr>
            <p:custDataLst>
              <p:tags r:id="rId27"/>
            </p:custDataLst>
          </p:nvPr>
        </p:nvSpPr>
        <p:spPr>
          <a:xfrm>
            <a:off x="5922010" y="333121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6046441" y="3188494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B5553"/>
                </a:solidFill>
              </a:rPr>
              <a:t>提升协作效率</a:t>
            </a:r>
            <a:endParaRPr sz="1500" b="1">
              <a:solidFill>
                <a:srgbClr val="4B5553"/>
              </a:solidFill>
            </a:endParaRPr>
          </a:p>
        </p:txBody>
      </p:sp>
      <p:sp>
        <p:nvSpPr>
          <p:cNvPr id="27" name="任意多边形 26"/>
          <p:cNvSpPr/>
          <p:nvPr>
            <p:custDataLst>
              <p:tags r:id="rId29"/>
            </p:custDataLst>
          </p:nvPr>
        </p:nvSpPr>
        <p:spPr>
          <a:xfrm>
            <a:off x="5155565" y="4191000"/>
            <a:ext cx="6459855" cy="2280920"/>
          </a:xfrm>
          <a:custGeom>
            <a:avLst/>
            <a:gdLst>
              <a:gd name="sw" fmla="*/ 1 w 10173"/>
              <a:gd name="sh" fmla="*/ 1 h 3592"/>
              <a:gd name="mins" fmla="min sw sh"/>
              <a:gd name="dsw" fmla="+- 0 sw mins"/>
              <a:gd name="dsh" fmla="+- 0 sh mins"/>
              <a:gd name="p0x0" fmla="*/ 390 w 10173"/>
              <a:gd name="p0y0" fmla="*/ 0 h 3592"/>
              <a:gd name="p0x1" fmla="*/ 9783 w 10173"/>
              <a:gd name="p0y1" fmla="*/ 0 h 3592"/>
              <a:gd name="p0x2" fmla="*/ 9998 w 10173"/>
              <a:gd name="p0y2" fmla="*/ 0 h 3592"/>
              <a:gd name="p0x3" fmla="*/ 10173 w 10173"/>
              <a:gd name="p0y3" fmla="*/ 174 h 3592"/>
              <a:gd name="p0x4" fmla="*/ 10173 w 10173"/>
              <a:gd name="p0y4" fmla="*/ 390 h 3592"/>
              <a:gd name="p0x5" fmla="*/ 10173 w 10173"/>
              <a:gd name="p0y5" fmla="*/ 3202 h 3592"/>
              <a:gd name="p0x6" fmla="*/ 10173 w 10173"/>
              <a:gd name="p0y6" fmla="*/ 3417 h 3592"/>
              <a:gd name="p0x7" fmla="*/ 9998 w 10173"/>
              <a:gd name="p0y7" fmla="*/ 3592 h 3592"/>
              <a:gd name="p0x8" fmla="*/ 9783 w 10173"/>
              <a:gd name="p0y8" fmla="*/ 3592 h 3592"/>
              <a:gd name="p0x9" fmla="*/ 390 w 10173"/>
              <a:gd name="p0y9" fmla="*/ 3592 h 3592"/>
              <a:gd name="p0x10" fmla="*/ 174 w 10173"/>
              <a:gd name="p0y10" fmla="*/ 3592 h 3592"/>
              <a:gd name="p0x11" fmla="*/ 0 w 10173"/>
              <a:gd name="p0y11" fmla="*/ 3417 h 3592"/>
              <a:gd name="p0x12" fmla="*/ 0 w 10173"/>
              <a:gd name="p0y12" fmla="*/ 3202 h 3592"/>
              <a:gd name="p0x13" fmla="*/ 0 w 10173"/>
              <a:gd name="p0y13" fmla="*/ 390 h 3592"/>
              <a:gd name="p0x14" fmla="*/ 0 w 10173"/>
              <a:gd name="p0y14" fmla="*/ 174 h 3592"/>
              <a:gd name="p0x15" fmla="*/ 174 w 10173"/>
              <a:gd name="p0y15" fmla="*/ 0 h 3592"/>
              <a:gd name="p0x16" fmla="*/ 390 w 10173"/>
              <a:gd name="p0y16" fmla="*/ 0 h 35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30"/>
            </p:custDataLst>
          </p:nvPr>
        </p:nvSpPr>
        <p:spPr>
          <a:xfrm>
            <a:off x="5350510" y="46742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738" t="-60556" r="-2738" b="-60556"/>
          <a:stretch>
            <a:fillRect/>
          </a:stretch>
        </p:blipFill>
        <p:spPr>
          <a:xfrm>
            <a:off x="5419725" y="4754880"/>
            <a:ext cx="281305" cy="2527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5922616" y="4659154"/>
            <a:ext cx="54978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rgbClr val="1F2423"/>
                </a:solidFill>
                <a:cs typeface="汉仪古隶简" charset="0"/>
              </a:rPr>
              <a:t>A2A</a:t>
            </a:r>
            <a:r>
              <a:rPr lang="zh-CN" altLang="en-US" b="1">
                <a:solidFill>
                  <a:srgbClr val="1F2423"/>
                </a:solidFill>
                <a:cs typeface="汉仪古隶简" charset="0"/>
              </a:rPr>
              <a:t>扩展</a:t>
            </a:r>
            <a:r>
              <a:rPr lang="en-US" altLang="zh-CN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altLang="en-US" b="1">
                <a:solidFill>
                  <a:srgbClr val="1F2423"/>
                </a:solidFill>
                <a:cs typeface="汉仪古隶简" charset="0"/>
              </a:rPr>
              <a:t>应用场景</a:t>
            </a:r>
            <a:endParaRPr lang="zh-CN" altLang="en-US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5922010" y="512635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6046441" y="4983956"/>
            <a:ext cx="51963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B5553"/>
                </a:solidFill>
              </a:rPr>
              <a:t>MCP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：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应用宿主程序、服务端、大模型之间的</a:t>
            </a:r>
            <a:r>
              <a:rPr sz="1500" b="1">
                <a:solidFill>
                  <a:srgbClr val="4B5553"/>
                </a:solidFill>
              </a:rPr>
              <a:t>消息处理</a:t>
            </a:r>
            <a:endParaRPr sz="1500" b="1">
              <a:solidFill>
                <a:srgbClr val="4B5553"/>
              </a:solidFill>
            </a:endParaRPr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5922010" y="546925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8"/>
            </p:custDataLst>
          </p:nvPr>
        </p:nvSpPr>
        <p:spPr>
          <a:xfrm>
            <a:off x="6046441" y="5326856"/>
            <a:ext cx="248036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B5553"/>
                </a:solidFill>
              </a:rPr>
              <a:t>A2A</a:t>
            </a:r>
            <a:r>
              <a:rPr sz="1500">
                <a:solidFill>
                  <a:srgbClr val="4B5553"/>
                </a:solidFill>
              </a:rPr>
              <a:t>：服务的</a:t>
            </a:r>
            <a:r>
              <a:rPr sz="1500" b="1">
                <a:solidFill>
                  <a:srgbClr val="4B5553"/>
                </a:solidFill>
              </a:rPr>
              <a:t>横向打通能力</a:t>
            </a:r>
            <a:endParaRPr sz="1500" b="1">
              <a:solidFill>
                <a:srgbClr val="4B5553"/>
              </a:solidFill>
            </a:endParaRPr>
          </a:p>
        </p:txBody>
      </p:sp>
      <p:sp>
        <p:nvSpPr>
          <p:cNvPr id="35" name="任意多边形 34"/>
          <p:cNvSpPr/>
          <p:nvPr>
            <p:custDataLst>
              <p:tags r:id="rId39"/>
            </p:custDataLst>
          </p:nvPr>
        </p:nvSpPr>
        <p:spPr>
          <a:xfrm>
            <a:off x="5922010" y="581215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6046441" y="5669756"/>
            <a:ext cx="539858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通过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A2A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框架，将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上下文管理能力</a:t>
            </a:r>
            <a:r>
              <a:rPr sz="1500" b="1">
                <a:solidFill>
                  <a:srgbClr val="4B5553"/>
                </a:solidFill>
              </a:rPr>
              <a:t>扩展到多智能体系统</a:t>
            </a:r>
            <a:endParaRPr sz="1500" b="1">
              <a:solidFill>
                <a:srgbClr val="4B5553"/>
              </a:solidFill>
            </a:endParaRPr>
          </a:p>
        </p:txBody>
      </p:sp>
    </p:spTree>
    <p:custDataLst>
      <p:tags r:id="rId4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MCP</a:t>
            </a:r>
            <a:r>
              <a:rPr lang="zh-CN" altLang="en-US"/>
              <a:t>技术原理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02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与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Web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应用架构类比示意图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2"/>
            </p:custDataLst>
          </p:nvPr>
        </p:nvSpPr>
        <p:spPr>
          <a:xfrm>
            <a:off x="1331271" y="5386388"/>
            <a:ext cx="92199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500" b="1" spc="-10">
                <a:solidFill>
                  <a:srgbClr val="1F2423"/>
                </a:solidFill>
                <a:cs typeface="汉仪古隶简" charset="0"/>
              </a:rPr>
              <a:t>Web </a:t>
            </a:r>
            <a:r>
              <a:rPr lang="zh-CN" altLang="en-US" sz="1500" b="1" spc="-10">
                <a:solidFill>
                  <a:srgbClr val="1F2423"/>
                </a:solidFill>
                <a:cs typeface="汉仪古隶简" charset="0"/>
              </a:rPr>
              <a:t>的</a:t>
            </a:r>
            <a:r>
              <a:rPr lang="en-US" altLang="zh-CN" sz="1500" b="1" spc="-10">
                <a:solidFill>
                  <a:srgbClr val="1F2423"/>
                </a:solidFill>
                <a:cs typeface="汉仪古隶简" charset="0"/>
              </a:rPr>
              <a:t> Browser</a:t>
            </a:r>
            <a:r>
              <a:rPr sz="1500" spc="-10">
                <a:solidFill>
                  <a:srgbClr val="4B5553"/>
                </a:solidFill>
              </a:rPr>
              <a:t>对应</a:t>
            </a:r>
            <a:r>
              <a:rPr lang="en-US" sz="1500" b="1" spc="-10">
                <a:solidFill>
                  <a:srgbClr val="1F2423"/>
                </a:solidFill>
                <a:cs typeface="汉仪古隶简" charset="0"/>
              </a:rPr>
              <a:t>MCP </a:t>
            </a:r>
            <a:r>
              <a:rPr lang="zh-CN" altLang="en-US" sz="1500" b="1" spc="-10">
                <a:solidFill>
                  <a:srgbClr val="1F2423"/>
                </a:solidFill>
                <a:cs typeface="汉仪古隶简" charset="0"/>
              </a:rPr>
              <a:t>的</a:t>
            </a:r>
            <a:r>
              <a:rPr lang="en-US" altLang="zh-CN" sz="1500" b="1" spc="-10">
                <a:solidFill>
                  <a:srgbClr val="1F2423"/>
                </a:solidFill>
                <a:cs typeface="汉仪古隶简" charset="0"/>
              </a:rPr>
              <a:t> Host</a:t>
            </a:r>
            <a:r>
              <a:rPr sz="1500" spc="-10">
                <a:solidFill>
                  <a:srgbClr val="4B5553"/>
                </a:solidFill>
              </a:rPr>
              <a:t>（用户交互入口），</a:t>
            </a:r>
            <a:r>
              <a:rPr sz="1500" b="1" spc="-10">
                <a:solidFill>
                  <a:srgbClr val="1F2423"/>
                </a:solidFill>
              </a:rPr>
              <a:t>Web Server</a:t>
            </a:r>
            <a:r>
              <a:rPr sz="1500" spc="-10">
                <a:solidFill>
                  <a:srgbClr val="4B5553"/>
                </a:solidFill>
              </a:rPr>
              <a:t>对应</a:t>
            </a:r>
            <a:r>
              <a:rPr sz="1500" b="1" spc="-10">
                <a:solidFill>
                  <a:srgbClr val="1F2423"/>
                </a:solidFill>
              </a:rPr>
              <a:t>MCP Server</a:t>
            </a:r>
            <a:r>
              <a:rPr sz="1500" spc="-10">
                <a:solidFill>
                  <a:srgbClr val="4B5553"/>
                </a:solidFill>
              </a:rPr>
              <a:t>（服务能力提供）</a:t>
            </a:r>
            <a:endParaRPr sz="1500" spc="-10">
              <a:solidFill>
                <a:srgbClr val="4B5553"/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3"/>
            </p:custDataLst>
          </p:nvPr>
        </p:nvSpPr>
        <p:spPr>
          <a:xfrm>
            <a:off x="3411217" y="5781675"/>
            <a:ext cx="489295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76827F"/>
                </a:solidFill>
              </a:rPr>
              <a:t>中间</a:t>
            </a:r>
            <a:r>
              <a:rPr lang="en-US" sz="1350" b="1">
                <a:solidFill>
                  <a:srgbClr val="327877"/>
                </a:solidFill>
                <a:cs typeface="汉仪古隶简" charset="0"/>
              </a:rPr>
              <a:t>HTTP </a:t>
            </a:r>
            <a:r>
              <a:rPr lang="zh-CN" altLang="en-US" sz="1350" b="1">
                <a:solidFill>
                  <a:srgbClr val="327877"/>
                </a:solidFill>
                <a:cs typeface="汉仪古隶简" charset="0"/>
              </a:rPr>
              <a:t>协议</a:t>
            </a:r>
            <a:r>
              <a:rPr sz="1350">
                <a:solidFill>
                  <a:srgbClr val="76827F"/>
                </a:solidFill>
              </a:rPr>
              <a:t>对应</a:t>
            </a:r>
            <a:r>
              <a:rPr lang="en-US" sz="1350" b="1">
                <a:solidFill>
                  <a:srgbClr val="327877"/>
                </a:solidFill>
                <a:cs typeface="汉仪古隶简" charset="0"/>
              </a:rPr>
              <a:t>MCP </a:t>
            </a:r>
            <a:r>
              <a:rPr lang="zh-CN" altLang="en-US" sz="1350" b="1">
                <a:solidFill>
                  <a:srgbClr val="327877"/>
                </a:solidFill>
                <a:cs typeface="汉仪古隶简" charset="0"/>
              </a:rPr>
              <a:t>协议</a:t>
            </a:r>
            <a:r>
              <a:rPr sz="1350">
                <a:solidFill>
                  <a:srgbClr val="76827F"/>
                </a:solidFill>
              </a:rPr>
              <a:t>，实现标准化通信与能力调用</a:t>
            </a:r>
            <a:endParaRPr sz="1350">
              <a:solidFill>
                <a:srgbClr val="76827F"/>
              </a:solidFill>
            </a:endParaRPr>
          </a:p>
        </p:txBody>
      </p:sp>
      <p:pic>
        <p:nvPicPr>
          <p:cNvPr id="2" name="图片 4" descr="图2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485" y="1071880"/>
            <a:ext cx="7486650" cy="424751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2.1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架构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Host/Client/Server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基本概念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19725" cy="809625"/>
          </a:xfrm>
          <a:custGeom>
            <a:avLst/>
            <a:gdLst>
              <a:gd name="sw" fmla="*/ 1 w 8535"/>
              <a:gd name="sh" fmla="*/ 1 h 1275"/>
              <a:gd name="mins" fmla="min sw sh"/>
              <a:gd name="dsw" fmla="+- 0 sw mins"/>
              <a:gd name="dsh" fmla="+- 0 sh mins"/>
              <a:gd name="p0x0" fmla="*/ 390 w 8535"/>
              <a:gd name="p0y0" fmla="*/ 0 h 1275"/>
              <a:gd name="p0x1" fmla="*/ 8145 w 8535"/>
              <a:gd name="p0y1" fmla="*/ 0 h 1275"/>
              <a:gd name="p0x2" fmla="*/ 8360 w 8535"/>
              <a:gd name="p0y2" fmla="*/ 0 h 1275"/>
              <a:gd name="p0x3" fmla="*/ 8535 w 8535"/>
              <a:gd name="p0y3" fmla="*/ 174 h 1275"/>
              <a:gd name="p0x4" fmla="*/ 8535 w 8535"/>
              <a:gd name="p0y4" fmla="*/ 390 h 1275"/>
              <a:gd name="p0x5" fmla="*/ 8535 w 8535"/>
              <a:gd name="p0y5" fmla="*/ 885 h 1275"/>
              <a:gd name="p0x6" fmla="*/ 8535 w 8535"/>
              <a:gd name="p0y6" fmla="*/ 1100 h 1275"/>
              <a:gd name="p0x7" fmla="*/ 8360 w 8535"/>
              <a:gd name="p0y7" fmla="*/ 1275 h 1275"/>
              <a:gd name="p0x8" fmla="*/ 8145 w 8535"/>
              <a:gd name="p0y8" fmla="*/ 1275 h 1275"/>
              <a:gd name="p0x9" fmla="*/ 390 w 8535"/>
              <a:gd name="p0y9" fmla="*/ 1275 h 1275"/>
              <a:gd name="p0x10" fmla="*/ 174 w 8535"/>
              <a:gd name="p0y10" fmla="*/ 1275 h 1275"/>
              <a:gd name="p0x11" fmla="*/ 0 w 8535"/>
              <a:gd name="p0y11" fmla="*/ 1100 h 1275"/>
              <a:gd name="p0x12" fmla="*/ 0 w 8535"/>
              <a:gd name="p0y12" fmla="*/ 885 h 1275"/>
              <a:gd name="p0x13" fmla="*/ 0 w 8535"/>
              <a:gd name="p0y13" fmla="*/ 390 h 1275"/>
              <a:gd name="p0x14" fmla="*/ 0 w 8535"/>
              <a:gd name="p0y14" fmla="*/ 174 h 1275"/>
              <a:gd name="p0x15" fmla="*/ 174 w 8535"/>
              <a:gd name="p0y15" fmla="*/ 0 h 1275"/>
              <a:gd name="p0x16" fmla="*/ 390 w 8535"/>
              <a:gd name="p0y16" fmla="*/ 0 h 12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4860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2571750" y="13855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3019425" y="1338263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423"/>
                </a:solidFill>
              </a:rPr>
              <a:t>三层架构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6195695" y="1109345"/>
            <a:ext cx="5419725" cy="809625"/>
          </a:xfrm>
          <a:custGeom>
            <a:avLst/>
            <a:gdLst>
              <a:gd name="sw" fmla="*/ 1 w 8535"/>
              <a:gd name="sh" fmla="*/ 1 h 1275"/>
              <a:gd name="mins" fmla="min sw sh"/>
              <a:gd name="dsw" fmla="+- 0 sw mins"/>
              <a:gd name="dsh" fmla="+- 0 sh mins"/>
              <a:gd name="p0x0" fmla="*/ 390 w 8535"/>
              <a:gd name="p0y0" fmla="*/ 0 h 1275"/>
              <a:gd name="p0x1" fmla="*/ 8145 w 8535"/>
              <a:gd name="p0y1" fmla="*/ 0 h 1275"/>
              <a:gd name="p0x2" fmla="*/ 8360 w 8535"/>
              <a:gd name="p0y2" fmla="*/ 0 h 1275"/>
              <a:gd name="p0x3" fmla="*/ 8535 w 8535"/>
              <a:gd name="p0y3" fmla="*/ 174 h 1275"/>
              <a:gd name="p0x4" fmla="*/ 8535 w 8535"/>
              <a:gd name="p0y4" fmla="*/ 390 h 1275"/>
              <a:gd name="p0x5" fmla="*/ 8535 w 8535"/>
              <a:gd name="p0y5" fmla="*/ 885 h 1275"/>
              <a:gd name="p0x6" fmla="*/ 8535 w 8535"/>
              <a:gd name="p0y6" fmla="*/ 1100 h 1275"/>
              <a:gd name="p0x7" fmla="*/ 8360 w 8535"/>
              <a:gd name="p0y7" fmla="*/ 1275 h 1275"/>
              <a:gd name="p0x8" fmla="*/ 8145 w 8535"/>
              <a:gd name="p0y8" fmla="*/ 1275 h 1275"/>
              <a:gd name="p0x9" fmla="*/ 390 w 8535"/>
              <a:gd name="p0y9" fmla="*/ 1275 h 1275"/>
              <a:gd name="p0x10" fmla="*/ 174 w 8535"/>
              <a:gd name="p0y10" fmla="*/ 1275 h 1275"/>
              <a:gd name="p0x11" fmla="*/ 0 w 8535"/>
              <a:gd name="p0y11" fmla="*/ 1100 h 1275"/>
              <a:gd name="p0x12" fmla="*/ 0 w 8535"/>
              <a:gd name="p0y12" fmla="*/ 885 h 1275"/>
              <a:gd name="p0x13" fmla="*/ 0 w 8535"/>
              <a:gd name="p0y13" fmla="*/ 390 h 1275"/>
              <a:gd name="p0x14" fmla="*/ 0 w 8535"/>
              <a:gd name="p0y14" fmla="*/ 174 h 1275"/>
              <a:gd name="p0x15" fmla="*/ 174 w 8535"/>
              <a:gd name="p0y15" fmla="*/ 0 h 1275"/>
              <a:gd name="p0x16" fmla="*/ 390 w 8535"/>
              <a:gd name="p0y16" fmla="*/ 0 h 12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807339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159115" y="1385570"/>
            <a:ext cx="247650" cy="2527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8607028" y="1338263"/>
            <a:ext cx="1397794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100" b="1">
                <a:solidFill>
                  <a:srgbClr val="1F2423"/>
                </a:solidFill>
                <a:cs typeface="汉仪古隶简" charset="0"/>
              </a:rPr>
              <a:t>类比</a:t>
            </a:r>
            <a:r>
              <a:rPr lang="en-US" altLang="zh-CN" sz="2100" b="1">
                <a:solidFill>
                  <a:srgbClr val="1F2423"/>
                </a:solidFill>
                <a:cs typeface="汉仪古隶简" charset="0"/>
              </a:rPr>
              <a:t>Web</a:t>
            </a:r>
            <a:endParaRPr lang="en-US" altLang="zh-CN" sz="21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575945" y="2118995"/>
            <a:ext cx="11039475" cy="4352925"/>
          </a:xfrm>
          <a:custGeom>
            <a:avLst/>
            <a:gdLst>
              <a:gd name="sw" fmla="*/ 1 w 17385"/>
              <a:gd name="sh" fmla="*/ 1 h 6855"/>
              <a:gd name="mins" fmla="min sw sh"/>
              <a:gd name="dsw" fmla="+- 0 sw mins"/>
              <a:gd name="dsh" fmla="+- 0 sh mins"/>
              <a:gd name="p0x0" fmla="*/ 390 w 17385"/>
              <a:gd name="p0y0" fmla="*/ 0 h 6855"/>
              <a:gd name="p0x1" fmla="*/ 16995 w 17385"/>
              <a:gd name="p0y1" fmla="*/ 0 h 6855"/>
              <a:gd name="p0x2" fmla="*/ 17210 w 17385"/>
              <a:gd name="p0y2" fmla="*/ 0 h 6855"/>
              <a:gd name="p0x3" fmla="*/ 17385 w 17385"/>
              <a:gd name="p0y3" fmla="*/ 174 h 6855"/>
              <a:gd name="p0x4" fmla="*/ 17385 w 17385"/>
              <a:gd name="p0y4" fmla="*/ 390 h 6855"/>
              <a:gd name="p0x5" fmla="*/ 17385 w 17385"/>
              <a:gd name="p0y5" fmla="*/ 6465 h 6855"/>
              <a:gd name="p0x6" fmla="*/ 17385 w 17385"/>
              <a:gd name="p0y6" fmla="*/ 6680 h 6855"/>
              <a:gd name="p0x7" fmla="*/ 17210 w 17385"/>
              <a:gd name="p0y7" fmla="*/ 6855 h 6855"/>
              <a:gd name="p0x8" fmla="*/ 16995 w 17385"/>
              <a:gd name="p0y8" fmla="*/ 6855 h 6855"/>
              <a:gd name="p0x9" fmla="*/ 390 w 17385"/>
              <a:gd name="p0y9" fmla="*/ 6855 h 6855"/>
              <a:gd name="p0x10" fmla="*/ 174 w 17385"/>
              <a:gd name="p0y10" fmla="*/ 6855 h 6855"/>
              <a:gd name="p0x11" fmla="*/ 0 w 17385"/>
              <a:gd name="p0y11" fmla="*/ 6680 h 6855"/>
              <a:gd name="p0x12" fmla="*/ 0 w 17385"/>
              <a:gd name="p0y12" fmla="*/ 6465 h 6855"/>
              <a:gd name="p0x13" fmla="*/ 0 w 17385"/>
              <a:gd name="p0y13" fmla="*/ 390 h 6855"/>
              <a:gd name="p0x14" fmla="*/ 0 w 17385"/>
              <a:gd name="p0y14" fmla="*/ 174 h 6855"/>
              <a:gd name="p0x15" fmla="*/ 174 w 17385"/>
              <a:gd name="p0y15" fmla="*/ 0 h 6855"/>
              <a:gd name="p0x16" fmla="*/ 390 w 17385"/>
              <a:gd name="p0y16" fmla="*/ 0 h 6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/>
          <p:nvPr>
            <p:custDataLst>
              <p:tags r:id="rId15"/>
            </p:custDataLst>
          </p:nvPr>
        </p:nvGraphicFramePr>
        <p:xfrm>
          <a:off x="771525" y="2333625"/>
          <a:ext cx="10648950" cy="394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753"/>
                <a:gridCol w="3407645"/>
                <a:gridCol w="5324551"/>
              </a:tblGrid>
              <a:tr h="440977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F2423"/>
                          </a:solidFill>
                        </a:rPr>
                        <a:t>组件</a:t>
                      </a:r>
                      <a:endParaRPr sz="1350" b="1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97A9A7"/>
                      </a:solidFill>
                      <a:prstDash val="solid"/>
                    </a:lnT>
                    <a:lnB w="9525">
                      <a:solidFill>
                        <a:srgbClr val="97A9A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Web</a:t>
                      </a:r>
                      <a:r>
                        <a:rPr lang="zh-CN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应用架构</a:t>
                      </a:r>
                      <a:endParaRPr lang="zh-CN" sz="1350" b="1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97A9A7"/>
                      </a:solidFill>
                      <a:prstDash val="solid"/>
                    </a:lnT>
                    <a:lnB w="9525">
                      <a:solidFill>
                        <a:srgbClr val="97A9A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MCP</a:t>
                      </a:r>
                      <a:r>
                        <a:rPr lang="zh-CN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架构</a:t>
                      </a:r>
                      <a:endParaRPr lang="zh-CN" sz="1350" b="1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97A9A7"/>
                      </a:solidFill>
                      <a:prstDash val="solid"/>
                    </a:lnT>
                    <a:lnB w="9525">
                      <a:solidFill>
                        <a:srgbClr val="97A9A7"/>
                      </a:solidFill>
                      <a:prstDash val="solid"/>
                    </a:lnB>
                    <a:noFill/>
                  </a:tcPr>
                </a:tc>
              </a:tr>
              <a:tr h="878011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F2423"/>
                          </a:solidFill>
                        </a:rPr>
                        <a:t>Host</a:t>
                      </a:r>
                      <a:endParaRPr sz="1350" b="1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97A9A7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F2423"/>
                          </a:solidFill>
                        </a:rPr>
                        <a:t>浏览器</a:t>
                      </a:r>
                      <a:endParaRPr sz="1350" b="0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97A9A7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Claude Desktop</a:t>
                      </a:r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、</a:t>
                      </a:r>
                      <a:r>
                        <a:rPr lang="en-US" altLang="zh-CN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Cherry Studio</a:t>
                      </a:r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、</a:t>
                      </a:r>
                      <a:r>
                        <a:rPr lang="en-US" altLang="zh-CN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VS Code</a:t>
                      </a:r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、</a:t>
                      </a:r>
                      <a:r>
                        <a:rPr lang="en-US" altLang="zh-CN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Dify</a:t>
                      </a:r>
                      <a:endParaRPr lang="en-US" altLang="zh-CN" sz="1350" b="0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97A9A7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</a:tr>
              <a:tr h="868262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F2423"/>
                          </a:solidFill>
                        </a:rPr>
                        <a:t>Client</a:t>
                      </a:r>
                      <a:endParaRPr sz="1350" b="1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F2423"/>
                          </a:solidFill>
                        </a:rPr>
                        <a:t>JavaScript</a:t>
                      </a:r>
                      <a:endParaRPr sz="1350" b="0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运行在</a:t>
                      </a:r>
                      <a:r>
                        <a:rPr lang="en-US" altLang="zh-CN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Host</a:t>
                      </a:r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中调用</a:t>
                      </a:r>
                      <a:r>
                        <a:rPr lang="en-US" altLang="zh-CN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MCP Server</a:t>
                      </a:r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的适配接口</a:t>
                      </a:r>
                      <a:endParaRPr lang="zh-CN" altLang="en-US" sz="1350" b="0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</a:tr>
              <a:tr h="868262">
                <a:tc>
                  <a:txBody>
                    <a:bodyPr wrap="square"/>
                    <a:p>
                      <a:pPr algn="l"/>
                      <a:r>
                        <a:rPr lang="en-US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Server</a:t>
                      </a:r>
                      <a:r>
                        <a:rPr lang="zh-CN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（远程）</a:t>
                      </a:r>
                      <a:endParaRPr lang="zh-CN" sz="1350" b="1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F2423"/>
                          </a:solidFill>
                        </a:rPr>
                        <a:t>后台服务程序</a:t>
                      </a:r>
                      <a:endParaRPr sz="1350" b="0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提供数据库、工具等服务的</a:t>
                      </a:r>
                      <a:r>
                        <a:rPr lang="en-US" altLang="zh-CN" sz="1350" b="0">
                          <a:solidFill>
                            <a:srgbClr val="1F2423"/>
                          </a:solidFill>
                          <a:cs typeface="汉仪古隶简" charset="0"/>
                        </a:rPr>
                        <a:t>MCP Server</a:t>
                      </a:r>
                      <a:endParaRPr lang="en-US" altLang="zh-CN" sz="1350" b="0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</a:tr>
              <a:tr h="887833">
                <a:tc>
                  <a:txBody>
                    <a:bodyPr wrap="square"/>
                    <a:p>
                      <a:pPr algn="l"/>
                      <a:r>
                        <a:rPr lang="en-US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Server</a:t>
                      </a:r>
                      <a:r>
                        <a:rPr lang="zh-CN" sz="1350" b="1">
                          <a:solidFill>
                            <a:srgbClr val="1F2423"/>
                          </a:solidFill>
                          <a:cs typeface="汉仪古隶简" charset="0"/>
                        </a:rPr>
                        <a:t>（本地）</a:t>
                      </a:r>
                      <a:endParaRPr lang="zh-CN" sz="1350" b="1">
                        <a:solidFill>
                          <a:srgbClr val="1F2423"/>
                        </a:solidFill>
                        <a:cs typeface="汉仪古隶简" charset="0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7A9A7"/>
                      </a:solidFill>
                      <a:prstDash val="solid"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F2423"/>
                          </a:solidFill>
                        </a:rPr>
                        <a:t>浏览器内部服务</a:t>
                      </a:r>
                      <a:endParaRPr sz="1350" b="0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7A9A7"/>
                      </a:solidFill>
                      <a:prstDash val="solid"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F2423"/>
                          </a:solidFill>
                        </a:rPr>
                        <a:t>访问本地文件系统、运行源代码等服务</a:t>
                      </a:r>
                      <a:endParaRPr sz="1350" b="0">
                        <a:solidFill>
                          <a:srgbClr val="1F2423"/>
                        </a:solidFill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7A9A7"/>
                      </a:solidFill>
                      <a:prstDash val="solid"/>
                    </a:lnB>
                    <a:solidFill>
                      <a:srgbClr val="FFFFFF">
                        <a:alpha val="78039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1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sz="3000" b="1">
                <a:solidFill>
                  <a:srgbClr val="1F2423"/>
                </a:solidFill>
                <a:cs typeface="汉仪古隶简" charset="0"/>
              </a:rPr>
              <a:t>整体架构图</a:t>
            </a:r>
            <a:endParaRPr 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1243965" y="556260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434703" y="5505450"/>
            <a:ext cx="36757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：应用层（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Claude Desktop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等）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2" name="任意多边形 11"/>
          <p:cNvSpPr/>
          <p:nvPr>
            <p:custDataLst>
              <p:tags r:id="rId4"/>
            </p:custDataLst>
          </p:nvPr>
        </p:nvSpPr>
        <p:spPr>
          <a:xfrm>
            <a:off x="4919345" y="556260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80471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5110458" y="5505450"/>
            <a:ext cx="279693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sz="1350">
                <a:solidFill>
                  <a:srgbClr val="4B5553"/>
                </a:solidFill>
                <a:cs typeface="汉仪古隶简" charset="0"/>
              </a:rPr>
              <a:t>：适配层（协议转换）</a:t>
            </a:r>
            <a:endParaRPr 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>
            <a:off x="7887970" y="556260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73453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078839" y="5505450"/>
            <a:ext cx="321178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sz="1350">
                <a:solidFill>
                  <a:srgbClr val="4B5553"/>
                </a:solidFill>
                <a:cs typeface="汉仪古隶简" charset="0"/>
              </a:rPr>
              <a:t>：服务层（能力提供方）</a:t>
            </a:r>
            <a:endParaRPr 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3724910" y="5886450"/>
            <a:ext cx="4741545" cy="276225"/>
          </a:xfrm>
          <a:custGeom>
            <a:avLst/>
            <a:gdLst>
              <a:gd name="sw" fmla="*/ 1 w 7467"/>
              <a:gd name="sh" fmla="*/ 1 h 435"/>
              <a:gd name="mins" fmla="min sw sh"/>
              <a:gd name="dsw" fmla="+- 0 sw mins"/>
              <a:gd name="dsh" fmla="+- 0 sh mins"/>
              <a:gd name="p0x0" fmla="*/ 150 w 7467"/>
              <a:gd name="p0y0" fmla="*/ 0 h 435"/>
              <a:gd name="p0x1" fmla="*/ 7317 w 7467"/>
              <a:gd name="p0y1" fmla="*/ 0 h 435"/>
              <a:gd name="p0x2" fmla="*/ 7400 w 7467"/>
              <a:gd name="p0y2" fmla="*/ 0 h 435"/>
              <a:gd name="p0x3" fmla="*/ 7467 w 7467"/>
              <a:gd name="p0y3" fmla="*/ 67 h 435"/>
              <a:gd name="p0x4" fmla="*/ 7467 w 7467"/>
              <a:gd name="p0y4" fmla="*/ 150 h 435"/>
              <a:gd name="p0x5" fmla="*/ 7467 w 7467"/>
              <a:gd name="p0y5" fmla="*/ 285 h 435"/>
              <a:gd name="p0x6" fmla="*/ 7467 w 7467"/>
              <a:gd name="p0y6" fmla="*/ 367 h 435"/>
              <a:gd name="p0x7" fmla="*/ 7400 w 7467"/>
              <a:gd name="p0y7" fmla="*/ 435 h 435"/>
              <a:gd name="p0x8" fmla="*/ 7317 w 7467"/>
              <a:gd name="p0y8" fmla="*/ 435 h 435"/>
              <a:gd name="p0x9" fmla="*/ 150 w 7467"/>
              <a:gd name="p0y9" fmla="*/ 435 h 435"/>
              <a:gd name="p0x10" fmla="*/ 67 w 7467"/>
              <a:gd name="p0y10" fmla="*/ 435 h 435"/>
              <a:gd name="p0x11" fmla="*/ 0 w 7467"/>
              <a:gd name="p0y11" fmla="*/ 367 h 435"/>
              <a:gd name="p0x12" fmla="*/ 0 w 7467"/>
              <a:gd name="p0y12" fmla="*/ 285 h 435"/>
              <a:gd name="p0x13" fmla="*/ 0 w 7467"/>
              <a:gd name="p0y13" fmla="*/ 150 h 435"/>
              <a:gd name="p0x14" fmla="*/ 0 w 7467"/>
              <a:gd name="p0y14" fmla="*/ 67 h 435"/>
              <a:gd name="p0x15" fmla="*/ 67 w 7467"/>
              <a:gd name="p0y15" fmla="*/ 0 h 435"/>
              <a:gd name="p0x16" fmla="*/ 150 w 7467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1795" t="-10000" r="-1795" b="-10000"/>
          <a:stretch>
            <a:fillRect/>
          </a:stretch>
        </p:blipFill>
        <p:spPr>
          <a:xfrm>
            <a:off x="3846195" y="5967095"/>
            <a:ext cx="128270" cy="1143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4020217" y="5924550"/>
            <a:ext cx="463726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1B4645"/>
                </a:solidFill>
                <a:cs typeface="汉仪古隶简" charset="0"/>
              </a:rPr>
              <a:t>MCP</a:t>
            </a:r>
            <a:r>
              <a:rPr lang="zh-CN" altLang="en-US" sz="1200">
                <a:solidFill>
                  <a:srgbClr val="1B4645"/>
                </a:solidFill>
                <a:cs typeface="汉仪古隶简" charset="0"/>
              </a:rPr>
              <a:t>协议作为统一接口标准，实现</a:t>
            </a:r>
            <a:r>
              <a:rPr lang="en-US" altLang="zh-CN" sz="1200">
                <a:solidFill>
                  <a:srgbClr val="1B4645"/>
                </a:solidFill>
                <a:cs typeface="汉仪古隶简" charset="0"/>
              </a:rPr>
              <a:t>LLM</a:t>
            </a:r>
            <a:r>
              <a:rPr lang="zh-CN" altLang="en-US" sz="1200">
                <a:solidFill>
                  <a:srgbClr val="1B4645"/>
                </a:solidFill>
                <a:cs typeface="汉仪古隶简" charset="0"/>
              </a:rPr>
              <a:t>与外部能力的标准化连接</a:t>
            </a:r>
            <a:endParaRPr lang="zh-CN" altLang="en-US" sz="1200">
              <a:solidFill>
                <a:srgbClr val="1B4645"/>
              </a:solidFill>
              <a:cs typeface="汉仪古隶简" charset="0"/>
            </a:endParaRPr>
          </a:p>
        </p:txBody>
      </p:sp>
      <p:pic>
        <p:nvPicPr>
          <p:cNvPr id="2" name="图片 2" descr="图2-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9798" y="1140778"/>
            <a:ext cx="5272405" cy="421195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1F2423"/>
                </a:solidFill>
                <a:cs typeface="汉仪古隶简" charset="0"/>
              </a:rPr>
              <a:t>2.1 </a:t>
            </a:r>
            <a:r>
              <a:rPr lang="zh-CN" altLang="en-US" sz="2400" b="1">
                <a:solidFill>
                  <a:srgbClr val="1F2423"/>
                </a:solidFill>
                <a:cs typeface="汉仪古隶简" charset="0"/>
              </a:rPr>
              <a:t>架构</a:t>
            </a:r>
            <a:r>
              <a:rPr lang="en-US" altLang="zh-CN" sz="2400" b="1">
                <a:solidFill>
                  <a:srgbClr val="1F2423"/>
                </a:solidFill>
                <a:cs typeface="汉仪古隶简" charset="0"/>
              </a:rPr>
              <a:t> - MCP Host</a:t>
            </a:r>
            <a:endParaRPr lang="en-US" altLang="zh-CN" sz="24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3546475" cy="1395095"/>
          </a:xfrm>
          <a:custGeom>
            <a:avLst/>
            <a:gdLst>
              <a:gd name="sw" fmla="*/ 1 w 5585"/>
              <a:gd name="sh" fmla="*/ 1 h 2197"/>
              <a:gd name="mins" fmla="min sw sh"/>
              <a:gd name="dsw" fmla="+- 0 sw mins"/>
              <a:gd name="dsh" fmla="+- 0 sh mins"/>
              <a:gd name="p0x0" fmla="*/ 390 w 5585"/>
              <a:gd name="p0y0" fmla="*/ 0 h 2197"/>
              <a:gd name="p0x1" fmla="*/ 5195 w 5585"/>
              <a:gd name="p0y1" fmla="*/ 0 h 2197"/>
              <a:gd name="p0x2" fmla="*/ 5410 w 5585"/>
              <a:gd name="p0y2" fmla="*/ 0 h 2197"/>
              <a:gd name="p0x3" fmla="*/ 5585 w 5585"/>
              <a:gd name="p0y3" fmla="*/ 174 h 2197"/>
              <a:gd name="p0x4" fmla="*/ 5585 w 5585"/>
              <a:gd name="p0y4" fmla="*/ 390 h 2197"/>
              <a:gd name="p0x5" fmla="*/ 5585 w 5585"/>
              <a:gd name="p0y5" fmla="*/ 1807 h 2197"/>
              <a:gd name="p0x6" fmla="*/ 5585 w 5585"/>
              <a:gd name="p0y6" fmla="*/ 2022 h 2197"/>
              <a:gd name="p0x7" fmla="*/ 5410 w 5585"/>
              <a:gd name="p0y7" fmla="*/ 2197 h 2197"/>
              <a:gd name="p0x8" fmla="*/ 5195 w 5585"/>
              <a:gd name="p0y8" fmla="*/ 2197 h 2197"/>
              <a:gd name="p0x9" fmla="*/ 390 w 5585"/>
              <a:gd name="p0y9" fmla="*/ 2197 h 2197"/>
              <a:gd name="p0x10" fmla="*/ 174 w 5585"/>
              <a:gd name="p0y10" fmla="*/ 2197 h 2197"/>
              <a:gd name="p0x11" fmla="*/ 0 w 5585"/>
              <a:gd name="p0y11" fmla="*/ 2022 h 2197"/>
              <a:gd name="p0x12" fmla="*/ 0 w 5585"/>
              <a:gd name="p0y12" fmla="*/ 1807 h 2197"/>
              <a:gd name="p0x13" fmla="*/ 0 w 5585"/>
              <a:gd name="p0y13" fmla="*/ 390 h 2197"/>
              <a:gd name="p0x14" fmla="*/ 0 w 5585"/>
              <a:gd name="p0y14" fmla="*/ 174 h 2197"/>
              <a:gd name="p0x15" fmla="*/ 174 w 5585"/>
              <a:gd name="p0y15" fmla="*/ 0 h 2197"/>
              <a:gd name="p0x16" fmla="*/ 390 w 5585"/>
              <a:gd name="p0y16" fmla="*/ 0 h 2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19380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04545" y="122237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62050" y="1265749"/>
            <a:ext cx="1181548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什么是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MCP Host</a:t>
            </a:r>
            <a:endParaRPr lang="en-US" alt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557642"/>
            <a:ext cx="3155975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4B5553"/>
                </a:solidFill>
                <a:cs typeface="汉仪古隶简" charset="0"/>
              </a:rPr>
              <a:t>Claude Desktop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Cherry Studio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VS Code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Dify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等应用程序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1525" y="1883874"/>
            <a:ext cx="315597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本身已与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配合，提供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Chat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RAG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等内容服务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71525" y="2066039"/>
            <a:ext cx="315597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使用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目的：采用统一技术方案拓展服务功能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322445" y="1017905"/>
            <a:ext cx="3546475" cy="1395095"/>
          </a:xfrm>
          <a:custGeom>
            <a:avLst/>
            <a:gdLst>
              <a:gd name="sw" fmla="*/ 1 w 5585"/>
              <a:gd name="sh" fmla="*/ 1 h 2197"/>
              <a:gd name="mins" fmla="min sw sh"/>
              <a:gd name="dsw" fmla="+- 0 sw mins"/>
              <a:gd name="dsh" fmla="+- 0 sh mins"/>
              <a:gd name="p0x0" fmla="*/ 390 w 5585"/>
              <a:gd name="p0y0" fmla="*/ 0 h 2197"/>
              <a:gd name="p0x1" fmla="*/ 5195 w 5585"/>
              <a:gd name="p0y1" fmla="*/ 0 h 2197"/>
              <a:gd name="p0x2" fmla="*/ 5410 w 5585"/>
              <a:gd name="p0y2" fmla="*/ 0 h 2197"/>
              <a:gd name="p0x3" fmla="*/ 5585 w 5585"/>
              <a:gd name="p0y3" fmla="*/ 174 h 2197"/>
              <a:gd name="p0x4" fmla="*/ 5585 w 5585"/>
              <a:gd name="p0y4" fmla="*/ 390 h 2197"/>
              <a:gd name="p0x5" fmla="*/ 5585 w 5585"/>
              <a:gd name="p0y5" fmla="*/ 1807 h 2197"/>
              <a:gd name="p0x6" fmla="*/ 5585 w 5585"/>
              <a:gd name="p0y6" fmla="*/ 2022 h 2197"/>
              <a:gd name="p0x7" fmla="*/ 5410 w 5585"/>
              <a:gd name="p0y7" fmla="*/ 2197 h 2197"/>
              <a:gd name="p0x8" fmla="*/ 5195 w 5585"/>
              <a:gd name="p0y8" fmla="*/ 2197 h 2197"/>
              <a:gd name="p0x9" fmla="*/ 390 w 5585"/>
              <a:gd name="p0y9" fmla="*/ 2197 h 2197"/>
              <a:gd name="p0x10" fmla="*/ 174 w 5585"/>
              <a:gd name="p0y10" fmla="*/ 2197 h 2197"/>
              <a:gd name="p0x11" fmla="*/ 0 w 5585"/>
              <a:gd name="p0y11" fmla="*/ 2022 h 2197"/>
              <a:gd name="p0x12" fmla="*/ 0 w 5585"/>
              <a:gd name="p0y12" fmla="*/ 1807 h 2197"/>
              <a:gd name="p0x13" fmla="*/ 0 w 5585"/>
              <a:gd name="p0y13" fmla="*/ 390 h 2197"/>
              <a:gd name="p0x14" fmla="*/ 0 w 5585"/>
              <a:gd name="p0y14" fmla="*/ 174 h 2197"/>
              <a:gd name="p0x15" fmla="*/ 174 w 5585"/>
              <a:gd name="p0y15" fmla="*/ 0 h 2197"/>
              <a:gd name="p0x16" fmla="*/ 390 w 5585"/>
              <a:gd name="p0y16" fmla="*/ 0 h 2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4518025" y="119888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619" t="-10303" r="-2619" b="-10303"/>
          <a:stretch>
            <a:fillRect/>
          </a:stretch>
        </p:blipFill>
        <p:spPr>
          <a:xfrm>
            <a:off x="4534535" y="1227455"/>
            <a:ext cx="280670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908576" y="1270883"/>
            <a:ext cx="1448247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1050" b="1">
                <a:solidFill>
                  <a:srgbClr val="1F2423"/>
                </a:solidFill>
                <a:cs typeface="汉仪古隶简" charset="0"/>
              </a:rPr>
              <a:t>MCP Host</a:t>
            </a:r>
            <a:r>
              <a:rPr lang="zh-CN" sz="1050" b="1">
                <a:solidFill>
                  <a:srgbClr val="1F2423"/>
                </a:solidFill>
                <a:cs typeface="汉仪古隶简" charset="0"/>
              </a:rPr>
              <a:t>的调用能力</a:t>
            </a:r>
            <a:endParaRPr 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518051" y="1567920"/>
            <a:ext cx="3155975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远程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调用：访问数据库、业务工具、搜索引擎等服务能力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4518051" y="1908067"/>
            <a:ext cx="3155975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本地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调用：访问本机文件资源、运行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生成的源程序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8068945" y="1017905"/>
            <a:ext cx="3546475" cy="1395095"/>
          </a:xfrm>
          <a:custGeom>
            <a:avLst/>
            <a:gdLst>
              <a:gd name="sw" fmla="*/ 1 w 5585"/>
              <a:gd name="sh" fmla="*/ 1 h 2197"/>
              <a:gd name="mins" fmla="min sw sh"/>
              <a:gd name="dsw" fmla="+- 0 sw mins"/>
              <a:gd name="dsh" fmla="+- 0 sh mins"/>
              <a:gd name="p0x0" fmla="*/ 390 w 5585"/>
              <a:gd name="p0y0" fmla="*/ 0 h 2197"/>
              <a:gd name="p0x1" fmla="*/ 5195 w 5585"/>
              <a:gd name="p0y1" fmla="*/ 0 h 2197"/>
              <a:gd name="p0x2" fmla="*/ 5410 w 5585"/>
              <a:gd name="p0y2" fmla="*/ 0 h 2197"/>
              <a:gd name="p0x3" fmla="*/ 5585 w 5585"/>
              <a:gd name="p0y3" fmla="*/ 174 h 2197"/>
              <a:gd name="p0x4" fmla="*/ 5585 w 5585"/>
              <a:gd name="p0y4" fmla="*/ 390 h 2197"/>
              <a:gd name="p0x5" fmla="*/ 5585 w 5585"/>
              <a:gd name="p0y5" fmla="*/ 1807 h 2197"/>
              <a:gd name="p0x6" fmla="*/ 5585 w 5585"/>
              <a:gd name="p0y6" fmla="*/ 2022 h 2197"/>
              <a:gd name="p0x7" fmla="*/ 5410 w 5585"/>
              <a:gd name="p0y7" fmla="*/ 2197 h 2197"/>
              <a:gd name="p0x8" fmla="*/ 5195 w 5585"/>
              <a:gd name="p0y8" fmla="*/ 2197 h 2197"/>
              <a:gd name="p0x9" fmla="*/ 390 w 5585"/>
              <a:gd name="p0y9" fmla="*/ 2197 h 2197"/>
              <a:gd name="p0x10" fmla="*/ 174 w 5585"/>
              <a:gd name="p0y10" fmla="*/ 2197 h 2197"/>
              <a:gd name="p0x11" fmla="*/ 0 w 5585"/>
              <a:gd name="p0y11" fmla="*/ 2022 h 2197"/>
              <a:gd name="p0x12" fmla="*/ 0 w 5585"/>
              <a:gd name="p0y12" fmla="*/ 1807 h 2197"/>
              <a:gd name="p0x13" fmla="*/ 0 w 5585"/>
              <a:gd name="p0y13" fmla="*/ 390 h 2197"/>
              <a:gd name="p0x14" fmla="*/ 0 w 5585"/>
              <a:gd name="p0y14" fmla="*/ 174 h 2197"/>
              <a:gd name="p0x15" fmla="*/ 174 w 5585"/>
              <a:gd name="p0y15" fmla="*/ 0 h 2197"/>
              <a:gd name="p0x16" fmla="*/ 390 w 5585"/>
              <a:gd name="p0y16" fmla="*/ 0 h 2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8264525" y="12509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619" t="-3067" r="-2619" b="-3067"/>
          <a:stretch>
            <a:fillRect/>
          </a:stretch>
        </p:blipFill>
        <p:spPr>
          <a:xfrm>
            <a:off x="8281035" y="1279525"/>
            <a:ext cx="280670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8655101" y="1322899"/>
            <a:ext cx="122902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开发者自定义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Host</a:t>
            </a:r>
            <a:endParaRPr lang="en-US" alt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8264576" y="1633918"/>
            <a:ext cx="3155975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可自行开发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，与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配合提供基础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AI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应用能力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8264576" y="2005393"/>
            <a:ext cx="320657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通过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调用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，实现灵活扩展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575945" y="2613025"/>
            <a:ext cx="5419725" cy="1863725"/>
          </a:xfrm>
          <a:custGeom>
            <a:avLst/>
            <a:gdLst>
              <a:gd name="sw" fmla="*/ 1 w 8535"/>
              <a:gd name="sh" fmla="*/ 1 h 2934"/>
              <a:gd name="mins" fmla="min sw sh"/>
              <a:gd name="dsw" fmla="+- 0 sw mins"/>
              <a:gd name="dsh" fmla="+- 0 sh mins"/>
              <a:gd name="p0x0" fmla="*/ 390 w 8535"/>
              <a:gd name="p0y0" fmla="*/ 0 h 2934"/>
              <a:gd name="p0x1" fmla="*/ 8145 w 8535"/>
              <a:gd name="p0y1" fmla="*/ 0 h 2934"/>
              <a:gd name="p0x2" fmla="*/ 8360 w 8535"/>
              <a:gd name="p0y2" fmla="*/ 0 h 2934"/>
              <a:gd name="p0x3" fmla="*/ 8535 w 8535"/>
              <a:gd name="p0y3" fmla="*/ 174 h 2934"/>
              <a:gd name="p0x4" fmla="*/ 8535 w 8535"/>
              <a:gd name="p0y4" fmla="*/ 390 h 2934"/>
              <a:gd name="p0x5" fmla="*/ 8535 w 8535"/>
              <a:gd name="p0y5" fmla="*/ 2544 h 2934"/>
              <a:gd name="p0x6" fmla="*/ 8535 w 8535"/>
              <a:gd name="p0y6" fmla="*/ 2760 h 2934"/>
              <a:gd name="p0x7" fmla="*/ 8360 w 8535"/>
              <a:gd name="p0y7" fmla="*/ 2934 h 2934"/>
              <a:gd name="p0x8" fmla="*/ 8145 w 8535"/>
              <a:gd name="p0y8" fmla="*/ 2934 h 2934"/>
              <a:gd name="p0x9" fmla="*/ 390 w 8535"/>
              <a:gd name="p0y9" fmla="*/ 2934 h 2934"/>
              <a:gd name="p0x10" fmla="*/ 174 w 8535"/>
              <a:gd name="p0y10" fmla="*/ 2934 h 2934"/>
              <a:gd name="p0x11" fmla="*/ 0 w 8535"/>
              <a:gd name="p0y11" fmla="*/ 2760 h 2934"/>
              <a:gd name="p0x12" fmla="*/ 0 w 8535"/>
              <a:gd name="p0y12" fmla="*/ 2544 h 2934"/>
              <a:gd name="p0x13" fmla="*/ 0 w 8535"/>
              <a:gd name="p0y13" fmla="*/ 390 h 2934"/>
              <a:gd name="p0x14" fmla="*/ 0 w 8535"/>
              <a:gd name="p0y14" fmla="*/ 174 h 2934"/>
              <a:gd name="p0x15" fmla="*/ 174 w 8535"/>
              <a:gd name="p0y15" fmla="*/ 0 h 2934"/>
              <a:gd name="p0x16" fmla="*/ 390 w 8535"/>
              <a:gd name="p0y16" fmla="*/ 0 h 293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771525" y="316420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619" t="-10152" r="-2619" b="-10152"/>
          <a:stretch>
            <a:fillRect/>
          </a:stretch>
        </p:blipFill>
        <p:spPr>
          <a:xfrm>
            <a:off x="788035" y="3192780"/>
            <a:ext cx="280670" cy="25209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1162050" y="3235633"/>
            <a:ext cx="143128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FFFFFF"/>
                </a:solidFill>
                <a:cs typeface="汉仪古隶简" charset="0"/>
              </a:rPr>
              <a:t>远程</a:t>
            </a:r>
            <a:r>
              <a:rPr lang="en-US" altLang="zh-CN" sz="1050" b="1">
                <a:solidFill>
                  <a:srgbClr val="FFFFFF"/>
                </a:solidFill>
                <a:cs typeface="汉仪古隶简" charset="0"/>
              </a:rPr>
              <a:t>MCP Server</a:t>
            </a:r>
            <a:r>
              <a:rPr lang="zh-CN" altLang="en-US" sz="1050" b="1">
                <a:solidFill>
                  <a:srgbClr val="FFFFFF"/>
                </a:solidFill>
                <a:cs typeface="汉仪古隶简" charset="0"/>
              </a:rPr>
              <a:t>调用</a:t>
            </a:r>
            <a:endParaRPr lang="zh-CN" altLang="en-US" sz="1050" b="1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771525" y="3546653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FFFFFF"/>
                </a:solidFill>
              </a:rPr>
              <a:t>访问数据库、业务工具、搜索引擎等服务能力</a:t>
            </a:r>
            <a:endParaRPr sz="1050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771525" y="3751440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FFFFFF"/>
                </a:solidFill>
              </a:rPr>
              <a:t>通过网络连接外部服务，实现云端资源调用</a:t>
            </a:r>
            <a:endParaRPr sz="1050">
              <a:solidFill>
                <a:srgbClr val="FFFFFF"/>
              </a:solidFill>
            </a:endParaRPr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6195695" y="2613025"/>
            <a:ext cx="5419725" cy="1863725"/>
          </a:xfrm>
          <a:custGeom>
            <a:avLst/>
            <a:gdLst>
              <a:gd name="sw" fmla="*/ 1 w 8535"/>
              <a:gd name="sh" fmla="*/ 1 h 2934"/>
              <a:gd name="mins" fmla="min sw sh"/>
              <a:gd name="dsw" fmla="+- 0 sw mins"/>
              <a:gd name="dsh" fmla="+- 0 sh mins"/>
              <a:gd name="p0x0" fmla="*/ 390 w 8535"/>
              <a:gd name="p0y0" fmla="*/ 0 h 2934"/>
              <a:gd name="p0x1" fmla="*/ 8145 w 8535"/>
              <a:gd name="p0y1" fmla="*/ 0 h 2934"/>
              <a:gd name="p0x2" fmla="*/ 8360 w 8535"/>
              <a:gd name="p0y2" fmla="*/ 0 h 2934"/>
              <a:gd name="p0x3" fmla="*/ 8535 w 8535"/>
              <a:gd name="p0y3" fmla="*/ 174 h 2934"/>
              <a:gd name="p0x4" fmla="*/ 8535 w 8535"/>
              <a:gd name="p0y4" fmla="*/ 390 h 2934"/>
              <a:gd name="p0x5" fmla="*/ 8535 w 8535"/>
              <a:gd name="p0y5" fmla="*/ 2544 h 2934"/>
              <a:gd name="p0x6" fmla="*/ 8535 w 8535"/>
              <a:gd name="p0y6" fmla="*/ 2760 h 2934"/>
              <a:gd name="p0x7" fmla="*/ 8360 w 8535"/>
              <a:gd name="p0y7" fmla="*/ 2934 h 2934"/>
              <a:gd name="p0x8" fmla="*/ 8145 w 8535"/>
              <a:gd name="p0y8" fmla="*/ 2934 h 2934"/>
              <a:gd name="p0x9" fmla="*/ 390 w 8535"/>
              <a:gd name="p0y9" fmla="*/ 2934 h 2934"/>
              <a:gd name="p0x10" fmla="*/ 174 w 8535"/>
              <a:gd name="p0y10" fmla="*/ 2934 h 2934"/>
              <a:gd name="p0x11" fmla="*/ 0 w 8535"/>
              <a:gd name="p0y11" fmla="*/ 2760 h 2934"/>
              <a:gd name="p0x12" fmla="*/ 0 w 8535"/>
              <a:gd name="p0y12" fmla="*/ 2544 h 2934"/>
              <a:gd name="p0x13" fmla="*/ 0 w 8535"/>
              <a:gd name="p0y13" fmla="*/ 390 h 2934"/>
              <a:gd name="p0x14" fmla="*/ 0 w 8535"/>
              <a:gd name="p0y14" fmla="*/ 174 h 2934"/>
              <a:gd name="p0x15" fmla="*/ 174 w 8535"/>
              <a:gd name="p0y15" fmla="*/ 0 h 2934"/>
              <a:gd name="p0x16" fmla="*/ 390 w 8535"/>
              <a:gd name="p0y16" fmla="*/ 0 h 293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85E5D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6"/>
            </p:custDataLst>
          </p:nvPr>
        </p:nvSpPr>
        <p:spPr>
          <a:xfrm>
            <a:off x="6391275" y="316420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473" t="-10152" r="-2473" b="-10152"/>
          <a:stretch>
            <a:fillRect/>
          </a:stretch>
        </p:blipFill>
        <p:spPr>
          <a:xfrm>
            <a:off x="6393180" y="3192780"/>
            <a:ext cx="309880" cy="2520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6781800" y="3235633"/>
            <a:ext cx="143128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FFFFFF"/>
                </a:solidFill>
                <a:cs typeface="汉仪古隶简" charset="0"/>
              </a:rPr>
              <a:t>本地</a:t>
            </a:r>
            <a:r>
              <a:rPr lang="en-US" altLang="zh-CN" sz="1050" b="1">
                <a:solidFill>
                  <a:srgbClr val="FFFFFF"/>
                </a:solidFill>
                <a:cs typeface="汉仪古隶简" charset="0"/>
              </a:rPr>
              <a:t>MCP Server</a:t>
            </a:r>
            <a:r>
              <a:rPr lang="zh-CN" altLang="en-US" sz="1050" b="1">
                <a:solidFill>
                  <a:srgbClr val="FFFFFF"/>
                </a:solidFill>
                <a:cs typeface="汉仪古隶简" charset="0"/>
              </a:rPr>
              <a:t>调用</a:t>
            </a:r>
            <a:endParaRPr lang="zh-CN" altLang="en-US" sz="1050" b="1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6391275" y="3546653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FFFFFF"/>
                </a:solidFill>
              </a:rPr>
              <a:t>访问本机文件资源，实现本地数据读写</a:t>
            </a:r>
            <a:endParaRPr sz="1050">
              <a:solidFill>
                <a:srgbClr val="FFFFFF"/>
              </a:solidFill>
            </a:endParaRPr>
          </a:p>
        </p:txBody>
      </p:sp>
      <p:sp>
        <p:nvSpPr>
          <p:cNvPr id="34" name="文本框 33"/>
          <p:cNvSpPr txBox="1"/>
          <p:nvPr>
            <p:custDataLst>
              <p:tags r:id="rId42"/>
            </p:custDataLst>
          </p:nvPr>
        </p:nvSpPr>
        <p:spPr>
          <a:xfrm>
            <a:off x="6391275" y="3751440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FFFFFF"/>
                </a:solidFill>
                <a:cs typeface="汉仪古隶简" charset="0"/>
              </a:rPr>
              <a:t>运行</a:t>
            </a:r>
            <a:r>
              <a:rPr lang="en-US" altLang="zh-CN" sz="1050">
                <a:solidFill>
                  <a:srgbClr val="FFFFFF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FFFFFF"/>
                </a:solidFill>
                <a:cs typeface="汉仪古隶简" charset="0"/>
              </a:rPr>
              <a:t>生成的源程序，支持代码执行与调试</a:t>
            </a:r>
            <a:endParaRPr lang="zh-CN" altLang="en-US" sz="105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575945" y="4676775"/>
            <a:ext cx="11039475" cy="1795145"/>
          </a:xfrm>
          <a:custGeom>
            <a:avLst/>
            <a:gdLst>
              <a:gd name="sw" fmla="*/ 1 w 17385"/>
              <a:gd name="sh" fmla="*/ 1 h 2827"/>
              <a:gd name="mins" fmla="min sw sh"/>
              <a:gd name="dsw" fmla="+- 0 sw mins"/>
              <a:gd name="dsh" fmla="+- 0 sh mins"/>
              <a:gd name="p0x0" fmla="*/ 390 w 17385"/>
              <a:gd name="p0y0" fmla="*/ 0 h 2827"/>
              <a:gd name="p0x1" fmla="*/ 16995 w 17385"/>
              <a:gd name="p0y1" fmla="*/ 0 h 2827"/>
              <a:gd name="p0x2" fmla="*/ 17210 w 17385"/>
              <a:gd name="p0y2" fmla="*/ 0 h 2827"/>
              <a:gd name="p0x3" fmla="*/ 17385 w 17385"/>
              <a:gd name="p0y3" fmla="*/ 174 h 2827"/>
              <a:gd name="p0x4" fmla="*/ 17385 w 17385"/>
              <a:gd name="p0y4" fmla="*/ 390 h 2827"/>
              <a:gd name="p0x5" fmla="*/ 17385 w 17385"/>
              <a:gd name="p0y5" fmla="*/ 2437 h 2827"/>
              <a:gd name="p0x6" fmla="*/ 17385 w 17385"/>
              <a:gd name="p0y6" fmla="*/ 2652 h 2827"/>
              <a:gd name="p0x7" fmla="*/ 17210 w 17385"/>
              <a:gd name="p0y7" fmla="*/ 2827 h 2827"/>
              <a:gd name="p0x8" fmla="*/ 16995 w 17385"/>
              <a:gd name="p0y8" fmla="*/ 2827 h 2827"/>
              <a:gd name="p0x9" fmla="*/ 390 w 17385"/>
              <a:gd name="p0y9" fmla="*/ 2827 h 2827"/>
              <a:gd name="p0x10" fmla="*/ 174 w 17385"/>
              <a:gd name="p0y10" fmla="*/ 2827 h 2827"/>
              <a:gd name="p0x11" fmla="*/ 0 w 17385"/>
              <a:gd name="p0y11" fmla="*/ 2652 h 2827"/>
              <a:gd name="p0x12" fmla="*/ 0 w 17385"/>
              <a:gd name="p0y12" fmla="*/ 2437 h 2827"/>
              <a:gd name="p0x13" fmla="*/ 0 w 17385"/>
              <a:gd name="p0y13" fmla="*/ 390 h 2827"/>
              <a:gd name="p0x14" fmla="*/ 0 w 17385"/>
              <a:gd name="p0y14" fmla="*/ 174 h 2827"/>
              <a:gd name="p0x15" fmla="*/ 174 w 17385"/>
              <a:gd name="p0y15" fmla="*/ 0 h 2827"/>
              <a:gd name="p0x16" fmla="*/ 390 w 17385"/>
              <a:gd name="p0y16" fmla="*/ 0 h 28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44"/>
            </p:custDataLst>
          </p:nvPr>
        </p:nvSpPr>
        <p:spPr>
          <a:xfrm>
            <a:off x="771525" y="544576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6818" t="-1061" r="-6818" b="-1061"/>
          <a:stretch>
            <a:fillRect/>
          </a:stretch>
        </p:blipFill>
        <p:spPr>
          <a:xfrm>
            <a:off x="781050" y="5464810"/>
            <a:ext cx="238125" cy="213995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1104900" y="5396027"/>
            <a:ext cx="162907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可自行开发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MCP Host</a:t>
            </a:r>
            <a:endParaRPr lang="en-US" alt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49"/>
            </p:custDataLst>
          </p:nvPr>
        </p:nvSpPr>
        <p:spPr>
          <a:xfrm>
            <a:off x="1104900" y="5566029"/>
            <a:ext cx="17624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根据业务需求定制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实现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0" name="任意多边形 39"/>
          <p:cNvSpPr/>
          <p:nvPr>
            <p:custDataLst>
              <p:tags r:id="rId50"/>
            </p:custDataLst>
          </p:nvPr>
        </p:nvSpPr>
        <p:spPr>
          <a:xfrm>
            <a:off x="4384675" y="544576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2821" t="-3492" r="-2821" b="-3492"/>
          <a:stretch>
            <a:fillRect/>
          </a:stretch>
        </p:blipFill>
        <p:spPr>
          <a:xfrm>
            <a:off x="4382135" y="5464810"/>
            <a:ext cx="261620" cy="2139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4"/>
            </p:custDataLst>
          </p:nvPr>
        </p:nvSpPr>
        <p:spPr>
          <a:xfrm>
            <a:off x="4718076" y="5396027"/>
            <a:ext cx="200925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与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LLM</a:t>
            </a: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配合提供基础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AI</a:t>
            </a: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应用能力</a:t>
            </a:r>
            <a:endParaRPr lang="zh-CN" altLang="en-US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55"/>
            </p:custDataLst>
          </p:nvPr>
        </p:nvSpPr>
        <p:spPr>
          <a:xfrm>
            <a:off x="4718076" y="5566029"/>
            <a:ext cx="187590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4B5553"/>
                </a:solidFill>
              </a:rPr>
              <a:t>集成大语言模型核心能力</a:t>
            </a:r>
            <a:endParaRPr sz="1050">
              <a:solidFill>
                <a:srgbClr val="4B5553"/>
              </a:solidFill>
            </a:endParaRPr>
          </a:p>
        </p:txBody>
      </p:sp>
      <p:sp>
        <p:nvSpPr>
          <p:cNvPr id="44" name="任意多边形 43"/>
          <p:cNvSpPr/>
          <p:nvPr>
            <p:custDataLst>
              <p:tags r:id="rId56"/>
            </p:custDataLst>
          </p:nvPr>
        </p:nvSpPr>
        <p:spPr>
          <a:xfrm>
            <a:off x="7997825" y="544576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4074" t="-1061" r="-4074" b="-1061"/>
          <a:stretch>
            <a:fillRect/>
          </a:stretch>
        </p:blipFill>
        <p:spPr>
          <a:xfrm>
            <a:off x="8033385" y="5464810"/>
            <a:ext cx="185420" cy="21399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60"/>
            </p:custDataLst>
          </p:nvPr>
        </p:nvSpPr>
        <p:spPr>
          <a:xfrm>
            <a:off x="8331251" y="5396027"/>
            <a:ext cx="2273122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通过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MCP Client</a:t>
            </a:r>
            <a:r>
              <a:rPr lang="zh-CN" altLang="en-US" sz="1050" b="1">
                <a:solidFill>
                  <a:srgbClr val="1F2423"/>
                </a:solidFill>
                <a:cs typeface="汉仪古隶简" charset="0"/>
              </a:rPr>
              <a:t>调用</a:t>
            </a:r>
            <a:r>
              <a:rPr lang="en-US" altLang="zh-CN" sz="1050" b="1">
                <a:solidFill>
                  <a:srgbClr val="1F2423"/>
                </a:solidFill>
                <a:cs typeface="汉仪古隶简" charset="0"/>
              </a:rPr>
              <a:t>MCP Server</a:t>
            </a:r>
            <a:endParaRPr lang="en-US" alt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61"/>
            </p:custDataLst>
          </p:nvPr>
        </p:nvSpPr>
        <p:spPr>
          <a:xfrm>
            <a:off x="8331251" y="5566029"/>
            <a:ext cx="200642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4B5553"/>
                </a:solidFill>
              </a:rPr>
              <a:t>标准化协议实现服务扩展</a:t>
            </a:r>
            <a:endParaRPr sz="1050">
              <a:solidFill>
                <a:srgbClr val="4B5553"/>
              </a:solidFill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1F2423"/>
                </a:solidFill>
                <a:cs typeface="汉仪古隶简" charset="0"/>
              </a:rPr>
              <a:t>2.1 </a:t>
            </a:r>
            <a:r>
              <a:rPr lang="zh-CN" altLang="en-US" sz="2400" b="1">
                <a:solidFill>
                  <a:srgbClr val="1F2423"/>
                </a:solidFill>
                <a:cs typeface="汉仪古隶简" charset="0"/>
              </a:rPr>
              <a:t>架构</a:t>
            </a:r>
            <a:r>
              <a:rPr lang="en-US" altLang="zh-CN" sz="2400" b="1">
                <a:solidFill>
                  <a:srgbClr val="1F2423"/>
                </a:solidFill>
                <a:cs typeface="汉仪古隶简" charset="0"/>
              </a:rPr>
              <a:t> - MCP Client</a:t>
            </a:r>
            <a:endParaRPr lang="en-US" altLang="zh-CN" sz="24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4303395" cy="1684655"/>
          </a:xfrm>
          <a:custGeom>
            <a:avLst/>
            <a:gdLst>
              <a:gd name="sw" fmla="*/ 1 w 6776"/>
              <a:gd name="sh" fmla="*/ 1 h 2653"/>
              <a:gd name="mins" fmla="min sw sh"/>
              <a:gd name="dsw" fmla="+- 0 sw mins"/>
              <a:gd name="dsh" fmla="+- 0 sh mins"/>
              <a:gd name="p0x0" fmla="*/ 390 w 6776"/>
              <a:gd name="p0y0" fmla="*/ 0 h 2653"/>
              <a:gd name="p0x1" fmla="*/ 6386 w 6776"/>
              <a:gd name="p0y1" fmla="*/ 0 h 2653"/>
              <a:gd name="p0x2" fmla="*/ 6602 w 6776"/>
              <a:gd name="p0y2" fmla="*/ 0 h 2653"/>
              <a:gd name="p0x3" fmla="*/ 6776 w 6776"/>
              <a:gd name="p0y3" fmla="*/ 174 h 2653"/>
              <a:gd name="p0x4" fmla="*/ 6776 w 6776"/>
              <a:gd name="p0y4" fmla="*/ 390 h 2653"/>
              <a:gd name="p0x5" fmla="*/ 6776 w 6776"/>
              <a:gd name="p0y5" fmla="*/ 2263 h 2653"/>
              <a:gd name="p0x6" fmla="*/ 6776 w 6776"/>
              <a:gd name="p0y6" fmla="*/ 2478 h 2653"/>
              <a:gd name="p0x7" fmla="*/ 6602 w 6776"/>
              <a:gd name="p0y7" fmla="*/ 2653 h 2653"/>
              <a:gd name="p0x8" fmla="*/ 6386 w 6776"/>
              <a:gd name="p0y8" fmla="*/ 2653 h 2653"/>
              <a:gd name="p0x9" fmla="*/ 390 w 6776"/>
              <a:gd name="p0y9" fmla="*/ 2653 h 2653"/>
              <a:gd name="p0x10" fmla="*/ 174 w 6776"/>
              <a:gd name="p0y10" fmla="*/ 2653 h 2653"/>
              <a:gd name="p0x11" fmla="*/ 0 w 6776"/>
              <a:gd name="p0y11" fmla="*/ 2478 h 2653"/>
              <a:gd name="p0x12" fmla="*/ 0 w 6776"/>
              <a:gd name="p0y12" fmla="*/ 2263 h 2653"/>
              <a:gd name="p0x13" fmla="*/ 0 w 6776"/>
              <a:gd name="p0y13" fmla="*/ 390 h 2653"/>
              <a:gd name="p0x14" fmla="*/ 0 w 6776"/>
              <a:gd name="p0y14" fmla="*/ 174 h 2653"/>
              <a:gd name="p0x15" fmla="*/ 174 w 6776"/>
              <a:gd name="p0y15" fmla="*/ 0 h 2653"/>
              <a:gd name="p0x16" fmla="*/ 390 w 6776"/>
              <a:gd name="p0y16" fmla="*/ 0 h 2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9573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73" t="-3067" r="-2473" b="-3067"/>
          <a:stretch>
            <a:fillRect/>
          </a:stretch>
        </p:blipFill>
        <p:spPr>
          <a:xfrm>
            <a:off x="773430" y="1424305"/>
            <a:ext cx="30988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62050" y="1438989"/>
            <a:ext cx="1744266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425" b="1" spc="-30">
                <a:solidFill>
                  <a:srgbClr val="1F2423"/>
                </a:solidFill>
                <a:cs typeface="汉仪古隶简" charset="0"/>
              </a:rPr>
              <a:t>什么是</a:t>
            </a:r>
            <a:r>
              <a:rPr lang="en-US" altLang="zh-CN" sz="1425" b="1" spc="-30">
                <a:solidFill>
                  <a:srgbClr val="1F2423"/>
                </a:solidFill>
                <a:cs typeface="汉仪古隶简" charset="0"/>
              </a:rPr>
              <a:t> MCP Client</a:t>
            </a:r>
            <a:endParaRPr lang="en-US" altLang="zh-CN" sz="1425" b="1" spc="-3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184086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66775" y="1778584"/>
            <a:ext cx="367963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运行在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中与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对接的</a:t>
            </a:r>
            <a:r>
              <a:rPr sz="1050" b="1">
                <a:solidFill>
                  <a:srgbClr val="4B5553"/>
                </a:solidFill>
              </a:rPr>
              <a:t>客户端适配程序</a:t>
            </a:r>
            <a:endParaRPr sz="1050" b="1">
              <a:solidFill>
                <a:srgbClr val="4B5553"/>
              </a:solidFill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2045970"/>
            <a:ext cx="56515" cy="57150"/>
          </a:xfrm>
          <a:custGeom>
            <a:avLst/>
            <a:gdLst>
              <a:gd name="sw" fmla="*/ 1 w 89"/>
              <a:gd name="sh" fmla="*/ 1 h 90"/>
              <a:gd name="mins" fmla="min sw sh"/>
              <a:gd name="dsw" fmla="+- 0 sw mins"/>
              <a:gd name="dsh" fmla="+- 0 sh mins"/>
              <a:gd name="p0x0" fmla="*/ 44 w 89"/>
              <a:gd name="p0y0" fmla="*/ 0 h 90"/>
              <a:gd name="p0x1" fmla="*/ 69 w 89"/>
              <a:gd name="p0y1" fmla="*/ 0 h 90"/>
              <a:gd name="p0x2" fmla="*/ 89 w 89"/>
              <a:gd name="p0y2" fmla="*/ 20 h 90"/>
              <a:gd name="p0x3" fmla="*/ 89 w 89"/>
              <a:gd name="p0y3" fmla="*/ 45 h 90"/>
              <a:gd name="p0x4" fmla="*/ 89 w 89"/>
              <a:gd name="p0y4" fmla="*/ 69 h 90"/>
              <a:gd name="p0x5" fmla="*/ 69 w 89"/>
              <a:gd name="p0y5" fmla="*/ 90 h 90"/>
              <a:gd name="p0x6" fmla="*/ 44 w 89"/>
              <a:gd name="p0y6" fmla="*/ 90 h 90"/>
              <a:gd name="p0x7" fmla="*/ 20 w 89"/>
              <a:gd name="p0y7" fmla="*/ 90 h 90"/>
              <a:gd name="p0x8" fmla="*/ 0 w 89"/>
              <a:gd name="p0y8" fmla="*/ 69 h 90"/>
              <a:gd name="p0x9" fmla="*/ 0 w 89"/>
              <a:gd name="p0y9" fmla="*/ 45 h 90"/>
              <a:gd name="p0x10" fmla="*/ 0 w 89"/>
              <a:gd name="p0y10" fmla="*/ 20 h 90"/>
              <a:gd name="p0x11" fmla="*/ 20 w 89"/>
              <a:gd name="p0y11" fmla="*/ 0 h 90"/>
              <a:gd name="p0x12" fmla="*/ 44 w 89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66480" y="1983372"/>
            <a:ext cx="3702625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通过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消息、传输协议、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Auth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安全与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建立</a:t>
            </a:r>
            <a:r>
              <a:rPr lang="en-US" sz="1050" b="1">
                <a:solidFill>
                  <a:srgbClr val="4B5553"/>
                </a:solidFill>
                <a:cs typeface="汉仪古隶简" charset="0"/>
              </a:rPr>
              <a:t>1:1</a:t>
            </a:r>
            <a:r>
              <a:rPr lang="zh-CN" sz="1050" b="1">
                <a:solidFill>
                  <a:srgbClr val="4B5553"/>
                </a:solidFill>
                <a:cs typeface="汉仪古隶简" charset="0"/>
              </a:rPr>
              <a:t>连接</a:t>
            </a:r>
            <a:endParaRPr lang="zh-CN" sz="1050" b="1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575945" y="2902585"/>
            <a:ext cx="4303395" cy="1684655"/>
          </a:xfrm>
          <a:custGeom>
            <a:avLst/>
            <a:gdLst>
              <a:gd name="sw" fmla="*/ 1 w 6776"/>
              <a:gd name="sh" fmla="*/ 1 h 2653"/>
              <a:gd name="mins" fmla="min sw sh"/>
              <a:gd name="dsw" fmla="+- 0 sw mins"/>
              <a:gd name="dsh" fmla="+- 0 sh mins"/>
              <a:gd name="p0x0" fmla="*/ 390 w 6776"/>
              <a:gd name="p0y0" fmla="*/ 0 h 2653"/>
              <a:gd name="p0x1" fmla="*/ 6386 w 6776"/>
              <a:gd name="p0y1" fmla="*/ 0 h 2653"/>
              <a:gd name="p0x2" fmla="*/ 6602 w 6776"/>
              <a:gd name="p0y2" fmla="*/ 0 h 2653"/>
              <a:gd name="p0x3" fmla="*/ 6776 w 6776"/>
              <a:gd name="p0y3" fmla="*/ 174 h 2653"/>
              <a:gd name="p0x4" fmla="*/ 6776 w 6776"/>
              <a:gd name="p0y4" fmla="*/ 390 h 2653"/>
              <a:gd name="p0x5" fmla="*/ 6776 w 6776"/>
              <a:gd name="p0y5" fmla="*/ 2263 h 2653"/>
              <a:gd name="p0x6" fmla="*/ 6776 w 6776"/>
              <a:gd name="p0y6" fmla="*/ 2478 h 2653"/>
              <a:gd name="p0x7" fmla="*/ 6602 w 6776"/>
              <a:gd name="p0y7" fmla="*/ 2653 h 2653"/>
              <a:gd name="p0x8" fmla="*/ 6386 w 6776"/>
              <a:gd name="p0y8" fmla="*/ 2653 h 2653"/>
              <a:gd name="p0x9" fmla="*/ 390 w 6776"/>
              <a:gd name="p0y9" fmla="*/ 2653 h 2653"/>
              <a:gd name="p0x10" fmla="*/ 174 w 6776"/>
              <a:gd name="p0y10" fmla="*/ 2653 h 2653"/>
              <a:gd name="p0x11" fmla="*/ 0 w 6776"/>
              <a:gd name="p0y11" fmla="*/ 2478 h 2653"/>
              <a:gd name="p0x12" fmla="*/ 0 w 6776"/>
              <a:gd name="p0y12" fmla="*/ 2263 h 2653"/>
              <a:gd name="p0x13" fmla="*/ 0 w 6776"/>
              <a:gd name="p0y13" fmla="*/ 390 h 2653"/>
              <a:gd name="p0x14" fmla="*/ 0 w 6776"/>
              <a:gd name="p0y14" fmla="*/ 174 h 2653"/>
              <a:gd name="p0x15" fmla="*/ 174 w 6776"/>
              <a:gd name="p0y15" fmla="*/ 0 h 2653"/>
              <a:gd name="p0x16" fmla="*/ 390 w 6776"/>
              <a:gd name="p0y16" fmla="*/ 0 h 2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771525" y="319722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619" t="-10152" r="-2619" b="-10152"/>
          <a:stretch>
            <a:fillRect/>
          </a:stretch>
        </p:blipFill>
        <p:spPr>
          <a:xfrm>
            <a:off x="788035" y="3225800"/>
            <a:ext cx="280670" cy="25209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162050" y="3240329"/>
            <a:ext cx="90495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1F2423"/>
                </a:solidFill>
              </a:rPr>
              <a:t>连接特性</a:t>
            </a:r>
            <a:endParaRPr sz="1425" b="1">
              <a:solidFill>
                <a:srgbClr val="1F2423"/>
              </a:solidFill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771525" y="3642360"/>
            <a:ext cx="55245" cy="57150"/>
          </a:xfrm>
          <a:custGeom>
            <a:avLst/>
            <a:gdLst>
              <a:gd name="sw" fmla="*/ 1 w 87"/>
              <a:gd name="sh" fmla="*/ 1 h 90"/>
              <a:gd name="mins" fmla="min sw sh"/>
              <a:gd name="dsw" fmla="+- 0 sw mins"/>
              <a:gd name="dsh" fmla="+- 0 sh mins"/>
              <a:gd name="p0x0" fmla="*/ 43 w 87"/>
              <a:gd name="p0y0" fmla="*/ 0 h 90"/>
              <a:gd name="p0x1" fmla="*/ 67 w 87"/>
              <a:gd name="p0y1" fmla="*/ 0 h 90"/>
              <a:gd name="p0x2" fmla="*/ 87 w 87"/>
              <a:gd name="p0y2" fmla="*/ 20 h 90"/>
              <a:gd name="p0x3" fmla="*/ 87 w 87"/>
              <a:gd name="p0y3" fmla="*/ 45 h 90"/>
              <a:gd name="p0x4" fmla="*/ 87 w 87"/>
              <a:gd name="p0y4" fmla="*/ 69 h 90"/>
              <a:gd name="p0x5" fmla="*/ 67 w 87"/>
              <a:gd name="p0y5" fmla="*/ 90 h 90"/>
              <a:gd name="p0x6" fmla="*/ 43 w 87"/>
              <a:gd name="p0y6" fmla="*/ 90 h 90"/>
              <a:gd name="p0x7" fmla="*/ 19 w 87"/>
              <a:gd name="p0y7" fmla="*/ 90 h 90"/>
              <a:gd name="p0x8" fmla="*/ 0 w 87"/>
              <a:gd name="p0y8" fmla="*/ 69 h 90"/>
              <a:gd name="p0x9" fmla="*/ 0 w 87"/>
              <a:gd name="p0y9" fmla="*/ 45 h 90"/>
              <a:gd name="p0x10" fmla="*/ 0 w 87"/>
              <a:gd name="p0y10" fmla="*/ 20 h 90"/>
              <a:gd name="p0x11" fmla="*/ 19 w 87"/>
              <a:gd name="p0y11" fmla="*/ 0 h 90"/>
              <a:gd name="p0x12" fmla="*/ 43 w 87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864994" y="3579924"/>
            <a:ext cx="3819373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050" b="1">
                <a:solidFill>
                  <a:srgbClr val="4B5553"/>
                </a:solidFill>
                <a:cs typeface="汉仪古隶简" charset="0"/>
              </a:rPr>
              <a:t>1:1</a:t>
            </a:r>
            <a:r>
              <a:rPr lang="zh-CN" sz="1050" b="1">
                <a:solidFill>
                  <a:srgbClr val="4B5553"/>
                </a:solidFill>
                <a:cs typeface="汉仪古隶简" charset="0"/>
              </a:rPr>
              <a:t>连接</a:t>
            </a:r>
            <a:r>
              <a:rPr lang="zh-CN" sz="1050">
                <a:solidFill>
                  <a:srgbClr val="4B5553"/>
                </a:solidFill>
                <a:cs typeface="汉仪古隶简" charset="0"/>
              </a:rPr>
              <a:t>：针对每个接入的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，运行一个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实例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771525" y="4013835"/>
            <a:ext cx="34925" cy="57150"/>
          </a:xfrm>
          <a:custGeom>
            <a:avLst/>
            <a:gdLst>
              <a:gd name="sw" fmla="*/ 1 w 55"/>
              <a:gd name="sh" fmla="*/ 1 h 90"/>
              <a:gd name="mins" fmla="min sw sh"/>
              <a:gd name="dsw" fmla="+- 0 sw mins"/>
              <a:gd name="dsh" fmla="+- 0 sh mins"/>
              <a:gd name="p0x0" fmla="*/ 27 w 55"/>
              <a:gd name="p0y0" fmla="*/ 0 h 90"/>
              <a:gd name="p0x1" fmla="*/ 42 w 55"/>
              <a:gd name="p0y1" fmla="*/ 0 h 90"/>
              <a:gd name="p0x2" fmla="*/ 55 w 55"/>
              <a:gd name="p0y2" fmla="*/ 20 h 90"/>
              <a:gd name="p0x3" fmla="*/ 55 w 55"/>
              <a:gd name="p0y3" fmla="*/ 45 h 90"/>
              <a:gd name="p0x4" fmla="*/ 55 w 55"/>
              <a:gd name="p0y4" fmla="*/ 69 h 90"/>
              <a:gd name="p0x5" fmla="*/ 42 w 55"/>
              <a:gd name="p0y5" fmla="*/ 90 h 90"/>
              <a:gd name="p0x6" fmla="*/ 27 w 55"/>
              <a:gd name="p0y6" fmla="*/ 90 h 90"/>
              <a:gd name="p0x7" fmla="*/ 12 w 55"/>
              <a:gd name="p0y7" fmla="*/ 90 h 90"/>
              <a:gd name="p0x8" fmla="*/ 0 w 55"/>
              <a:gd name="p0y8" fmla="*/ 69 h 90"/>
              <a:gd name="p0x9" fmla="*/ 0 w 55"/>
              <a:gd name="p0y9" fmla="*/ 45 h 90"/>
              <a:gd name="p0x10" fmla="*/ 0 w 55"/>
              <a:gd name="p0y10" fmla="*/ 20 h 90"/>
              <a:gd name="p0x11" fmla="*/ 12 w 55"/>
              <a:gd name="p0y11" fmla="*/ 0 h 90"/>
              <a:gd name="p0x12" fmla="*/ 27 w 55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844753" y="3951399"/>
            <a:ext cx="3839613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 b="1">
                <a:solidFill>
                  <a:srgbClr val="4B5553"/>
                </a:solidFill>
              </a:rPr>
              <a:t>通用性</a:t>
            </a:r>
            <a:r>
              <a:rPr lang="zh-CN" sz="1050">
                <a:solidFill>
                  <a:srgbClr val="4B5553"/>
                </a:solidFill>
                <a:cs typeface="汉仪古隶简" charset="0"/>
              </a:rPr>
              <a:t>：配合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Standard Input/Output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SSE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Streamable-HTTP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三种通道类型，可连接任何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endParaRPr lang="en-US" altLang="zh-CN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575945" y="4787265"/>
            <a:ext cx="4303395" cy="1684655"/>
          </a:xfrm>
          <a:custGeom>
            <a:avLst/>
            <a:gdLst>
              <a:gd name="sw" fmla="*/ 1 w 6776"/>
              <a:gd name="sh" fmla="*/ 1 h 2653"/>
              <a:gd name="mins" fmla="min sw sh"/>
              <a:gd name="dsw" fmla="+- 0 sw mins"/>
              <a:gd name="dsh" fmla="+- 0 sh mins"/>
              <a:gd name="p0x0" fmla="*/ 390 w 6776"/>
              <a:gd name="p0y0" fmla="*/ 0 h 2653"/>
              <a:gd name="p0x1" fmla="*/ 6386 w 6776"/>
              <a:gd name="p0y1" fmla="*/ 0 h 2653"/>
              <a:gd name="p0x2" fmla="*/ 6602 w 6776"/>
              <a:gd name="p0y2" fmla="*/ 0 h 2653"/>
              <a:gd name="p0x3" fmla="*/ 6776 w 6776"/>
              <a:gd name="p0y3" fmla="*/ 174 h 2653"/>
              <a:gd name="p0x4" fmla="*/ 6776 w 6776"/>
              <a:gd name="p0y4" fmla="*/ 390 h 2653"/>
              <a:gd name="p0x5" fmla="*/ 6776 w 6776"/>
              <a:gd name="p0y5" fmla="*/ 2263 h 2653"/>
              <a:gd name="p0x6" fmla="*/ 6776 w 6776"/>
              <a:gd name="p0y6" fmla="*/ 2478 h 2653"/>
              <a:gd name="p0x7" fmla="*/ 6602 w 6776"/>
              <a:gd name="p0y7" fmla="*/ 2653 h 2653"/>
              <a:gd name="p0x8" fmla="*/ 6386 w 6776"/>
              <a:gd name="p0y8" fmla="*/ 2653 h 2653"/>
              <a:gd name="p0x9" fmla="*/ 390 w 6776"/>
              <a:gd name="p0y9" fmla="*/ 2653 h 2653"/>
              <a:gd name="p0x10" fmla="*/ 174 w 6776"/>
              <a:gd name="p0y10" fmla="*/ 2653 h 2653"/>
              <a:gd name="p0x11" fmla="*/ 0 w 6776"/>
              <a:gd name="p0y11" fmla="*/ 2478 h 2653"/>
              <a:gd name="p0x12" fmla="*/ 0 w 6776"/>
              <a:gd name="p0y12" fmla="*/ 2263 h 2653"/>
              <a:gd name="p0x13" fmla="*/ 0 w 6776"/>
              <a:gd name="p0y13" fmla="*/ 390 h 2653"/>
              <a:gd name="p0x14" fmla="*/ 0 w 6776"/>
              <a:gd name="p0y14" fmla="*/ 174 h 2653"/>
              <a:gd name="p0x15" fmla="*/ 174 w 6776"/>
              <a:gd name="p0y15" fmla="*/ 0 h 2653"/>
              <a:gd name="p0x16" fmla="*/ 390 w 6776"/>
              <a:gd name="p0y16" fmla="*/ 0 h 2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771525" y="497713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04545" y="5005705"/>
            <a:ext cx="247650" cy="2520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1162050" y="5020161"/>
            <a:ext cx="1085926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1F2423"/>
                </a:solidFill>
              </a:rPr>
              <a:t>概念独立性</a:t>
            </a:r>
            <a:endParaRPr sz="1425" b="1">
              <a:solidFill>
                <a:srgbClr val="1F2423"/>
              </a:solidFill>
            </a:endParaRPr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771525" y="541655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866775" y="5354250"/>
            <a:ext cx="402372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与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在同一软件中，都运行在</a:t>
            </a:r>
            <a:r>
              <a:rPr sz="1050" b="1">
                <a:solidFill>
                  <a:srgbClr val="4B5553"/>
                </a:solidFill>
              </a:rPr>
              <a:t>本地操作系统</a:t>
            </a:r>
            <a:endParaRPr sz="1050" b="1">
              <a:solidFill>
                <a:srgbClr val="4B5553"/>
              </a:solidFill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771525" y="561467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866775" y="5552418"/>
            <a:ext cx="160035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4B5553"/>
                </a:solidFill>
              </a:rPr>
              <a:t>但在</a:t>
            </a:r>
            <a:r>
              <a:rPr sz="1050" b="1">
                <a:solidFill>
                  <a:srgbClr val="4B5553"/>
                </a:solidFill>
              </a:rPr>
              <a:t>逻辑层面保持独立性</a:t>
            </a:r>
            <a:endParaRPr sz="1050" b="1">
              <a:solidFill>
                <a:srgbClr val="4B5553"/>
              </a:solidFill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771525" y="58134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866775" y="5750576"/>
            <a:ext cx="314629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sz="1050">
                <a:solidFill>
                  <a:srgbClr val="4B5553"/>
                </a:solidFill>
                <a:cs typeface="汉仪古隶简" charset="0"/>
              </a:rPr>
              <a:t>以</a:t>
            </a:r>
            <a:r>
              <a:rPr sz="1050" b="1">
                <a:solidFill>
                  <a:srgbClr val="4B5553"/>
                </a:solidFill>
              </a:rPr>
              <a:t>配置文件方式</a:t>
            </a:r>
            <a:r>
              <a:rPr lang="zh-CN" sz="1050">
                <a:solidFill>
                  <a:srgbClr val="4B5553"/>
                </a:solidFill>
                <a:cs typeface="汉仪古隶简" charset="0"/>
              </a:rPr>
              <a:t>在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中设定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0" name="任意多边形 29"/>
          <p:cNvSpPr/>
          <p:nvPr>
            <p:custDataLst>
              <p:tags r:id="rId34"/>
            </p:custDataLst>
          </p:nvPr>
        </p:nvSpPr>
        <p:spPr>
          <a:xfrm>
            <a:off x="771525" y="6011545"/>
            <a:ext cx="55245" cy="57150"/>
          </a:xfrm>
          <a:custGeom>
            <a:avLst/>
            <a:gdLst>
              <a:gd name="sw" fmla="*/ 1 w 87"/>
              <a:gd name="sh" fmla="*/ 1 h 90"/>
              <a:gd name="mins" fmla="min sw sh"/>
              <a:gd name="dsw" fmla="+- 0 sw mins"/>
              <a:gd name="dsh" fmla="+- 0 sh mins"/>
              <a:gd name="p0x0" fmla="*/ 43 w 87"/>
              <a:gd name="p0y0" fmla="*/ 0 h 90"/>
              <a:gd name="p0x1" fmla="*/ 68 w 87"/>
              <a:gd name="p0y1" fmla="*/ 0 h 90"/>
              <a:gd name="p0x2" fmla="*/ 87 w 87"/>
              <a:gd name="p0y2" fmla="*/ 20 h 90"/>
              <a:gd name="p0x3" fmla="*/ 87 w 87"/>
              <a:gd name="p0y3" fmla="*/ 45 h 90"/>
              <a:gd name="p0x4" fmla="*/ 87 w 87"/>
              <a:gd name="p0y4" fmla="*/ 69 h 90"/>
              <a:gd name="p0x5" fmla="*/ 68 w 87"/>
              <a:gd name="p0y5" fmla="*/ 90 h 90"/>
              <a:gd name="p0x6" fmla="*/ 43 w 87"/>
              <a:gd name="p0y6" fmla="*/ 90 h 90"/>
              <a:gd name="p0x7" fmla="*/ 19 w 87"/>
              <a:gd name="p0y7" fmla="*/ 90 h 90"/>
              <a:gd name="p0x8" fmla="*/ 0 w 87"/>
              <a:gd name="p0y8" fmla="*/ 69 h 90"/>
              <a:gd name="p0x9" fmla="*/ 0 w 87"/>
              <a:gd name="p0y9" fmla="*/ 45 h 90"/>
              <a:gd name="p0x10" fmla="*/ 0 w 87"/>
              <a:gd name="p0y10" fmla="*/ 20 h 90"/>
              <a:gd name="p0x11" fmla="*/ 19 w 87"/>
              <a:gd name="p0y11" fmla="*/ 0 h 90"/>
              <a:gd name="p0x12" fmla="*/ 43 w 87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865289" y="5948743"/>
            <a:ext cx="3790131" cy="3495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lang="en-US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sz="1050">
                <a:solidFill>
                  <a:srgbClr val="4B5553"/>
                </a:solidFill>
                <a:cs typeface="汉仪古隶简" charset="0"/>
              </a:rPr>
              <a:t>驱动下在特定流程被调用，执行调用动作即为</a:t>
            </a:r>
            <a:r>
              <a:rPr lang="en-US" sz="1050" b="1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050" b="1">
                <a:solidFill>
                  <a:srgbClr val="4B5553"/>
                </a:solidFill>
                <a:cs typeface="汉仪古隶简" charset="0"/>
              </a:rPr>
              <a:t>职能</a:t>
            </a:r>
            <a:endParaRPr lang="zh-CN" altLang="en-US" sz="1050" b="1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36"/>
            </p:custDataLst>
          </p:nvPr>
        </p:nvSpPr>
        <p:spPr>
          <a:xfrm>
            <a:off x="5155565" y="1017905"/>
            <a:ext cx="6459855" cy="3930015"/>
          </a:xfrm>
          <a:custGeom>
            <a:avLst/>
            <a:gdLst>
              <a:gd name="sw" fmla="*/ 1 w 10173"/>
              <a:gd name="sh" fmla="*/ 1 h 6189"/>
              <a:gd name="mins" fmla="min sw sh"/>
              <a:gd name="dsw" fmla="+- 0 sw mins"/>
              <a:gd name="dsh" fmla="+- 0 sh mins"/>
              <a:gd name="p0x0" fmla="*/ 390 w 10173"/>
              <a:gd name="p0y0" fmla="*/ 0 h 6189"/>
              <a:gd name="p0x1" fmla="*/ 9783 w 10173"/>
              <a:gd name="p0y1" fmla="*/ 0 h 6189"/>
              <a:gd name="p0x2" fmla="*/ 9998 w 10173"/>
              <a:gd name="p0y2" fmla="*/ 0 h 6189"/>
              <a:gd name="p0x3" fmla="*/ 10173 w 10173"/>
              <a:gd name="p0y3" fmla="*/ 174 h 6189"/>
              <a:gd name="p0x4" fmla="*/ 10173 w 10173"/>
              <a:gd name="p0y4" fmla="*/ 390 h 6189"/>
              <a:gd name="p0x5" fmla="*/ 10173 w 10173"/>
              <a:gd name="p0y5" fmla="*/ 5799 h 6189"/>
              <a:gd name="p0x6" fmla="*/ 10173 w 10173"/>
              <a:gd name="p0y6" fmla="*/ 6014 h 6189"/>
              <a:gd name="p0x7" fmla="*/ 9998 w 10173"/>
              <a:gd name="p0y7" fmla="*/ 6189 h 6189"/>
              <a:gd name="p0x8" fmla="*/ 9783 w 10173"/>
              <a:gd name="p0y8" fmla="*/ 6189 h 6189"/>
              <a:gd name="p0x9" fmla="*/ 390 w 10173"/>
              <a:gd name="p0y9" fmla="*/ 6189 h 6189"/>
              <a:gd name="p0x10" fmla="*/ 174 w 10173"/>
              <a:gd name="p0y10" fmla="*/ 6189 h 6189"/>
              <a:gd name="p0x11" fmla="*/ 0 w 10173"/>
              <a:gd name="p0y11" fmla="*/ 6014 h 6189"/>
              <a:gd name="p0x12" fmla="*/ 0 w 10173"/>
              <a:gd name="p0y12" fmla="*/ 5799 h 6189"/>
              <a:gd name="p0x13" fmla="*/ 0 w 10173"/>
              <a:gd name="p0y13" fmla="*/ 390 h 6189"/>
              <a:gd name="p0x14" fmla="*/ 0 w 10173"/>
              <a:gd name="p0y14" fmla="*/ 174 h 6189"/>
              <a:gd name="p0x15" fmla="*/ 174 w 10173"/>
              <a:gd name="p0y15" fmla="*/ 0 h 6189"/>
              <a:gd name="p0x16" fmla="*/ 390 w 10173"/>
              <a:gd name="p0y16" fmla="*/ 0 h 61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5541010" y="140335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5565140" y="1422400"/>
            <a:ext cx="209550" cy="2146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5874991" y="1418225"/>
            <a:ext cx="1745380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1425" b="1">
                <a:solidFill>
                  <a:srgbClr val="1F2423"/>
                </a:solidFill>
                <a:cs typeface="汉仪古隶简" charset="0"/>
              </a:rPr>
              <a:t>MCP </a:t>
            </a:r>
            <a:r>
              <a:rPr lang="zh-CN" sz="1425" b="1">
                <a:solidFill>
                  <a:srgbClr val="1F2423"/>
                </a:solidFill>
                <a:cs typeface="汉仪古隶简" charset="0"/>
              </a:rPr>
              <a:t>架构层级关系</a:t>
            </a:r>
            <a:endParaRPr lang="zh-CN" sz="1425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6" name="任意多边形 35"/>
          <p:cNvSpPr/>
          <p:nvPr>
            <p:custDataLst>
              <p:tags r:id="rId42"/>
            </p:custDataLst>
          </p:nvPr>
        </p:nvSpPr>
        <p:spPr>
          <a:xfrm>
            <a:off x="5155565" y="5147945"/>
            <a:ext cx="2019935" cy="1323975"/>
          </a:xfrm>
          <a:custGeom>
            <a:avLst/>
            <a:gdLst>
              <a:gd name="sw" fmla="*/ 1 w 3181"/>
              <a:gd name="sh" fmla="*/ 1 h 2085"/>
              <a:gd name="mins" fmla="min sw sh"/>
              <a:gd name="dsw" fmla="+- 0 sw mins"/>
              <a:gd name="dsh" fmla="+- 0 sh mins"/>
              <a:gd name="p0x0" fmla="*/ 390 w 3181"/>
              <a:gd name="p0y0" fmla="*/ 0 h 2085"/>
              <a:gd name="p0x1" fmla="*/ 2791 w 3181"/>
              <a:gd name="p0y1" fmla="*/ 0 h 2085"/>
              <a:gd name="p0x2" fmla="*/ 3006 w 3181"/>
              <a:gd name="p0y2" fmla="*/ 0 h 2085"/>
              <a:gd name="p0x3" fmla="*/ 3181 w 3181"/>
              <a:gd name="p0y3" fmla="*/ 174 h 2085"/>
              <a:gd name="p0x4" fmla="*/ 3181 w 3181"/>
              <a:gd name="p0y4" fmla="*/ 390 h 2085"/>
              <a:gd name="p0x5" fmla="*/ 3181 w 3181"/>
              <a:gd name="p0y5" fmla="*/ 1695 h 2085"/>
              <a:gd name="p0x6" fmla="*/ 3181 w 3181"/>
              <a:gd name="p0y6" fmla="*/ 1910 h 2085"/>
              <a:gd name="p0x7" fmla="*/ 3006 w 3181"/>
              <a:gd name="p0y7" fmla="*/ 2085 h 2085"/>
              <a:gd name="p0x8" fmla="*/ 2791 w 3181"/>
              <a:gd name="p0y8" fmla="*/ 2085 h 2085"/>
              <a:gd name="p0x9" fmla="*/ 390 w 3181"/>
              <a:gd name="p0y9" fmla="*/ 2085 h 2085"/>
              <a:gd name="p0x10" fmla="*/ 174 w 3181"/>
              <a:gd name="p0y10" fmla="*/ 2085 h 2085"/>
              <a:gd name="p0x11" fmla="*/ 0 w 3181"/>
              <a:gd name="p0y11" fmla="*/ 1910 h 2085"/>
              <a:gd name="p0x12" fmla="*/ 0 w 3181"/>
              <a:gd name="p0y12" fmla="*/ 1695 h 2085"/>
              <a:gd name="p0x13" fmla="*/ 0 w 3181"/>
              <a:gd name="p0y13" fmla="*/ 390 h 2085"/>
              <a:gd name="p0x14" fmla="*/ 0 w 3181"/>
              <a:gd name="p0y14" fmla="*/ 174 h 2085"/>
              <a:gd name="p0x15" fmla="*/ 174 w 3181"/>
              <a:gd name="p0y15" fmla="*/ 0 h 2085"/>
              <a:gd name="p0x16" fmla="*/ 390 w 3181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3"/>
            </p:custDataLst>
          </p:nvPr>
        </p:nvSpPr>
        <p:spPr>
          <a:xfrm>
            <a:off x="6036945" y="546735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381" t="-20208" r="-2381" b="-20208"/>
          <a:stretch>
            <a:fillRect/>
          </a:stretch>
        </p:blipFill>
        <p:spPr>
          <a:xfrm>
            <a:off x="6060440" y="5486400"/>
            <a:ext cx="209550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7"/>
            </p:custDataLst>
          </p:nvPr>
        </p:nvSpPr>
        <p:spPr>
          <a:xfrm>
            <a:off x="5455444" y="5762625"/>
            <a:ext cx="168748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-15">
                <a:solidFill>
                  <a:srgbClr val="1F2423"/>
                </a:solidFill>
              </a:rPr>
              <a:t>Standard Input/Output</a:t>
            </a:r>
            <a:endParaRPr sz="1050" b="1" spc="-15">
              <a:solidFill>
                <a:srgbClr val="1F2423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48"/>
            </p:custDataLst>
          </p:nvPr>
        </p:nvSpPr>
        <p:spPr>
          <a:xfrm>
            <a:off x="5765749" y="5976938"/>
            <a:ext cx="9335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1F2423"/>
                </a:solidFill>
              </a:rPr>
              <a:t>标准输入输出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41" name="任意多边形 40"/>
          <p:cNvSpPr/>
          <p:nvPr>
            <p:custDataLst>
              <p:tags r:id="rId49"/>
            </p:custDataLst>
          </p:nvPr>
        </p:nvSpPr>
        <p:spPr>
          <a:xfrm>
            <a:off x="7375525" y="5147945"/>
            <a:ext cx="2019935" cy="1323975"/>
          </a:xfrm>
          <a:custGeom>
            <a:avLst/>
            <a:gdLst>
              <a:gd name="sw" fmla="*/ 1 w 3181"/>
              <a:gd name="sh" fmla="*/ 1 h 2085"/>
              <a:gd name="mins" fmla="min sw sh"/>
              <a:gd name="dsw" fmla="+- 0 sw mins"/>
              <a:gd name="dsh" fmla="+- 0 sh mins"/>
              <a:gd name="p0x0" fmla="*/ 390 w 3181"/>
              <a:gd name="p0y0" fmla="*/ 0 h 2085"/>
              <a:gd name="p0x1" fmla="*/ 2791 w 3181"/>
              <a:gd name="p0y1" fmla="*/ 0 h 2085"/>
              <a:gd name="p0x2" fmla="*/ 3006 w 3181"/>
              <a:gd name="p0y2" fmla="*/ 0 h 2085"/>
              <a:gd name="p0x3" fmla="*/ 3181 w 3181"/>
              <a:gd name="p0y3" fmla="*/ 174 h 2085"/>
              <a:gd name="p0x4" fmla="*/ 3181 w 3181"/>
              <a:gd name="p0y4" fmla="*/ 390 h 2085"/>
              <a:gd name="p0x5" fmla="*/ 3181 w 3181"/>
              <a:gd name="p0y5" fmla="*/ 1695 h 2085"/>
              <a:gd name="p0x6" fmla="*/ 3181 w 3181"/>
              <a:gd name="p0y6" fmla="*/ 1910 h 2085"/>
              <a:gd name="p0x7" fmla="*/ 3006 w 3181"/>
              <a:gd name="p0y7" fmla="*/ 2085 h 2085"/>
              <a:gd name="p0x8" fmla="*/ 2791 w 3181"/>
              <a:gd name="p0y8" fmla="*/ 2085 h 2085"/>
              <a:gd name="p0x9" fmla="*/ 390 w 3181"/>
              <a:gd name="p0y9" fmla="*/ 2085 h 2085"/>
              <a:gd name="p0x10" fmla="*/ 174 w 3181"/>
              <a:gd name="p0y10" fmla="*/ 2085 h 2085"/>
              <a:gd name="p0x11" fmla="*/ 0 w 3181"/>
              <a:gd name="p0y11" fmla="*/ 1910 h 2085"/>
              <a:gd name="p0x12" fmla="*/ 0 w 3181"/>
              <a:gd name="p0y12" fmla="*/ 1695 h 2085"/>
              <a:gd name="p0x13" fmla="*/ 0 w 3181"/>
              <a:gd name="p0y13" fmla="*/ 390 h 2085"/>
              <a:gd name="p0x14" fmla="*/ 0 w 3181"/>
              <a:gd name="p0y14" fmla="*/ 174 h 2085"/>
              <a:gd name="p0x15" fmla="*/ 174 w 3181"/>
              <a:gd name="p0y15" fmla="*/ 0 h 2085"/>
              <a:gd name="p0x16" fmla="*/ 390 w 3181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0"/>
            </p:custDataLst>
          </p:nvPr>
        </p:nvSpPr>
        <p:spPr>
          <a:xfrm>
            <a:off x="8256905" y="546735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4259" t="-12407" r="-4259" b="-12407"/>
          <a:stretch>
            <a:fillRect/>
          </a:stretch>
        </p:blipFill>
        <p:spPr>
          <a:xfrm>
            <a:off x="8292465" y="5486400"/>
            <a:ext cx="186055" cy="213995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4"/>
            </p:custDataLst>
          </p:nvPr>
        </p:nvSpPr>
        <p:spPr>
          <a:xfrm>
            <a:off x="8252746" y="5762625"/>
            <a:ext cx="39945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1F2423"/>
                </a:solidFill>
              </a:rPr>
              <a:t>SSE</a:t>
            </a:r>
            <a:endParaRPr sz="1050" b="1">
              <a:solidFill>
                <a:srgbClr val="1F2423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55"/>
            </p:custDataLst>
          </p:nvPr>
        </p:nvSpPr>
        <p:spPr>
          <a:xfrm>
            <a:off x="7919066" y="5976938"/>
            <a:ext cx="10668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1F2423"/>
                </a:solidFill>
              </a:rPr>
              <a:t>服务器推送事件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46" name="任意多边形 45"/>
          <p:cNvSpPr/>
          <p:nvPr>
            <p:custDataLst>
              <p:tags r:id="rId56"/>
            </p:custDataLst>
          </p:nvPr>
        </p:nvSpPr>
        <p:spPr>
          <a:xfrm>
            <a:off x="9595485" y="5147945"/>
            <a:ext cx="2019935" cy="1323975"/>
          </a:xfrm>
          <a:custGeom>
            <a:avLst/>
            <a:gdLst>
              <a:gd name="sw" fmla="*/ 1 w 3181"/>
              <a:gd name="sh" fmla="*/ 1 h 2085"/>
              <a:gd name="mins" fmla="min sw sh"/>
              <a:gd name="dsw" fmla="+- 0 sw mins"/>
              <a:gd name="dsh" fmla="+- 0 sh mins"/>
              <a:gd name="p0x0" fmla="*/ 390 w 3181"/>
              <a:gd name="p0y0" fmla="*/ 0 h 2085"/>
              <a:gd name="p0x1" fmla="*/ 2791 w 3181"/>
              <a:gd name="p0y1" fmla="*/ 0 h 2085"/>
              <a:gd name="p0x2" fmla="*/ 3006 w 3181"/>
              <a:gd name="p0y2" fmla="*/ 0 h 2085"/>
              <a:gd name="p0x3" fmla="*/ 3181 w 3181"/>
              <a:gd name="p0y3" fmla="*/ 174 h 2085"/>
              <a:gd name="p0x4" fmla="*/ 3181 w 3181"/>
              <a:gd name="p0y4" fmla="*/ 390 h 2085"/>
              <a:gd name="p0x5" fmla="*/ 3181 w 3181"/>
              <a:gd name="p0y5" fmla="*/ 1695 h 2085"/>
              <a:gd name="p0x6" fmla="*/ 3181 w 3181"/>
              <a:gd name="p0y6" fmla="*/ 1910 h 2085"/>
              <a:gd name="p0x7" fmla="*/ 3006 w 3181"/>
              <a:gd name="p0y7" fmla="*/ 2085 h 2085"/>
              <a:gd name="p0x8" fmla="*/ 2791 w 3181"/>
              <a:gd name="p0y8" fmla="*/ 2085 h 2085"/>
              <a:gd name="p0x9" fmla="*/ 390 w 3181"/>
              <a:gd name="p0y9" fmla="*/ 2085 h 2085"/>
              <a:gd name="p0x10" fmla="*/ 174 w 3181"/>
              <a:gd name="p0y10" fmla="*/ 2085 h 2085"/>
              <a:gd name="p0x11" fmla="*/ 0 w 3181"/>
              <a:gd name="p0y11" fmla="*/ 1910 h 2085"/>
              <a:gd name="p0x12" fmla="*/ 0 w 3181"/>
              <a:gd name="p0y12" fmla="*/ 1695 h 2085"/>
              <a:gd name="p0x13" fmla="*/ 0 w 3181"/>
              <a:gd name="p0y13" fmla="*/ 390 h 2085"/>
              <a:gd name="p0x14" fmla="*/ 0 w 3181"/>
              <a:gd name="p0y14" fmla="*/ 174 h 2085"/>
              <a:gd name="p0x15" fmla="*/ 174 w 3181"/>
              <a:gd name="p0y15" fmla="*/ 0 h 2085"/>
              <a:gd name="p0x16" fmla="*/ 390 w 3181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57"/>
            </p:custDataLst>
          </p:nvPr>
        </p:nvSpPr>
        <p:spPr>
          <a:xfrm>
            <a:off x="10476865" y="546735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10500995" y="5486400"/>
            <a:ext cx="209550" cy="213995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61"/>
            </p:custDataLst>
          </p:nvPr>
        </p:nvSpPr>
        <p:spPr>
          <a:xfrm>
            <a:off x="10038017" y="5762625"/>
            <a:ext cx="126898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-40">
                <a:solidFill>
                  <a:srgbClr val="1F2423"/>
                </a:solidFill>
              </a:rPr>
              <a:t>Streamable-HTTP</a:t>
            </a:r>
            <a:endParaRPr sz="1050" b="1" spc="-40">
              <a:solidFill>
                <a:srgbClr val="1F2423"/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62"/>
            </p:custDataLst>
          </p:nvPr>
        </p:nvSpPr>
        <p:spPr>
          <a:xfrm>
            <a:off x="10167871" y="5976938"/>
            <a:ext cx="100920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1F2423"/>
                </a:solidFill>
                <a:cs typeface="汉仪古隶简" charset="0"/>
              </a:rPr>
              <a:t>流式</a:t>
            </a:r>
            <a:r>
              <a:rPr lang="en-US" altLang="zh-CN" sz="1050">
                <a:solidFill>
                  <a:srgbClr val="1F2423"/>
                </a:solidFill>
                <a:cs typeface="汉仪古隶简" charset="0"/>
              </a:rPr>
              <a:t>HTTP</a:t>
            </a:r>
            <a:r>
              <a:rPr lang="zh-CN" altLang="en-US" sz="1050">
                <a:solidFill>
                  <a:srgbClr val="1F2423"/>
                </a:solidFill>
                <a:cs typeface="汉仪古隶简" charset="0"/>
              </a:rPr>
              <a:t>传输</a:t>
            </a:r>
            <a:endParaRPr lang="zh-CN" altLang="en-US" sz="1050">
              <a:solidFill>
                <a:srgbClr val="1F2423"/>
              </a:solidFill>
              <a:cs typeface="汉仪古隶简" charset="0"/>
            </a:endParaRPr>
          </a:p>
        </p:txBody>
      </p:sp>
    </p:spTree>
    <p:custDataLst>
      <p:tags r:id="rId6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2.1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架构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MCP Server</a:t>
            </a:r>
            <a:endParaRPr lang="en-US" alt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5920740" cy="2581275"/>
          </a:xfrm>
          <a:custGeom>
            <a:avLst/>
            <a:gdLst>
              <a:gd name="sw" fmla="*/ 1 w 9324"/>
              <a:gd name="sh" fmla="*/ 1 h 4065"/>
              <a:gd name="mins" fmla="min sw sh"/>
              <a:gd name="dsw" fmla="+- 0 sw mins"/>
              <a:gd name="dsh" fmla="+- 0 sh mins"/>
              <a:gd name="p0x0" fmla="*/ 390 w 9324"/>
              <a:gd name="p0y0" fmla="*/ 0 h 4065"/>
              <a:gd name="p0x1" fmla="*/ 8934 w 9324"/>
              <a:gd name="p0y1" fmla="*/ 0 h 4065"/>
              <a:gd name="p0x2" fmla="*/ 9149 w 9324"/>
              <a:gd name="p0y2" fmla="*/ 0 h 4065"/>
              <a:gd name="p0x3" fmla="*/ 9324 w 9324"/>
              <a:gd name="p0y3" fmla="*/ 174 h 4065"/>
              <a:gd name="p0x4" fmla="*/ 9324 w 9324"/>
              <a:gd name="p0y4" fmla="*/ 390 h 4065"/>
              <a:gd name="p0x5" fmla="*/ 9324 w 9324"/>
              <a:gd name="p0y5" fmla="*/ 3675 h 4065"/>
              <a:gd name="p0x6" fmla="*/ 9324 w 9324"/>
              <a:gd name="p0y6" fmla="*/ 3890 h 4065"/>
              <a:gd name="p0x7" fmla="*/ 9149 w 9324"/>
              <a:gd name="p0y7" fmla="*/ 4065 h 4065"/>
              <a:gd name="p0x8" fmla="*/ 8934 w 9324"/>
              <a:gd name="p0y8" fmla="*/ 4065 h 4065"/>
              <a:gd name="p0x9" fmla="*/ 390 w 9324"/>
              <a:gd name="p0y9" fmla="*/ 4065 h 4065"/>
              <a:gd name="p0x10" fmla="*/ 174 w 9324"/>
              <a:gd name="p0y10" fmla="*/ 4065 h 4065"/>
              <a:gd name="p0x11" fmla="*/ 0 w 9324"/>
              <a:gd name="p0y11" fmla="*/ 3890 h 4065"/>
              <a:gd name="p0x12" fmla="*/ 0 w 9324"/>
              <a:gd name="p0y12" fmla="*/ 3675 h 4065"/>
              <a:gd name="p0x13" fmla="*/ 0 w 9324"/>
              <a:gd name="p0y13" fmla="*/ 390 h 4065"/>
              <a:gd name="p0x14" fmla="*/ 0 w 9324"/>
              <a:gd name="p0y14" fmla="*/ 174 h 4065"/>
              <a:gd name="p0x15" fmla="*/ 174 w 9324"/>
              <a:gd name="p0y15" fmla="*/ 0 h 4065"/>
              <a:gd name="p0x16" fmla="*/ 390 w 932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71525" y="1288732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1F2423"/>
                </a:solidFill>
                <a:cs typeface="汉仪古隶简" charset="0"/>
              </a:rPr>
              <a:t>MCP Server </a:t>
            </a:r>
            <a:r>
              <a:rPr lang="zh-CN" sz="2100" b="1">
                <a:solidFill>
                  <a:srgbClr val="1F2423"/>
                </a:solidFill>
                <a:cs typeface="汉仪古隶简" charset="0"/>
              </a:rPr>
              <a:t>架构概览</a:t>
            </a:r>
            <a:endParaRPr lang="zh-CN" sz="2100" b="1">
              <a:solidFill>
                <a:srgbClr val="1F2423"/>
              </a:solidFill>
              <a:cs typeface="汉仪古隶简" charset="0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771525" y="1752600"/>
          <a:ext cx="5534025" cy="1743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575945" y="3890645"/>
            <a:ext cx="5920740" cy="2581275"/>
          </a:xfrm>
          <a:custGeom>
            <a:avLst/>
            <a:gdLst>
              <a:gd name="sw" fmla="*/ 1 w 9324"/>
              <a:gd name="sh" fmla="*/ 1 h 4065"/>
              <a:gd name="mins" fmla="min sw sh"/>
              <a:gd name="dsw" fmla="+- 0 sw mins"/>
              <a:gd name="dsh" fmla="+- 0 sh mins"/>
              <a:gd name="p0x0" fmla="*/ 390 w 9324"/>
              <a:gd name="p0y0" fmla="*/ 0 h 4065"/>
              <a:gd name="p0x1" fmla="*/ 8934 w 9324"/>
              <a:gd name="p0y1" fmla="*/ 0 h 4065"/>
              <a:gd name="p0x2" fmla="*/ 9149 w 9324"/>
              <a:gd name="p0y2" fmla="*/ 0 h 4065"/>
              <a:gd name="p0x3" fmla="*/ 9324 w 9324"/>
              <a:gd name="p0y3" fmla="*/ 174 h 4065"/>
              <a:gd name="p0x4" fmla="*/ 9324 w 9324"/>
              <a:gd name="p0y4" fmla="*/ 390 h 4065"/>
              <a:gd name="p0x5" fmla="*/ 9324 w 9324"/>
              <a:gd name="p0y5" fmla="*/ 3675 h 4065"/>
              <a:gd name="p0x6" fmla="*/ 9324 w 9324"/>
              <a:gd name="p0y6" fmla="*/ 3890 h 4065"/>
              <a:gd name="p0x7" fmla="*/ 9149 w 9324"/>
              <a:gd name="p0y7" fmla="*/ 4065 h 4065"/>
              <a:gd name="p0x8" fmla="*/ 8934 w 9324"/>
              <a:gd name="p0y8" fmla="*/ 4065 h 4065"/>
              <a:gd name="p0x9" fmla="*/ 390 w 9324"/>
              <a:gd name="p0y9" fmla="*/ 4065 h 4065"/>
              <a:gd name="p0x10" fmla="*/ 174 w 9324"/>
              <a:gd name="p0y10" fmla="*/ 4065 h 4065"/>
              <a:gd name="p0x11" fmla="*/ 0 w 9324"/>
              <a:gd name="p0y11" fmla="*/ 3890 h 4065"/>
              <a:gd name="p0x12" fmla="*/ 0 w 9324"/>
              <a:gd name="p0y12" fmla="*/ 3675 h 4065"/>
              <a:gd name="p0x13" fmla="*/ 0 w 9324"/>
              <a:gd name="p0y13" fmla="*/ 390 h 4065"/>
              <a:gd name="p0x14" fmla="*/ 0 w 9324"/>
              <a:gd name="p0y14" fmla="*/ 174 h 4065"/>
              <a:gd name="p0x15" fmla="*/ 174 w 9324"/>
              <a:gd name="p0y15" fmla="*/ 0 h 4065"/>
              <a:gd name="p0x16" fmla="*/ 390 w 932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4972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871220" y="5052695"/>
            <a:ext cx="219075" cy="2527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343025" y="4922044"/>
            <a:ext cx="495873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F2423"/>
                </a:solidFill>
              </a:rPr>
              <a:t>轻量级程序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343025" y="5212556"/>
            <a:ext cx="495873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通过标准化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 MCP 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协议公开特定服务功能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6771640" y="1108075"/>
            <a:ext cx="4845685" cy="1326515"/>
          </a:xfrm>
          <a:custGeom>
            <a:avLst/>
            <a:gdLst>
              <a:gd name="sw" fmla="*/ 1 w 10904"/>
              <a:gd name="sh" fmla="*/ 1 h 2985"/>
              <a:gd name="mins" fmla="min sw sh"/>
              <a:gd name="dsw" fmla="+- 0 sw mins"/>
              <a:gd name="dsh" fmla="+- 0 sh mins"/>
              <a:gd name="p0x0" fmla="*/ 390 w 10904"/>
              <a:gd name="p0y0" fmla="*/ 0 h 2985"/>
              <a:gd name="p0x1" fmla="*/ 10514 w 10904"/>
              <a:gd name="p0y1" fmla="*/ 0 h 2985"/>
              <a:gd name="p0x2" fmla="*/ 10729 w 10904"/>
              <a:gd name="p0y2" fmla="*/ 0 h 2985"/>
              <a:gd name="p0x3" fmla="*/ 10904 w 10904"/>
              <a:gd name="p0y3" fmla="*/ 174 h 2985"/>
              <a:gd name="p0x4" fmla="*/ 10904 w 10904"/>
              <a:gd name="p0y4" fmla="*/ 390 h 2985"/>
              <a:gd name="p0x5" fmla="*/ 10904 w 10904"/>
              <a:gd name="p0y5" fmla="*/ 2595 h 2985"/>
              <a:gd name="p0x6" fmla="*/ 10904 w 10904"/>
              <a:gd name="p0y6" fmla="*/ 2810 h 2985"/>
              <a:gd name="p0x7" fmla="*/ 10729 w 10904"/>
              <a:gd name="p0y7" fmla="*/ 2985 h 2985"/>
              <a:gd name="p0x8" fmla="*/ 10514 w 10904"/>
              <a:gd name="p0y8" fmla="*/ 2985 h 2985"/>
              <a:gd name="p0x9" fmla="*/ 390 w 10904"/>
              <a:gd name="p0y9" fmla="*/ 2985 h 2985"/>
              <a:gd name="p0x10" fmla="*/ 174 w 10904"/>
              <a:gd name="p0y10" fmla="*/ 2985 h 2985"/>
              <a:gd name="p0x11" fmla="*/ 0 w 10904"/>
              <a:gd name="p0y11" fmla="*/ 2810 h 2985"/>
              <a:gd name="p0x12" fmla="*/ 0 w 10904"/>
              <a:gd name="p0y12" fmla="*/ 2595 h 2985"/>
              <a:gd name="p0x13" fmla="*/ 0 w 10904"/>
              <a:gd name="p0y13" fmla="*/ 390 h 2985"/>
              <a:gd name="p0x14" fmla="*/ 0 w 10904"/>
              <a:gd name="p0y14" fmla="*/ 174 h 2985"/>
              <a:gd name="p0x15" fmla="*/ 174 w 10904"/>
              <a:gd name="p0y15" fmla="*/ 0 h 2985"/>
              <a:gd name="p0x16" fmla="*/ 390 w 10904"/>
              <a:gd name="p0y16" fmla="*/ 0 h 2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666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6908165" y="1464945"/>
            <a:ext cx="293370" cy="2933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968490" y="1521460"/>
            <a:ext cx="173355" cy="1765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281545" y="1483360"/>
            <a:ext cx="187706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465" b="1" spc="-6">
                <a:solidFill>
                  <a:srgbClr val="1F2423"/>
                </a:solidFill>
                <a:cs typeface="汉仪古隶简" charset="0"/>
              </a:rPr>
              <a:t>什么是</a:t>
            </a:r>
            <a:r>
              <a:rPr lang="en-US" altLang="zh-CN" sz="1465" b="1" spc="-6">
                <a:solidFill>
                  <a:srgbClr val="1F2423"/>
                </a:solidFill>
                <a:cs typeface="汉仪古隶简" charset="0"/>
              </a:rPr>
              <a:t> MCP Server</a:t>
            </a:r>
            <a:endParaRPr lang="en-US" altLang="zh-CN" sz="1465" b="1" spc="-6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6908165" y="1854835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轻量级程序，通过标准化</a:t>
            </a:r>
            <a:r>
              <a:rPr lang="en-US" altLang="zh-CN" sz="1045">
                <a:solidFill>
                  <a:srgbClr val="4B5553"/>
                </a:solidFill>
                <a:cs typeface="汉仪古隶简" charset="0"/>
              </a:rPr>
              <a:t> MCP 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协议公开一个或多个特定服务功能</a:t>
            </a:r>
            <a:endParaRPr lang="zh-CN" altLang="en-US" sz="104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6771640" y="2454275"/>
            <a:ext cx="4845685" cy="1326515"/>
          </a:xfrm>
          <a:custGeom>
            <a:avLst/>
            <a:gdLst>
              <a:gd name="sw" fmla="*/ 1 w 10904"/>
              <a:gd name="sh" fmla="*/ 1 h 2985"/>
              <a:gd name="mins" fmla="min sw sh"/>
              <a:gd name="dsw" fmla="+- 0 sw mins"/>
              <a:gd name="dsh" fmla="+- 0 sh mins"/>
              <a:gd name="p0x0" fmla="*/ 390 w 10904"/>
              <a:gd name="p0y0" fmla="*/ 0 h 2985"/>
              <a:gd name="p0x1" fmla="*/ 10514 w 10904"/>
              <a:gd name="p0y1" fmla="*/ 0 h 2985"/>
              <a:gd name="p0x2" fmla="*/ 10729 w 10904"/>
              <a:gd name="p0y2" fmla="*/ 0 h 2985"/>
              <a:gd name="p0x3" fmla="*/ 10904 w 10904"/>
              <a:gd name="p0y3" fmla="*/ 174 h 2985"/>
              <a:gd name="p0x4" fmla="*/ 10904 w 10904"/>
              <a:gd name="p0y4" fmla="*/ 390 h 2985"/>
              <a:gd name="p0x5" fmla="*/ 10904 w 10904"/>
              <a:gd name="p0y5" fmla="*/ 2595 h 2985"/>
              <a:gd name="p0x6" fmla="*/ 10904 w 10904"/>
              <a:gd name="p0y6" fmla="*/ 2810 h 2985"/>
              <a:gd name="p0x7" fmla="*/ 10729 w 10904"/>
              <a:gd name="p0y7" fmla="*/ 2985 h 2985"/>
              <a:gd name="p0x8" fmla="*/ 10514 w 10904"/>
              <a:gd name="p0y8" fmla="*/ 2985 h 2985"/>
              <a:gd name="p0x9" fmla="*/ 390 w 10904"/>
              <a:gd name="p0y9" fmla="*/ 2985 h 2985"/>
              <a:gd name="p0x10" fmla="*/ 174 w 10904"/>
              <a:gd name="p0y10" fmla="*/ 2985 h 2985"/>
              <a:gd name="p0x11" fmla="*/ 0 w 10904"/>
              <a:gd name="p0y11" fmla="*/ 2810 h 2985"/>
              <a:gd name="p0x12" fmla="*/ 0 w 10904"/>
              <a:gd name="p0y12" fmla="*/ 2595 h 2985"/>
              <a:gd name="p0x13" fmla="*/ 0 w 10904"/>
              <a:gd name="p0y13" fmla="*/ 390 h 2985"/>
              <a:gd name="p0x14" fmla="*/ 0 w 10904"/>
              <a:gd name="p0y14" fmla="*/ 174 h 2985"/>
              <a:gd name="p0x15" fmla="*/ 174 w 10904"/>
              <a:gd name="p0y15" fmla="*/ 0 h 2985"/>
              <a:gd name="p0x16" fmla="*/ 390 w 10904"/>
              <a:gd name="p0y16" fmla="*/ 0 h 2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666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0"/>
            </p:custDataLst>
          </p:nvPr>
        </p:nvSpPr>
        <p:spPr>
          <a:xfrm>
            <a:off x="6908165" y="2698115"/>
            <a:ext cx="293370" cy="29273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7976" t="-3067" r="-7976" b="-3067"/>
          <a:stretch>
            <a:fillRect/>
          </a:stretch>
        </p:blipFill>
        <p:spPr>
          <a:xfrm>
            <a:off x="6946900" y="2753995"/>
            <a:ext cx="215900" cy="17716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7281545" y="2716530"/>
            <a:ext cx="130683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65" b="1">
                <a:solidFill>
                  <a:srgbClr val="1F2423"/>
                </a:solidFill>
              </a:rPr>
              <a:t>物理位置分类</a:t>
            </a:r>
            <a:endParaRPr sz="1465" b="1">
              <a:solidFill>
                <a:srgbClr val="1F2423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25"/>
            </p:custDataLst>
          </p:nvPr>
        </p:nvSpPr>
        <p:spPr>
          <a:xfrm>
            <a:off x="6908165" y="3088005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45" b="1">
                <a:solidFill>
                  <a:srgbClr val="4B5553"/>
                </a:solidFill>
                <a:cs typeface="汉仪古隶简" charset="0"/>
              </a:rPr>
              <a:t>本地</a:t>
            </a:r>
            <a:r>
              <a:rPr lang="en-US" altLang="zh-CN" sz="1045" b="1">
                <a:solidFill>
                  <a:srgbClr val="4B5553"/>
                </a:solidFill>
                <a:cs typeface="汉仪古隶简" charset="0"/>
              </a:rPr>
              <a:t> Server</a:t>
            </a:r>
            <a:r>
              <a:rPr lang="zh-CN" altLang="en-US" sz="1045" b="1">
                <a:solidFill>
                  <a:srgbClr val="4B5553"/>
                </a:solidFill>
                <a:cs typeface="汉仪古隶简" charset="0"/>
              </a:rPr>
              <a:t>：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安全访问</a:t>
            </a:r>
            <a:r>
              <a:rPr lang="en-US" altLang="zh-CN" sz="1045">
                <a:solidFill>
                  <a:srgbClr val="4B5553"/>
                </a:solidFill>
                <a:cs typeface="汉仪古隶简" charset="0"/>
              </a:rPr>
              <a:t> MCP Host 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所在本机上的文件、数据库和服务</a:t>
            </a:r>
            <a:endParaRPr lang="zh-CN" altLang="en-US" sz="104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26"/>
            </p:custDataLst>
          </p:nvPr>
        </p:nvSpPr>
        <p:spPr>
          <a:xfrm>
            <a:off x="6908165" y="3314700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45" b="1">
                <a:solidFill>
                  <a:srgbClr val="4B5553"/>
                </a:solidFill>
                <a:cs typeface="汉仪古隶简" charset="0"/>
              </a:rPr>
              <a:t>远程</a:t>
            </a:r>
            <a:r>
              <a:rPr lang="en-US" altLang="zh-CN" sz="1045" b="1">
                <a:solidFill>
                  <a:srgbClr val="4B5553"/>
                </a:solidFill>
                <a:cs typeface="汉仪古隶简" charset="0"/>
              </a:rPr>
              <a:t> Server</a:t>
            </a:r>
            <a:r>
              <a:rPr lang="zh-CN" altLang="en-US" sz="1045" b="1">
                <a:solidFill>
                  <a:srgbClr val="4B5553"/>
                </a:solidFill>
                <a:cs typeface="汉仪古隶简" charset="0"/>
              </a:rPr>
              <a:t>：</a:t>
            </a:r>
            <a:r>
              <a:rPr sz="1045">
                <a:solidFill>
                  <a:srgbClr val="4B5553"/>
                </a:solidFill>
              </a:rPr>
              <a:t>提供更丰富的数据、工具、搜索等服务</a:t>
            </a:r>
            <a:endParaRPr sz="1045">
              <a:solidFill>
                <a:srgbClr val="4B5553"/>
              </a:solidFill>
            </a:endParaRPr>
          </a:p>
        </p:txBody>
      </p:sp>
      <p:sp>
        <p:nvSpPr>
          <p:cNvPr id="24" name="任意多边形 23"/>
          <p:cNvSpPr/>
          <p:nvPr>
            <p:custDataLst>
              <p:tags r:id="rId27"/>
            </p:custDataLst>
          </p:nvPr>
        </p:nvSpPr>
        <p:spPr>
          <a:xfrm>
            <a:off x="6771640" y="3800475"/>
            <a:ext cx="4845685" cy="1326515"/>
          </a:xfrm>
          <a:custGeom>
            <a:avLst/>
            <a:gdLst>
              <a:gd name="sw" fmla="*/ 1 w 10904"/>
              <a:gd name="sh" fmla="*/ 1 h 2985"/>
              <a:gd name="mins" fmla="min sw sh"/>
              <a:gd name="dsw" fmla="+- 0 sw mins"/>
              <a:gd name="dsh" fmla="+- 0 sh mins"/>
              <a:gd name="p0x0" fmla="*/ 390 w 10904"/>
              <a:gd name="p0y0" fmla="*/ 0 h 2985"/>
              <a:gd name="p0x1" fmla="*/ 10514 w 10904"/>
              <a:gd name="p0y1" fmla="*/ 0 h 2985"/>
              <a:gd name="p0x2" fmla="*/ 10729 w 10904"/>
              <a:gd name="p0y2" fmla="*/ 0 h 2985"/>
              <a:gd name="p0x3" fmla="*/ 10904 w 10904"/>
              <a:gd name="p0y3" fmla="*/ 174 h 2985"/>
              <a:gd name="p0x4" fmla="*/ 10904 w 10904"/>
              <a:gd name="p0y4" fmla="*/ 390 h 2985"/>
              <a:gd name="p0x5" fmla="*/ 10904 w 10904"/>
              <a:gd name="p0y5" fmla="*/ 2595 h 2985"/>
              <a:gd name="p0x6" fmla="*/ 10904 w 10904"/>
              <a:gd name="p0y6" fmla="*/ 2810 h 2985"/>
              <a:gd name="p0x7" fmla="*/ 10729 w 10904"/>
              <a:gd name="p0y7" fmla="*/ 2985 h 2985"/>
              <a:gd name="p0x8" fmla="*/ 10514 w 10904"/>
              <a:gd name="p0y8" fmla="*/ 2985 h 2985"/>
              <a:gd name="p0x9" fmla="*/ 390 w 10904"/>
              <a:gd name="p0y9" fmla="*/ 2985 h 2985"/>
              <a:gd name="p0x10" fmla="*/ 174 w 10904"/>
              <a:gd name="p0y10" fmla="*/ 2985 h 2985"/>
              <a:gd name="p0x11" fmla="*/ 0 w 10904"/>
              <a:gd name="p0y11" fmla="*/ 2810 h 2985"/>
              <a:gd name="p0x12" fmla="*/ 0 w 10904"/>
              <a:gd name="p0y12" fmla="*/ 2595 h 2985"/>
              <a:gd name="p0x13" fmla="*/ 0 w 10904"/>
              <a:gd name="p0y13" fmla="*/ 390 h 2985"/>
              <a:gd name="p0x14" fmla="*/ 0 w 10904"/>
              <a:gd name="p0y14" fmla="*/ 174 h 2985"/>
              <a:gd name="p0x15" fmla="*/ 174 w 10904"/>
              <a:gd name="p0y15" fmla="*/ 0 h 2985"/>
              <a:gd name="p0x16" fmla="*/ 390 w 10904"/>
              <a:gd name="p0y16" fmla="*/ 0 h 2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666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8"/>
            </p:custDataLst>
          </p:nvPr>
        </p:nvSpPr>
        <p:spPr>
          <a:xfrm>
            <a:off x="6908165" y="3935095"/>
            <a:ext cx="293370" cy="2933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6956425" y="3991610"/>
            <a:ext cx="196850" cy="17716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2"/>
            </p:custDataLst>
          </p:nvPr>
        </p:nvSpPr>
        <p:spPr>
          <a:xfrm>
            <a:off x="7281545" y="3954145"/>
            <a:ext cx="93345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65" b="1">
                <a:solidFill>
                  <a:srgbClr val="1F2423"/>
                </a:solidFill>
              </a:rPr>
              <a:t>开发定位</a:t>
            </a:r>
            <a:endParaRPr sz="1465" b="1">
              <a:solidFill>
                <a:srgbClr val="1F2423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3"/>
            </p:custDataLst>
          </p:nvPr>
        </p:nvSpPr>
        <p:spPr>
          <a:xfrm>
            <a:off x="6908165" y="4323715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基于</a:t>
            </a:r>
            <a:r>
              <a:rPr lang="en-US" altLang="zh-CN" sz="1045">
                <a:solidFill>
                  <a:srgbClr val="4B5553"/>
                </a:solidFill>
                <a:cs typeface="汉仪古隶简" charset="0"/>
              </a:rPr>
              <a:t> MCP 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的应用落地经常需要开发和定制的部分</a:t>
            </a:r>
            <a:endParaRPr lang="zh-CN" altLang="en-US" sz="104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34"/>
            </p:custDataLst>
          </p:nvPr>
        </p:nvSpPr>
        <p:spPr>
          <a:xfrm>
            <a:off x="6908165" y="4547235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45">
                <a:solidFill>
                  <a:srgbClr val="4B5553"/>
                </a:solidFill>
              </a:rPr>
              <a:t>实现具体业务的环节</a:t>
            </a:r>
            <a:endParaRPr sz="1045">
              <a:solidFill>
                <a:srgbClr val="4B5553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35"/>
            </p:custDataLst>
          </p:nvPr>
        </p:nvSpPr>
        <p:spPr>
          <a:xfrm>
            <a:off x="6908165" y="4770755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45">
                <a:solidFill>
                  <a:srgbClr val="4B5553"/>
                </a:solidFill>
              </a:rPr>
              <a:t>已存在应用对外提供易于调用服务接口的技术手段</a:t>
            </a:r>
            <a:endParaRPr sz="1045">
              <a:solidFill>
                <a:srgbClr val="4B5553"/>
              </a:solidFill>
            </a:endParaRPr>
          </a:p>
        </p:txBody>
      </p:sp>
      <p:sp>
        <p:nvSpPr>
          <p:cNvPr id="31" name="任意多边形 30"/>
          <p:cNvSpPr/>
          <p:nvPr>
            <p:custDataLst>
              <p:tags r:id="rId36"/>
            </p:custDataLst>
          </p:nvPr>
        </p:nvSpPr>
        <p:spPr>
          <a:xfrm>
            <a:off x="6771640" y="5147310"/>
            <a:ext cx="4845685" cy="1325880"/>
          </a:xfrm>
          <a:custGeom>
            <a:avLst/>
            <a:gdLst>
              <a:gd name="sw" fmla="*/ 1 w 10904"/>
              <a:gd name="sh" fmla="*/ 1 h 2985"/>
              <a:gd name="mins" fmla="min sw sh"/>
              <a:gd name="dsw" fmla="+- 0 sw mins"/>
              <a:gd name="dsh" fmla="+- 0 sh mins"/>
              <a:gd name="p0x0" fmla="*/ 390 w 10904"/>
              <a:gd name="p0y0" fmla="*/ 0 h 2985"/>
              <a:gd name="p0x1" fmla="*/ 10514 w 10904"/>
              <a:gd name="p0y1" fmla="*/ 0 h 2985"/>
              <a:gd name="p0x2" fmla="*/ 10729 w 10904"/>
              <a:gd name="p0y2" fmla="*/ 0 h 2985"/>
              <a:gd name="p0x3" fmla="*/ 10904 w 10904"/>
              <a:gd name="p0y3" fmla="*/ 174 h 2985"/>
              <a:gd name="p0x4" fmla="*/ 10904 w 10904"/>
              <a:gd name="p0y4" fmla="*/ 390 h 2985"/>
              <a:gd name="p0x5" fmla="*/ 10904 w 10904"/>
              <a:gd name="p0y5" fmla="*/ 2595 h 2985"/>
              <a:gd name="p0x6" fmla="*/ 10904 w 10904"/>
              <a:gd name="p0y6" fmla="*/ 2810 h 2985"/>
              <a:gd name="p0x7" fmla="*/ 10729 w 10904"/>
              <a:gd name="p0y7" fmla="*/ 2985 h 2985"/>
              <a:gd name="p0x8" fmla="*/ 10514 w 10904"/>
              <a:gd name="p0y8" fmla="*/ 2985 h 2985"/>
              <a:gd name="p0x9" fmla="*/ 390 w 10904"/>
              <a:gd name="p0y9" fmla="*/ 2985 h 2985"/>
              <a:gd name="p0x10" fmla="*/ 174 w 10904"/>
              <a:gd name="p0y10" fmla="*/ 2985 h 2985"/>
              <a:gd name="p0x11" fmla="*/ 0 w 10904"/>
              <a:gd name="p0y11" fmla="*/ 2810 h 2985"/>
              <a:gd name="p0x12" fmla="*/ 0 w 10904"/>
              <a:gd name="p0y12" fmla="*/ 2595 h 2985"/>
              <a:gd name="p0x13" fmla="*/ 0 w 10904"/>
              <a:gd name="p0y13" fmla="*/ 390 h 2985"/>
              <a:gd name="p0x14" fmla="*/ 0 w 10904"/>
              <a:gd name="p0y14" fmla="*/ 174 h 2985"/>
              <a:gd name="p0x15" fmla="*/ 174 w 10904"/>
              <a:gd name="p0y15" fmla="*/ 0 h 2985"/>
              <a:gd name="p0x16" fmla="*/ 390 w 10904"/>
              <a:gd name="p0y16" fmla="*/ 0 h 2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666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7"/>
            </p:custDataLst>
          </p:nvPr>
        </p:nvSpPr>
        <p:spPr>
          <a:xfrm>
            <a:off x="6908165" y="5390515"/>
            <a:ext cx="293370" cy="2933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6946900" y="5447030"/>
            <a:ext cx="215900" cy="1765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1"/>
            </p:custDataLst>
          </p:nvPr>
        </p:nvSpPr>
        <p:spPr>
          <a:xfrm>
            <a:off x="7281545" y="5408930"/>
            <a:ext cx="101409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465" b="1">
                <a:solidFill>
                  <a:srgbClr val="1F2423"/>
                </a:solidFill>
                <a:cs typeface="汉仪古隶简" charset="0"/>
              </a:rPr>
              <a:t>LLM </a:t>
            </a:r>
            <a:r>
              <a:rPr lang="zh-CN" sz="1465" b="1">
                <a:solidFill>
                  <a:srgbClr val="1F2423"/>
                </a:solidFill>
                <a:cs typeface="汉仪古隶简" charset="0"/>
              </a:rPr>
              <a:t>调用</a:t>
            </a:r>
            <a:endParaRPr lang="zh-CN" sz="1465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42"/>
            </p:custDataLst>
          </p:nvPr>
        </p:nvSpPr>
        <p:spPr>
          <a:xfrm>
            <a:off x="6908165" y="5780405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045">
                <a:solidFill>
                  <a:srgbClr val="4B5553"/>
                </a:solidFill>
                <a:cs typeface="汉仪古隶简" charset="0"/>
              </a:rPr>
              <a:t>LLM 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一般作用于</a:t>
            </a:r>
            <a:r>
              <a:rPr lang="en-US" altLang="zh-CN" sz="1045">
                <a:solidFill>
                  <a:srgbClr val="4B5553"/>
                </a:solidFill>
                <a:cs typeface="汉仪古隶简" charset="0"/>
              </a:rPr>
              <a:t> MCP Host</a:t>
            </a:r>
            <a:endParaRPr lang="en-US" altLang="zh-CN" sz="104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43"/>
            </p:custDataLst>
          </p:nvPr>
        </p:nvSpPr>
        <p:spPr>
          <a:xfrm>
            <a:off x="6908165" y="6007100"/>
            <a:ext cx="4572635" cy="2298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045">
                <a:solidFill>
                  <a:srgbClr val="4B5553"/>
                </a:solidFill>
                <a:cs typeface="汉仪古隶简" charset="0"/>
              </a:rPr>
              <a:t>MCP Server 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也可调用</a:t>
            </a:r>
            <a:r>
              <a:rPr lang="en-US" altLang="zh-CN" sz="1045">
                <a:solidFill>
                  <a:srgbClr val="4B5553"/>
                </a:solidFill>
                <a:cs typeface="汉仪古隶简" charset="0"/>
              </a:rPr>
              <a:t> LLM </a:t>
            </a:r>
            <a:r>
              <a:rPr lang="zh-CN" altLang="en-US" sz="1045">
                <a:solidFill>
                  <a:srgbClr val="4B5553"/>
                </a:solidFill>
                <a:cs typeface="汉仪古隶简" charset="0"/>
              </a:rPr>
              <a:t>实现业务逻辑或增加服务能力</a:t>
            </a:r>
            <a:endParaRPr lang="zh-CN" altLang="en-US" sz="1045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4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1F2423"/>
                </a:solidFill>
                <a:cs typeface="汉仪古隶简" charset="0"/>
              </a:rPr>
              <a:t>2.2 </a:t>
            </a:r>
            <a:r>
              <a:rPr lang="zh-CN" altLang="en-US" sz="2400" b="1">
                <a:solidFill>
                  <a:srgbClr val="1F2423"/>
                </a:solidFill>
                <a:cs typeface="汉仪古隶简" charset="0"/>
              </a:rPr>
              <a:t>核心概念</a:t>
            </a:r>
            <a:r>
              <a:rPr lang="en-US" altLang="zh-CN" sz="2400" b="1">
                <a:solidFill>
                  <a:srgbClr val="1F2423"/>
                </a:solidFill>
                <a:cs typeface="汉仪古隶简" charset="0"/>
              </a:rPr>
              <a:t> - Tools</a:t>
            </a:r>
            <a:endParaRPr lang="en-US" altLang="zh-CN" sz="24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11039475" cy="1435100"/>
          </a:xfrm>
          <a:custGeom>
            <a:avLst/>
            <a:gdLst>
              <a:gd name="sw" fmla="*/ 1 w 17385"/>
              <a:gd name="sh" fmla="*/ 1 h 2259"/>
              <a:gd name="mins" fmla="min sw sh"/>
              <a:gd name="dsw" fmla="+- 0 sw mins"/>
              <a:gd name="dsh" fmla="+- 0 sh mins"/>
              <a:gd name="p0x0" fmla="*/ 390 w 17385"/>
              <a:gd name="p0y0" fmla="*/ 0 h 2259"/>
              <a:gd name="p0x1" fmla="*/ 16995 w 17385"/>
              <a:gd name="p0y1" fmla="*/ 0 h 2259"/>
              <a:gd name="p0x2" fmla="*/ 17210 w 17385"/>
              <a:gd name="p0y2" fmla="*/ 0 h 2259"/>
              <a:gd name="p0x3" fmla="*/ 17385 w 17385"/>
              <a:gd name="p0y3" fmla="*/ 174 h 2259"/>
              <a:gd name="p0x4" fmla="*/ 17385 w 17385"/>
              <a:gd name="p0y4" fmla="*/ 390 h 2259"/>
              <a:gd name="p0x5" fmla="*/ 17385 w 17385"/>
              <a:gd name="p0y5" fmla="*/ 1869 h 2259"/>
              <a:gd name="p0x6" fmla="*/ 17385 w 17385"/>
              <a:gd name="p0y6" fmla="*/ 2085 h 2259"/>
              <a:gd name="p0x7" fmla="*/ 17210 w 17385"/>
              <a:gd name="p0y7" fmla="*/ 2259 h 2259"/>
              <a:gd name="p0x8" fmla="*/ 16995 w 17385"/>
              <a:gd name="p0y8" fmla="*/ 2259 h 2259"/>
              <a:gd name="p0x9" fmla="*/ 390 w 17385"/>
              <a:gd name="p0y9" fmla="*/ 2259 h 2259"/>
              <a:gd name="p0x10" fmla="*/ 174 w 17385"/>
              <a:gd name="p0y10" fmla="*/ 2259 h 2259"/>
              <a:gd name="p0x11" fmla="*/ 0 w 17385"/>
              <a:gd name="p0y11" fmla="*/ 2085 h 2259"/>
              <a:gd name="p0x12" fmla="*/ 0 w 17385"/>
              <a:gd name="p0y12" fmla="*/ 1869 h 2259"/>
              <a:gd name="p0x13" fmla="*/ 0 w 17385"/>
              <a:gd name="p0y13" fmla="*/ 390 h 2259"/>
              <a:gd name="p0x14" fmla="*/ 0 w 17385"/>
              <a:gd name="p0y14" fmla="*/ 174 h 2259"/>
              <a:gd name="p0x15" fmla="*/ 174 w 17385"/>
              <a:gd name="p0y15" fmla="*/ 0 h 2259"/>
              <a:gd name="p0x16" fmla="*/ 390 w 17385"/>
              <a:gd name="p0y16" fmla="*/ 0 h 22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3648075" y="138049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3705225" y="1475740"/>
            <a:ext cx="3810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3488379" y="1914296"/>
            <a:ext cx="94803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>
                <a:solidFill>
                  <a:srgbClr val="FFFFFF"/>
                </a:solidFill>
                <a:cs typeface="汉仪古隶简" charset="0"/>
              </a:rPr>
              <a:t>LLM</a:t>
            </a:r>
            <a:r>
              <a:rPr lang="zh-CN" sz="1050">
                <a:solidFill>
                  <a:srgbClr val="FFFFFF"/>
                </a:solidFill>
                <a:cs typeface="汉仪古隶简" charset="0"/>
              </a:rPr>
              <a:t>主动选择</a:t>
            </a:r>
            <a:endParaRPr lang="zh-CN" sz="105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4493260" y="1449705"/>
            <a:ext cx="19050" cy="5715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4703121" y="1397556"/>
            <a:ext cx="4000500" cy="260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1650" b="1">
                <a:solidFill>
                  <a:srgbClr val="FFFFFF"/>
                </a:solidFill>
                <a:cs typeface="汉仪古隶简" charset="0"/>
              </a:rPr>
              <a:t>Tools </a:t>
            </a:r>
            <a:r>
              <a:rPr lang="zh-CN" sz="1650" b="1">
                <a:solidFill>
                  <a:srgbClr val="FFFFFF"/>
                </a:solidFill>
                <a:cs typeface="汉仪古隶简" charset="0"/>
              </a:rPr>
              <a:t>定义</a:t>
            </a:r>
            <a:endParaRPr lang="zh-CN" sz="1650" b="1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703121" y="1714214"/>
            <a:ext cx="400050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实现</a:t>
            </a:r>
            <a:r>
              <a:rPr lang="en-US" altLang="zh-CN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向</a:t>
            </a:r>
            <a:r>
              <a:rPr lang="en-US" altLang="zh-CN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公开可执行服务的能力，</a:t>
            </a:r>
            <a:r>
              <a:rPr lang="en-US" altLang="zh-CN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主动选择合适</a:t>
            </a:r>
            <a:r>
              <a:rPr lang="en-US" altLang="zh-CN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Tools</a:t>
            </a:r>
            <a:r>
              <a:rPr lang="zh-CN" altLang="en-US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，生成调用参数，经</a:t>
            </a:r>
            <a:r>
              <a:rPr lang="en-US" altLang="zh-CN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FFFFFF">
                    <a:alpha val="95000"/>
                  </a:srgbClr>
                </a:solidFill>
                <a:cs typeface="汉仪古隶简" charset="0"/>
              </a:rPr>
              <a:t>执行</a:t>
            </a:r>
            <a:endParaRPr lang="zh-CN" altLang="en-US" sz="1050">
              <a:solidFill>
                <a:srgbClr val="FFFFFF">
                  <a:alpha val="95000"/>
                </a:srgbClr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575945" y="2653030"/>
            <a:ext cx="5419725" cy="1035050"/>
          </a:xfrm>
          <a:custGeom>
            <a:avLst/>
            <a:gdLst>
              <a:gd name="sw" fmla="*/ 1 w 8535"/>
              <a:gd name="sh" fmla="*/ 1 h 1629"/>
              <a:gd name="mins" fmla="min sw sh"/>
              <a:gd name="dsw" fmla="+- 0 sw mins"/>
              <a:gd name="dsh" fmla="+- 0 sh mins"/>
              <a:gd name="p0x0" fmla="*/ 390 w 8535"/>
              <a:gd name="p0y0" fmla="*/ 0 h 1629"/>
              <a:gd name="p0x1" fmla="*/ 8145 w 8535"/>
              <a:gd name="p0y1" fmla="*/ 0 h 1629"/>
              <a:gd name="p0x2" fmla="*/ 8360 w 8535"/>
              <a:gd name="p0y2" fmla="*/ 0 h 1629"/>
              <a:gd name="p0x3" fmla="*/ 8535 w 8535"/>
              <a:gd name="p0y3" fmla="*/ 174 h 1629"/>
              <a:gd name="p0x4" fmla="*/ 8535 w 8535"/>
              <a:gd name="p0y4" fmla="*/ 390 h 1629"/>
              <a:gd name="p0x5" fmla="*/ 8535 w 8535"/>
              <a:gd name="p0y5" fmla="*/ 1239 h 1629"/>
              <a:gd name="p0x6" fmla="*/ 8535 w 8535"/>
              <a:gd name="p0y6" fmla="*/ 1455 h 1629"/>
              <a:gd name="p0x7" fmla="*/ 8360 w 8535"/>
              <a:gd name="p0y7" fmla="*/ 1629 h 1629"/>
              <a:gd name="p0x8" fmla="*/ 8145 w 8535"/>
              <a:gd name="p0y8" fmla="*/ 1629 h 1629"/>
              <a:gd name="p0x9" fmla="*/ 390 w 8535"/>
              <a:gd name="p0y9" fmla="*/ 1629 h 1629"/>
              <a:gd name="p0x10" fmla="*/ 174 w 8535"/>
              <a:gd name="p0y10" fmla="*/ 1629 h 1629"/>
              <a:gd name="p0x11" fmla="*/ 0 w 8535"/>
              <a:gd name="p0y11" fmla="*/ 1455 h 1629"/>
              <a:gd name="p0x12" fmla="*/ 0 w 8535"/>
              <a:gd name="p0y12" fmla="*/ 1239 h 1629"/>
              <a:gd name="p0x13" fmla="*/ 0 w 8535"/>
              <a:gd name="p0y13" fmla="*/ 390 h 1629"/>
              <a:gd name="p0x14" fmla="*/ 0 w 8535"/>
              <a:gd name="p0y14" fmla="*/ 174 h 1629"/>
              <a:gd name="p0x15" fmla="*/ 174 w 8535"/>
              <a:gd name="p0y15" fmla="*/ 0 h 1629"/>
              <a:gd name="p0x16" fmla="*/ 390 w 8535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1009015" y="301307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1042035" y="3041650"/>
            <a:ext cx="247650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1399651" y="2963504"/>
            <a:ext cx="4163397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425" b="1">
                <a:solidFill>
                  <a:srgbClr val="1F2423"/>
                </a:solidFill>
                <a:cs typeface="汉仪古隶简" charset="0"/>
              </a:rPr>
              <a:t>由</a:t>
            </a:r>
            <a:r>
              <a:rPr lang="en-US" altLang="zh-CN" sz="1425" b="1">
                <a:solidFill>
                  <a:srgbClr val="1F2423"/>
                </a:solidFill>
                <a:cs typeface="汉仪古隶简" charset="0"/>
              </a:rPr>
              <a:t>LLM</a:t>
            </a:r>
            <a:r>
              <a:rPr lang="zh-CN" altLang="en-US" sz="1425" b="1">
                <a:solidFill>
                  <a:srgbClr val="1F2423"/>
                </a:solidFill>
                <a:cs typeface="汉仪古隶简" charset="0"/>
              </a:rPr>
              <a:t>控制</a:t>
            </a:r>
            <a:endParaRPr lang="zh-CN" altLang="en-US" sz="1425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399651" y="3188275"/>
            <a:ext cx="443009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 spc="-15">
                <a:solidFill>
                  <a:srgbClr val="4B5553"/>
                </a:solidFill>
                <a:cs typeface="汉仪古隶简" charset="0"/>
              </a:rPr>
              <a:t>Tools</a:t>
            </a:r>
            <a:r>
              <a:rPr lang="zh-CN" altLang="en-US" sz="1050" spc="-15">
                <a:solidFill>
                  <a:srgbClr val="4B5553"/>
                </a:solidFill>
                <a:cs typeface="汉仪古隶简" charset="0"/>
              </a:rPr>
              <a:t>从</a:t>
            </a:r>
            <a:r>
              <a:rPr lang="en-US" altLang="zh-CN" sz="1050" spc="-15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 spc="-15">
                <a:solidFill>
                  <a:srgbClr val="4B5553"/>
                </a:solidFill>
                <a:cs typeface="汉仪古隶简" charset="0"/>
              </a:rPr>
              <a:t>暴露给</a:t>
            </a:r>
            <a:r>
              <a:rPr lang="en-US" altLang="zh-CN" sz="1050" spc="-15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 spc="-15">
                <a:solidFill>
                  <a:srgbClr val="4B5553"/>
                </a:solidFill>
                <a:cs typeface="汉仪古隶简" charset="0"/>
              </a:rPr>
              <a:t>，</a:t>
            </a:r>
            <a:r>
              <a:rPr lang="en-US" altLang="zh-CN" sz="1050" spc="-15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 spc="-15">
                <a:solidFill>
                  <a:srgbClr val="4B5553"/>
                </a:solidFill>
                <a:cs typeface="汉仪古隶简" charset="0"/>
              </a:rPr>
              <a:t>自动调用或人工参与批准</a:t>
            </a:r>
            <a:endParaRPr lang="zh-CN" altLang="en-US" sz="1050" spc="-1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6195695" y="2653030"/>
            <a:ext cx="5419725" cy="1035050"/>
          </a:xfrm>
          <a:custGeom>
            <a:avLst/>
            <a:gdLst>
              <a:gd name="sw" fmla="*/ 1 w 8535"/>
              <a:gd name="sh" fmla="*/ 1 h 1629"/>
              <a:gd name="mins" fmla="min sw sh"/>
              <a:gd name="dsw" fmla="+- 0 sw mins"/>
              <a:gd name="dsh" fmla="+- 0 sh mins"/>
              <a:gd name="p0x0" fmla="*/ 390 w 8535"/>
              <a:gd name="p0y0" fmla="*/ 0 h 1629"/>
              <a:gd name="p0x1" fmla="*/ 8145 w 8535"/>
              <a:gd name="p0y1" fmla="*/ 0 h 1629"/>
              <a:gd name="p0x2" fmla="*/ 8360 w 8535"/>
              <a:gd name="p0y2" fmla="*/ 0 h 1629"/>
              <a:gd name="p0x3" fmla="*/ 8535 w 8535"/>
              <a:gd name="p0y3" fmla="*/ 174 h 1629"/>
              <a:gd name="p0x4" fmla="*/ 8535 w 8535"/>
              <a:gd name="p0y4" fmla="*/ 390 h 1629"/>
              <a:gd name="p0x5" fmla="*/ 8535 w 8535"/>
              <a:gd name="p0y5" fmla="*/ 1239 h 1629"/>
              <a:gd name="p0x6" fmla="*/ 8535 w 8535"/>
              <a:gd name="p0y6" fmla="*/ 1455 h 1629"/>
              <a:gd name="p0x7" fmla="*/ 8360 w 8535"/>
              <a:gd name="p0y7" fmla="*/ 1629 h 1629"/>
              <a:gd name="p0x8" fmla="*/ 8145 w 8535"/>
              <a:gd name="p0y8" fmla="*/ 1629 h 1629"/>
              <a:gd name="p0x9" fmla="*/ 390 w 8535"/>
              <a:gd name="p0y9" fmla="*/ 1629 h 1629"/>
              <a:gd name="p0x10" fmla="*/ 174 w 8535"/>
              <a:gd name="p0y10" fmla="*/ 1629 h 1629"/>
              <a:gd name="p0x11" fmla="*/ 0 w 8535"/>
              <a:gd name="p0y11" fmla="*/ 1455 h 1629"/>
              <a:gd name="p0x12" fmla="*/ 0 w 8535"/>
              <a:gd name="p0y12" fmla="*/ 1239 h 1629"/>
              <a:gd name="p0x13" fmla="*/ 0 w 8535"/>
              <a:gd name="p0y13" fmla="*/ 390 h 1629"/>
              <a:gd name="p0x14" fmla="*/ 0 w 8535"/>
              <a:gd name="p0y14" fmla="*/ 174 h 1629"/>
              <a:gd name="p0x15" fmla="*/ 174 w 8535"/>
              <a:gd name="p0y15" fmla="*/ 0 h 1629"/>
              <a:gd name="p0x16" fmla="*/ 390 w 8535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7181215" y="301307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273" t="-1026" r="-2273" b="-1026"/>
          <a:stretch>
            <a:fillRect/>
          </a:stretch>
        </p:blipFill>
        <p:spPr>
          <a:xfrm>
            <a:off x="7228840" y="3041650"/>
            <a:ext cx="219075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7572156" y="2963504"/>
            <a:ext cx="3057897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425" b="1">
                <a:solidFill>
                  <a:srgbClr val="1F2423"/>
                </a:solidFill>
                <a:cs typeface="汉仪古隶简" charset="0"/>
              </a:rPr>
              <a:t>依赖</a:t>
            </a:r>
            <a:r>
              <a:rPr lang="en-US" altLang="zh-CN" sz="1425" b="1">
                <a:solidFill>
                  <a:srgbClr val="1F2423"/>
                </a:solidFill>
                <a:cs typeface="汉仪古隶简" charset="0"/>
              </a:rPr>
              <a:t>Function-Calling</a:t>
            </a:r>
            <a:endParaRPr lang="en-US" altLang="zh-CN" sz="1425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7572156" y="3188275"/>
            <a:ext cx="332459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基于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的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Function-Calling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特性实现工具调用能力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575945" y="3926205"/>
            <a:ext cx="1896745" cy="2545715"/>
          </a:xfrm>
          <a:custGeom>
            <a:avLst/>
            <a:gdLst>
              <a:gd name="sw" fmla="*/ 1 w 2987"/>
              <a:gd name="sh" fmla="*/ 1 h 4009"/>
              <a:gd name="mins" fmla="min sw sh"/>
              <a:gd name="dsw" fmla="+- 0 sw mins"/>
              <a:gd name="dsh" fmla="+- 0 sh mins"/>
              <a:gd name="p0x0" fmla="*/ 390 w 2987"/>
              <a:gd name="p0y0" fmla="*/ 0 h 4009"/>
              <a:gd name="p0x1" fmla="*/ 2597 w 2987"/>
              <a:gd name="p0y1" fmla="*/ 0 h 4009"/>
              <a:gd name="p0x2" fmla="*/ 2812 w 2987"/>
              <a:gd name="p0y2" fmla="*/ 0 h 4009"/>
              <a:gd name="p0x3" fmla="*/ 2987 w 2987"/>
              <a:gd name="p0y3" fmla="*/ 174 h 4009"/>
              <a:gd name="p0x4" fmla="*/ 2987 w 2987"/>
              <a:gd name="p0y4" fmla="*/ 390 h 4009"/>
              <a:gd name="p0x5" fmla="*/ 2987 w 2987"/>
              <a:gd name="p0y5" fmla="*/ 3619 h 4009"/>
              <a:gd name="p0x6" fmla="*/ 2987 w 2987"/>
              <a:gd name="p0y6" fmla="*/ 3834 h 4009"/>
              <a:gd name="p0x7" fmla="*/ 2812 w 2987"/>
              <a:gd name="p0y7" fmla="*/ 4009 h 4009"/>
              <a:gd name="p0x8" fmla="*/ 2597 w 2987"/>
              <a:gd name="p0y8" fmla="*/ 4009 h 4009"/>
              <a:gd name="p0x9" fmla="*/ 390 w 2987"/>
              <a:gd name="p0y9" fmla="*/ 4009 h 4009"/>
              <a:gd name="p0x10" fmla="*/ 174 w 2987"/>
              <a:gd name="p0y10" fmla="*/ 4009 h 4009"/>
              <a:gd name="p0x11" fmla="*/ 0 w 2987"/>
              <a:gd name="p0y11" fmla="*/ 3834 h 4009"/>
              <a:gd name="p0x12" fmla="*/ 0 w 2987"/>
              <a:gd name="p0y12" fmla="*/ 3619 h 4009"/>
              <a:gd name="p0x13" fmla="*/ 0 w 2987"/>
              <a:gd name="p0y13" fmla="*/ 390 h 4009"/>
              <a:gd name="p0x14" fmla="*/ 0 w 2987"/>
              <a:gd name="p0y14" fmla="*/ 174 h 4009"/>
              <a:gd name="p0x15" fmla="*/ 174 w 2987"/>
              <a:gd name="p0y15" fmla="*/ 0 h 4009"/>
              <a:gd name="p0x16" fmla="*/ 390 w 2987"/>
              <a:gd name="p0y16" fmla="*/ 0 h 40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1367155" y="478282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1404" t="-2933" r="-1404" b="-2933"/>
          <a:stretch>
            <a:fillRect/>
          </a:stretch>
        </p:blipFill>
        <p:spPr>
          <a:xfrm>
            <a:off x="1431290" y="4811395"/>
            <a:ext cx="186055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1072229" y="5158797"/>
            <a:ext cx="90495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425" b="1">
                <a:solidFill>
                  <a:srgbClr val="1F2423"/>
                </a:solidFill>
              </a:rPr>
              <a:t>简单计算</a:t>
            </a:r>
            <a:endParaRPr sz="1425" b="1">
              <a:solidFill>
                <a:srgbClr val="1F2423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724567" y="5440728"/>
            <a:ext cx="16002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4B5553"/>
                </a:solidFill>
              </a:rPr>
              <a:t>基础数据处理与运算任务</a:t>
            </a:r>
            <a:endParaRPr sz="1050">
              <a:solidFill>
                <a:srgbClr val="4B5553"/>
              </a:solidFill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2672715" y="3926205"/>
            <a:ext cx="1896745" cy="2545715"/>
          </a:xfrm>
          <a:custGeom>
            <a:avLst/>
            <a:gdLst>
              <a:gd name="sw" fmla="*/ 1 w 2987"/>
              <a:gd name="sh" fmla="*/ 1 h 4009"/>
              <a:gd name="mins" fmla="min sw sh"/>
              <a:gd name="dsw" fmla="+- 0 sw mins"/>
              <a:gd name="dsh" fmla="+- 0 sh mins"/>
              <a:gd name="p0x0" fmla="*/ 390 w 2987"/>
              <a:gd name="p0y0" fmla="*/ 0 h 4009"/>
              <a:gd name="p0x1" fmla="*/ 2597 w 2987"/>
              <a:gd name="p0y1" fmla="*/ 0 h 4009"/>
              <a:gd name="p0x2" fmla="*/ 2812 w 2987"/>
              <a:gd name="p0y2" fmla="*/ 0 h 4009"/>
              <a:gd name="p0x3" fmla="*/ 2987 w 2987"/>
              <a:gd name="p0y3" fmla="*/ 174 h 4009"/>
              <a:gd name="p0x4" fmla="*/ 2987 w 2987"/>
              <a:gd name="p0y4" fmla="*/ 390 h 4009"/>
              <a:gd name="p0x5" fmla="*/ 2987 w 2987"/>
              <a:gd name="p0y5" fmla="*/ 3619 h 4009"/>
              <a:gd name="p0x6" fmla="*/ 2987 w 2987"/>
              <a:gd name="p0y6" fmla="*/ 3834 h 4009"/>
              <a:gd name="p0x7" fmla="*/ 2812 w 2987"/>
              <a:gd name="p0y7" fmla="*/ 4009 h 4009"/>
              <a:gd name="p0x8" fmla="*/ 2597 w 2987"/>
              <a:gd name="p0y8" fmla="*/ 4009 h 4009"/>
              <a:gd name="p0x9" fmla="*/ 390 w 2987"/>
              <a:gd name="p0y9" fmla="*/ 4009 h 4009"/>
              <a:gd name="p0x10" fmla="*/ 174 w 2987"/>
              <a:gd name="p0y10" fmla="*/ 4009 h 4009"/>
              <a:gd name="p0x11" fmla="*/ 0 w 2987"/>
              <a:gd name="p0y11" fmla="*/ 3834 h 4009"/>
              <a:gd name="p0x12" fmla="*/ 0 w 2987"/>
              <a:gd name="p0y12" fmla="*/ 3619 h 4009"/>
              <a:gd name="p0x13" fmla="*/ 0 w 2987"/>
              <a:gd name="p0y13" fmla="*/ 390 h 4009"/>
              <a:gd name="p0x14" fmla="*/ 0 w 2987"/>
              <a:gd name="p0y14" fmla="*/ 174 h 4009"/>
              <a:gd name="p0x15" fmla="*/ 174 w 2987"/>
              <a:gd name="p0y15" fmla="*/ 0 h 4009"/>
              <a:gd name="p0x16" fmla="*/ 390 w 2987"/>
              <a:gd name="p0y16" fmla="*/ 0 h 40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3"/>
            </p:custDataLst>
          </p:nvPr>
        </p:nvSpPr>
        <p:spPr>
          <a:xfrm>
            <a:off x="3463925" y="478282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619" t="-10152" r="-2619" b="-10152"/>
          <a:stretch>
            <a:fillRect/>
          </a:stretch>
        </p:blipFill>
        <p:spPr>
          <a:xfrm>
            <a:off x="3481070" y="4811395"/>
            <a:ext cx="280670" cy="25209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3023064" y="5158797"/>
            <a:ext cx="1197026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425" b="1">
                <a:solidFill>
                  <a:srgbClr val="1F2423"/>
                </a:solidFill>
                <a:cs typeface="汉仪古隶简" charset="0"/>
              </a:rPr>
              <a:t>复杂</a:t>
            </a:r>
            <a:r>
              <a:rPr lang="en-US" altLang="zh-CN" sz="1425" b="1">
                <a:solidFill>
                  <a:srgbClr val="1F2423"/>
                </a:solidFill>
                <a:cs typeface="汉仪古隶简" charset="0"/>
              </a:rPr>
              <a:t>API</a:t>
            </a:r>
            <a:r>
              <a:rPr lang="zh-CN" altLang="en-US" sz="1425" b="1">
                <a:solidFill>
                  <a:srgbClr val="1F2423"/>
                </a:solidFill>
                <a:cs typeface="汉仪古隶简" charset="0"/>
              </a:rPr>
              <a:t>交互</a:t>
            </a:r>
            <a:endParaRPr lang="zh-CN" altLang="en-US" sz="1425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2821476" y="5440728"/>
            <a:ext cx="16002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4B5553"/>
                </a:solidFill>
              </a:rPr>
              <a:t>与外部系统深度集成对接</a:t>
            </a:r>
            <a:endParaRPr sz="1050">
              <a:solidFill>
                <a:srgbClr val="4B5553"/>
              </a:solidFill>
            </a:endParaRPr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4769485" y="3926205"/>
            <a:ext cx="1897380" cy="2545715"/>
          </a:xfrm>
          <a:custGeom>
            <a:avLst/>
            <a:gdLst>
              <a:gd name="sw" fmla="*/ 1 w 2987"/>
              <a:gd name="sh" fmla="*/ 1 h 4009"/>
              <a:gd name="mins" fmla="min sw sh"/>
              <a:gd name="dsw" fmla="+- 0 sw mins"/>
              <a:gd name="dsh" fmla="+- 0 sh mins"/>
              <a:gd name="p0x0" fmla="*/ 390 w 2987"/>
              <a:gd name="p0y0" fmla="*/ 0 h 4009"/>
              <a:gd name="p0x1" fmla="*/ 2597 w 2987"/>
              <a:gd name="p0y1" fmla="*/ 0 h 4009"/>
              <a:gd name="p0x2" fmla="*/ 2812 w 2987"/>
              <a:gd name="p0y2" fmla="*/ 0 h 4009"/>
              <a:gd name="p0x3" fmla="*/ 2987 w 2987"/>
              <a:gd name="p0y3" fmla="*/ 174 h 4009"/>
              <a:gd name="p0x4" fmla="*/ 2987 w 2987"/>
              <a:gd name="p0y4" fmla="*/ 390 h 4009"/>
              <a:gd name="p0x5" fmla="*/ 2987 w 2987"/>
              <a:gd name="p0y5" fmla="*/ 3619 h 4009"/>
              <a:gd name="p0x6" fmla="*/ 2987 w 2987"/>
              <a:gd name="p0y6" fmla="*/ 3834 h 4009"/>
              <a:gd name="p0x7" fmla="*/ 2812 w 2987"/>
              <a:gd name="p0y7" fmla="*/ 4009 h 4009"/>
              <a:gd name="p0x8" fmla="*/ 2597 w 2987"/>
              <a:gd name="p0y8" fmla="*/ 4009 h 4009"/>
              <a:gd name="p0x9" fmla="*/ 390 w 2987"/>
              <a:gd name="p0y9" fmla="*/ 4009 h 4009"/>
              <a:gd name="p0x10" fmla="*/ 174 w 2987"/>
              <a:gd name="p0y10" fmla="*/ 4009 h 4009"/>
              <a:gd name="p0x11" fmla="*/ 0 w 2987"/>
              <a:gd name="p0y11" fmla="*/ 3834 h 4009"/>
              <a:gd name="p0x12" fmla="*/ 0 w 2987"/>
              <a:gd name="p0y12" fmla="*/ 3619 h 4009"/>
              <a:gd name="p0x13" fmla="*/ 0 w 2987"/>
              <a:gd name="p0y13" fmla="*/ 390 h 4009"/>
              <a:gd name="p0x14" fmla="*/ 0 w 2987"/>
              <a:gd name="p0y14" fmla="*/ 174 h 4009"/>
              <a:gd name="p0x15" fmla="*/ 174 w 2987"/>
              <a:gd name="p0y15" fmla="*/ 0 h 4009"/>
              <a:gd name="p0x16" fmla="*/ 390 w 2987"/>
              <a:gd name="p0y16" fmla="*/ 0 h 40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40"/>
            </p:custDataLst>
          </p:nvPr>
        </p:nvSpPr>
        <p:spPr>
          <a:xfrm>
            <a:off x="5561330" y="469963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19" t="-2933" r="-2619" b="-2933"/>
          <a:stretch>
            <a:fillRect/>
          </a:stretch>
        </p:blipFill>
        <p:spPr>
          <a:xfrm>
            <a:off x="5577840" y="4728210"/>
            <a:ext cx="280670" cy="2520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5266058" y="5075453"/>
            <a:ext cx="90495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425" b="1">
                <a:solidFill>
                  <a:srgbClr val="1F2423"/>
                </a:solidFill>
              </a:rPr>
              <a:t>组合使用</a:t>
            </a:r>
            <a:endParaRPr sz="1425" b="1">
              <a:solidFill>
                <a:srgbClr val="1F2423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5051746" y="5357384"/>
            <a:ext cx="1333576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显式配置工作流或隐式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生成流程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6" name="任意多边形 35"/>
          <p:cNvSpPr/>
          <p:nvPr>
            <p:custDataLst>
              <p:tags r:id="rId46"/>
            </p:custDataLst>
          </p:nvPr>
        </p:nvSpPr>
        <p:spPr>
          <a:xfrm>
            <a:off x="6904990" y="3926205"/>
            <a:ext cx="4710430" cy="1172845"/>
          </a:xfrm>
          <a:custGeom>
            <a:avLst/>
            <a:gdLst>
              <a:gd name="sw" fmla="*/ 1 w 7418"/>
              <a:gd name="sh" fmla="*/ 1 h 1847"/>
              <a:gd name="mins" fmla="min sw sh"/>
              <a:gd name="dsw" fmla="+- 0 sw mins"/>
              <a:gd name="dsh" fmla="+- 0 sh mins"/>
              <a:gd name="p0x0" fmla="*/ 390 w 7418"/>
              <a:gd name="p0y0" fmla="*/ 0 h 1847"/>
              <a:gd name="p0x1" fmla="*/ 7028 w 7418"/>
              <a:gd name="p0y1" fmla="*/ 0 h 1847"/>
              <a:gd name="p0x2" fmla="*/ 7243 w 7418"/>
              <a:gd name="p0y2" fmla="*/ 0 h 1847"/>
              <a:gd name="p0x3" fmla="*/ 7418 w 7418"/>
              <a:gd name="p0y3" fmla="*/ 174 h 1847"/>
              <a:gd name="p0x4" fmla="*/ 7418 w 7418"/>
              <a:gd name="p0y4" fmla="*/ 390 h 1847"/>
              <a:gd name="p0x5" fmla="*/ 7418 w 7418"/>
              <a:gd name="p0y5" fmla="*/ 1457 h 1847"/>
              <a:gd name="p0x6" fmla="*/ 7418 w 7418"/>
              <a:gd name="p0y6" fmla="*/ 1672 h 1847"/>
              <a:gd name="p0x7" fmla="*/ 7243 w 7418"/>
              <a:gd name="p0y7" fmla="*/ 1847 h 1847"/>
              <a:gd name="p0x8" fmla="*/ 7028 w 7418"/>
              <a:gd name="p0y8" fmla="*/ 1847 h 1847"/>
              <a:gd name="p0x9" fmla="*/ 390 w 7418"/>
              <a:gd name="p0y9" fmla="*/ 1847 h 1847"/>
              <a:gd name="p0x10" fmla="*/ 174 w 7418"/>
              <a:gd name="p0y10" fmla="*/ 1847 h 1847"/>
              <a:gd name="p0x11" fmla="*/ 0 w 7418"/>
              <a:gd name="p0y11" fmla="*/ 1672 h 1847"/>
              <a:gd name="p0x12" fmla="*/ 0 w 7418"/>
              <a:gd name="p0y12" fmla="*/ 1457 h 1847"/>
              <a:gd name="p0x13" fmla="*/ 0 w 7418"/>
              <a:gd name="p0y13" fmla="*/ 390 h 1847"/>
              <a:gd name="p0x14" fmla="*/ 0 w 7418"/>
              <a:gd name="p0y14" fmla="*/ 174 h 1847"/>
              <a:gd name="p0x15" fmla="*/ 174 w 7418"/>
              <a:gd name="p0y15" fmla="*/ 0 h 1847"/>
              <a:gd name="p0x16" fmla="*/ 390 w 7418"/>
              <a:gd name="p0y16" fmla="*/ 0 h 18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7"/>
            </p:custDataLst>
          </p:nvPr>
        </p:nvSpPr>
        <p:spPr>
          <a:xfrm>
            <a:off x="7099935" y="43027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7232676" y="437560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1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39" name="文本框 38"/>
          <p:cNvSpPr txBox="1"/>
          <p:nvPr>
            <p:custDataLst>
              <p:tags r:id="rId49"/>
            </p:custDataLst>
          </p:nvPr>
        </p:nvSpPr>
        <p:spPr>
          <a:xfrm>
            <a:off x="7595739" y="4305567"/>
            <a:ext cx="3817735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1F2423"/>
                </a:solidFill>
              </a:rPr>
              <a:t>服务发现</a:t>
            </a:r>
            <a:endParaRPr sz="1425" b="1">
              <a:solidFill>
                <a:srgbClr val="1F2423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50"/>
            </p:custDataLst>
          </p:nvPr>
        </p:nvSpPr>
        <p:spPr>
          <a:xfrm>
            <a:off x="7595739" y="4530338"/>
            <a:ext cx="207935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向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发送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1" name="任意多边形 40"/>
          <p:cNvSpPr/>
          <p:nvPr>
            <p:custDataLst>
              <p:tags r:id="rId51"/>
            </p:custDataLst>
          </p:nvPr>
        </p:nvSpPr>
        <p:spPr>
          <a:xfrm>
            <a:off x="9408160" y="4514215"/>
            <a:ext cx="601980" cy="214630"/>
          </a:xfrm>
          <a:custGeom>
            <a:avLst/>
            <a:gdLst>
              <a:gd name="sw" fmla="*/ 1 w 948"/>
              <a:gd name="sh" fmla="*/ 1 h 337"/>
              <a:gd name="mins" fmla="min sw sh"/>
              <a:gd name="dsw" fmla="+- 0 sw mins"/>
              <a:gd name="dsh" fmla="+- 0 sh mins"/>
              <a:gd name="p0x0" fmla="*/ 150 w 948"/>
              <a:gd name="p0y0" fmla="*/ 0 h 337"/>
              <a:gd name="p0x1" fmla="*/ 798 w 948"/>
              <a:gd name="p0y1" fmla="*/ 0 h 337"/>
              <a:gd name="p0x2" fmla="*/ 881 w 948"/>
              <a:gd name="p0y2" fmla="*/ 0 h 337"/>
              <a:gd name="p0x3" fmla="*/ 948 w 948"/>
              <a:gd name="p0y3" fmla="*/ 67 h 337"/>
              <a:gd name="p0x4" fmla="*/ 948 w 948"/>
              <a:gd name="p0y4" fmla="*/ 150 h 337"/>
              <a:gd name="p0x5" fmla="*/ 948 w 948"/>
              <a:gd name="p0y5" fmla="*/ 187 h 337"/>
              <a:gd name="p0x6" fmla="*/ 948 w 948"/>
              <a:gd name="p0y6" fmla="*/ 270 h 337"/>
              <a:gd name="p0x7" fmla="*/ 881 w 948"/>
              <a:gd name="p0y7" fmla="*/ 337 h 337"/>
              <a:gd name="p0x8" fmla="*/ 798 w 948"/>
              <a:gd name="p0y8" fmla="*/ 337 h 337"/>
              <a:gd name="p0x9" fmla="*/ 150 w 948"/>
              <a:gd name="p0y9" fmla="*/ 337 h 337"/>
              <a:gd name="p0x10" fmla="*/ 67 w 948"/>
              <a:gd name="p0y10" fmla="*/ 337 h 337"/>
              <a:gd name="p0x11" fmla="*/ 0 w 948"/>
              <a:gd name="p0y11" fmla="*/ 270 h 337"/>
              <a:gd name="p0x12" fmla="*/ 0 w 948"/>
              <a:gd name="p0y12" fmla="*/ 187 h 337"/>
              <a:gd name="p0x13" fmla="*/ 0 w 948"/>
              <a:gd name="p0y13" fmla="*/ 150 h 337"/>
              <a:gd name="p0x14" fmla="*/ 0 w 948"/>
              <a:gd name="p0y14" fmla="*/ 67 h 337"/>
              <a:gd name="p0x15" fmla="*/ 67 w 948"/>
              <a:gd name="p0y15" fmla="*/ 0 h 337"/>
              <a:gd name="p0x16" fmla="*/ 150 w 948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DE8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52"/>
            </p:custDataLst>
          </p:nvPr>
        </p:nvSpPr>
        <p:spPr>
          <a:xfrm>
            <a:off x="9408395" y="4530338"/>
            <a:ext cx="69755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"/>
              <a:t> </a:t>
            </a:r>
            <a:r>
              <a:rPr sz="1050">
                <a:solidFill>
                  <a:srgbClr val="4B5553"/>
                </a:solidFill>
              </a:rPr>
              <a:t>tools/list</a:t>
            </a:r>
            <a:endParaRPr sz="1050">
              <a:solidFill>
                <a:srgbClr val="4B5553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53"/>
            </p:custDataLst>
          </p:nvPr>
        </p:nvSpPr>
        <p:spPr>
          <a:xfrm>
            <a:off x="10010699" y="4530338"/>
            <a:ext cx="153612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请求获取可用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Tools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列表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4" name="任意多边形 43"/>
          <p:cNvSpPr/>
          <p:nvPr>
            <p:custDataLst>
              <p:tags r:id="rId54"/>
            </p:custDataLst>
          </p:nvPr>
        </p:nvSpPr>
        <p:spPr>
          <a:xfrm>
            <a:off x="6904990" y="5299075"/>
            <a:ext cx="4710430" cy="1172845"/>
          </a:xfrm>
          <a:custGeom>
            <a:avLst/>
            <a:gdLst>
              <a:gd name="sw" fmla="*/ 1 w 7418"/>
              <a:gd name="sh" fmla="*/ 1 h 1847"/>
              <a:gd name="mins" fmla="min sw sh"/>
              <a:gd name="dsw" fmla="+- 0 sw mins"/>
              <a:gd name="dsh" fmla="+- 0 sh mins"/>
              <a:gd name="p0x0" fmla="*/ 390 w 7418"/>
              <a:gd name="p0y0" fmla="*/ 0 h 1847"/>
              <a:gd name="p0x1" fmla="*/ 7028 w 7418"/>
              <a:gd name="p0y1" fmla="*/ 0 h 1847"/>
              <a:gd name="p0x2" fmla="*/ 7243 w 7418"/>
              <a:gd name="p0y2" fmla="*/ 0 h 1847"/>
              <a:gd name="p0x3" fmla="*/ 7418 w 7418"/>
              <a:gd name="p0y3" fmla="*/ 174 h 1847"/>
              <a:gd name="p0x4" fmla="*/ 7418 w 7418"/>
              <a:gd name="p0y4" fmla="*/ 390 h 1847"/>
              <a:gd name="p0x5" fmla="*/ 7418 w 7418"/>
              <a:gd name="p0y5" fmla="*/ 1457 h 1847"/>
              <a:gd name="p0x6" fmla="*/ 7418 w 7418"/>
              <a:gd name="p0y6" fmla="*/ 1672 h 1847"/>
              <a:gd name="p0x7" fmla="*/ 7243 w 7418"/>
              <a:gd name="p0y7" fmla="*/ 1847 h 1847"/>
              <a:gd name="p0x8" fmla="*/ 7028 w 7418"/>
              <a:gd name="p0y8" fmla="*/ 1847 h 1847"/>
              <a:gd name="p0x9" fmla="*/ 390 w 7418"/>
              <a:gd name="p0y9" fmla="*/ 1847 h 1847"/>
              <a:gd name="p0x10" fmla="*/ 174 w 7418"/>
              <a:gd name="p0y10" fmla="*/ 1847 h 1847"/>
              <a:gd name="p0x11" fmla="*/ 0 w 7418"/>
              <a:gd name="p0y11" fmla="*/ 1672 h 1847"/>
              <a:gd name="p0x12" fmla="*/ 0 w 7418"/>
              <a:gd name="p0y12" fmla="*/ 1457 h 1847"/>
              <a:gd name="p0x13" fmla="*/ 0 w 7418"/>
              <a:gd name="p0y13" fmla="*/ 390 h 1847"/>
              <a:gd name="p0x14" fmla="*/ 0 w 7418"/>
              <a:gd name="p0y14" fmla="*/ 174 h 1847"/>
              <a:gd name="p0x15" fmla="*/ 174 w 7418"/>
              <a:gd name="p0y15" fmla="*/ 0 h 1847"/>
              <a:gd name="p0x16" fmla="*/ 390 w 7418"/>
              <a:gd name="p0y16" fmla="*/ 0 h 18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55"/>
            </p:custDataLst>
          </p:nvPr>
        </p:nvSpPr>
        <p:spPr>
          <a:xfrm>
            <a:off x="7099935" y="56762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56"/>
            </p:custDataLst>
          </p:nvPr>
        </p:nvSpPr>
        <p:spPr>
          <a:xfrm>
            <a:off x="7232676" y="574869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2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57"/>
            </p:custDataLst>
          </p:nvPr>
        </p:nvSpPr>
        <p:spPr>
          <a:xfrm>
            <a:off x="7595739" y="5595309"/>
            <a:ext cx="3824736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1F2423"/>
                </a:solidFill>
              </a:rPr>
              <a:t>服务调用</a:t>
            </a:r>
            <a:endParaRPr sz="1425" b="1">
              <a:solidFill>
                <a:srgbClr val="1F2423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58"/>
            </p:custDataLst>
          </p:nvPr>
        </p:nvSpPr>
        <p:spPr>
          <a:xfrm>
            <a:off x="7595739" y="5820080"/>
            <a:ext cx="104819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sz="1050">
                <a:solidFill>
                  <a:srgbClr val="4B5553"/>
                </a:solidFill>
                <a:cs typeface="汉仪古隶简" charset="0"/>
              </a:rPr>
              <a:t>发送</a:t>
            </a:r>
            <a:endParaRPr lang="zh-CN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9" name="任意多边形 48"/>
          <p:cNvSpPr/>
          <p:nvPr>
            <p:custDataLst>
              <p:tags r:id="rId59"/>
            </p:custDataLst>
          </p:nvPr>
        </p:nvSpPr>
        <p:spPr>
          <a:xfrm>
            <a:off x="8510270" y="5803900"/>
            <a:ext cx="644525" cy="214630"/>
          </a:xfrm>
          <a:custGeom>
            <a:avLst/>
            <a:gdLst>
              <a:gd name="sw" fmla="*/ 1 w 1015"/>
              <a:gd name="sh" fmla="*/ 1 h 337"/>
              <a:gd name="mins" fmla="min sw sh"/>
              <a:gd name="dsw" fmla="+- 0 sw mins"/>
              <a:gd name="dsh" fmla="+- 0 sh mins"/>
              <a:gd name="p0x0" fmla="*/ 150 w 1015"/>
              <a:gd name="p0y0" fmla="*/ 0 h 337"/>
              <a:gd name="p0x1" fmla="*/ 865 w 1015"/>
              <a:gd name="p0y1" fmla="*/ 0 h 337"/>
              <a:gd name="p0x2" fmla="*/ 948 w 1015"/>
              <a:gd name="p0y2" fmla="*/ 0 h 337"/>
              <a:gd name="p0x3" fmla="*/ 1015 w 1015"/>
              <a:gd name="p0y3" fmla="*/ 67 h 337"/>
              <a:gd name="p0x4" fmla="*/ 1015 w 1015"/>
              <a:gd name="p0y4" fmla="*/ 150 h 337"/>
              <a:gd name="p0x5" fmla="*/ 1015 w 1015"/>
              <a:gd name="p0y5" fmla="*/ 187 h 337"/>
              <a:gd name="p0x6" fmla="*/ 1015 w 1015"/>
              <a:gd name="p0y6" fmla="*/ 270 h 337"/>
              <a:gd name="p0x7" fmla="*/ 948 w 1015"/>
              <a:gd name="p0y7" fmla="*/ 337 h 337"/>
              <a:gd name="p0x8" fmla="*/ 865 w 1015"/>
              <a:gd name="p0y8" fmla="*/ 337 h 337"/>
              <a:gd name="p0x9" fmla="*/ 150 w 1015"/>
              <a:gd name="p0y9" fmla="*/ 337 h 337"/>
              <a:gd name="p0x10" fmla="*/ 67 w 1015"/>
              <a:gd name="p0y10" fmla="*/ 337 h 337"/>
              <a:gd name="p0x11" fmla="*/ 0 w 1015"/>
              <a:gd name="p0y11" fmla="*/ 270 h 337"/>
              <a:gd name="p0x12" fmla="*/ 0 w 1015"/>
              <a:gd name="p0y12" fmla="*/ 187 h 337"/>
              <a:gd name="p0x13" fmla="*/ 0 w 1015"/>
              <a:gd name="p0y13" fmla="*/ 150 h 337"/>
              <a:gd name="p0x14" fmla="*/ 0 w 1015"/>
              <a:gd name="p0y14" fmla="*/ 67 h 337"/>
              <a:gd name="p0x15" fmla="*/ 67 w 1015"/>
              <a:gd name="p0y15" fmla="*/ 0 h 337"/>
              <a:gd name="p0x16" fmla="*/ 150 w 101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DE8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60"/>
            </p:custDataLst>
          </p:nvPr>
        </p:nvSpPr>
        <p:spPr>
          <a:xfrm>
            <a:off x="8510588" y="5820080"/>
            <a:ext cx="73997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"/>
              <a:t> </a:t>
            </a:r>
            <a:r>
              <a:rPr sz="1050">
                <a:solidFill>
                  <a:srgbClr val="4B5553"/>
                </a:solidFill>
              </a:rPr>
              <a:t>tools/call</a:t>
            </a:r>
            <a:endParaRPr sz="1050">
              <a:solidFill>
                <a:srgbClr val="4B5553"/>
              </a:solidFill>
            </a:endParaRPr>
          </a:p>
        </p:txBody>
      </p:sp>
      <p:sp>
        <p:nvSpPr>
          <p:cNvPr id="51" name="文本框 50"/>
          <p:cNvSpPr txBox="1"/>
          <p:nvPr>
            <p:custDataLst>
              <p:tags r:id="rId61"/>
            </p:custDataLst>
          </p:nvPr>
        </p:nvSpPr>
        <p:spPr>
          <a:xfrm>
            <a:off x="7595739" y="5820080"/>
            <a:ext cx="3824736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1559560"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请求调用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Tools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，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执行并返回结果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1F2423"/>
                </a:solidFill>
                <a:cs typeface="汉仪古隶简" charset="0"/>
              </a:rPr>
              <a:t>2.2 </a:t>
            </a:r>
            <a:r>
              <a:rPr lang="zh-CN" altLang="en-US" sz="2400" b="1">
                <a:solidFill>
                  <a:srgbClr val="1F2423"/>
                </a:solidFill>
                <a:cs typeface="汉仪古隶简" charset="0"/>
              </a:rPr>
              <a:t>核心概念</a:t>
            </a:r>
            <a:r>
              <a:rPr lang="en-US" altLang="zh-CN" sz="2400" b="1">
                <a:solidFill>
                  <a:srgbClr val="1F2423"/>
                </a:solidFill>
                <a:cs typeface="汉仪古隶简" charset="0"/>
              </a:rPr>
              <a:t> - Resources</a:t>
            </a:r>
            <a:endParaRPr lang="en-US" altLang="zh-CN" sz="24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341731" y="1897856"/>
            <a:ext cx="20125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7">
                <a:solidFill>
                  <a:srgbClr val="76827F"/>
                </a:solidFill>
              </a:rPr>
              <a:t>RESOURCES URI FORMAT</a:t>
            </a:r>
            <a:endParaRPr sz="1050" spc="7">
              <a:solidFill>
                <a:srgbClr val="76827F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00704" y="2123599"/>
            <a:ext cx="6799507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300" b="1">
                <a:solidFill>
                  <a:srgbClr val="327877"/>
                </a:solidFill>
                <a:ea typeface="微软雅黑" panose="020B0503020204020204" charset="-122"/>
              </a:rPr>
              <a:t>file:///home/user/.../report.pdf</a:t>
            </a:r>
            <a:endParaRPr sz="3300" b="1">
              <a:solidFill>
                <a:srgbClr val="327877"/>
              </a:solidFill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6200775" y="1001058"/>
            <a:ext cx="541972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1F2423"/>
                </a:solidFill>
              </a:rPr>
              <a:t>数据范围</a:t>
            </a:r>
            <a:endParaRPr sz="1050" b="1">
              <a:solidFill>
                <a:srgbClr val="1F2423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5"/>
            </p:custDataLst>
          </p:nvPr>
        </p:nvSpPr>
        <p:spPr>
          <a:xfrm>
            <a:off x="6200775" y="3837575"/>
            <a:ext cx="541972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1F2423"/>
                </a:solidFill>
              </a:rPr>
              <a:t>常见操作</a:t>
            </a:r>
            <a:endParaRPr sz="1050" b="1">
              <a:solidFill>
                <a:srgbClr val="1F2423"/>
              </a:solidFill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1000125" y="2691765"/>
            <a:ext cx="4562475" cy="908050"/>
          </a:xfrm>
          <a:custGeom>
            <a:avLst/>
            <a:gdLst>
              <a:gd name="sw" fmla="*/ 1 w 7185"/>
              <a:gd name="sh" fmla="*/ 1 h 1430"/>
              <a:gd name="mins" fmla="min sw sh"/>
              <a:gd name="dsw" fmla="+- 0 sw mins"/>
              <a:gd name="dsh" fmla="+- 0 sh mins"/>
              <a:gd name="p0x0" fmla="*/ 390 w 7185"/>
              <a:gd name="p0y0" fmla="*/ 0 h 1430"/>
              <a:gd name="p0x1" fmla="*/ 6795 w 7185"/>
              <a:gd name="p0y1" fmla="*/ 0 h 1430"/>
              <a:gd name="p0x2" fmla="*/ 7010 w 7185"/>
              <a:gd name="p0y2" fmla="*/ 0 h 1430"/>
              <a:gd name="p0x3" fmla="*/ 7185 w 7185"/>
              <a:gd name="p0y3" fmla="*/ 174 h 1430"/>
              <a:gd name="p0x4" fmla="*/ 7185 w 7185"/>
              <a:gd name="p0y4" fmla="*/ 390 h 1430"/>
              <a:gd name="p0x5" fmla="*/ 7185 w 7185"/>
              <a:gd name="p0y5" fmla="*/ 1040 h 1430"/>
              <a:gd name="p0x6" fmla="*/ 7185 w 7185"/>
              <a:gd name="p0y6" fmla="*/ 1255 h 1430"/>
              <a:gd name="p0x7" fmla="*/ 7010 w 7185"/>
              <a:gd name="p0y7" fmla="*/ 1430 h 1430"/>
              <a:gd name="p0x8" fmla="*/ 6795 w 7185"/>
              <a:gd name="p0y8" fmla="*/ 1430 h 1430"/>
              <a:gd name="p0x9" fmla="*/ 390 w 7185"/>
              <a:gd name="p0y9" fmla="*/ 1430 h 1430"/>
              <a:gd name="p0x10" fmla="*/ 174 w 7185"/>
              <a:gd name="p0y10" fmla="*/ 1430 h 1430"/>
              <a:gd name="p0x11" fmla="*/ 0 w 7185"/>
              <a:gd name="p0y11" fmla="*/ 1255 h 1430"/>
              <a:gd name="p0x12" fmla="*/ 0 w 7185"/>
              <a:gd name="p0y12" fmla="*/ 1040 h 1430"/>
              <a:gd name="p0x13" fmla="*/ 0 w 7185"/>
              <a:gd name="p0y13" fmla="*/ 390 h 1430"/>
              <a:gd name="p0x14" fmla="*/ 0 w 7185"/>
              <a:gd name="p0y14" fmla="*/ 174 h 1430"/>
              <a:gd name="p0x15" fmla="*/ 174 w 7185"/>
              <a:gd name="p0y15" fmla="*/ 0 h 1430"/>
              <a:gd name="p0x16" fmla="*/ 390 w 7185"/>
              <a:gd name="p0y16" fmla="*/ 0 h 1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7"/>
            </p:custDataLst>
          </p:nvPr>
        </p:nvSpPr>
        <p:spPr>
          <a:xfrm>
            <a:off x="1195070" y="286321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1245235" y="2882265"/>
            <a:ext cx="156845" cy="2139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1490663" y="2903782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1F2423"/>
                </a:solidFill>
              </a:rPr>
              <a:t>定义</a:t>
            </a:r>
            <a:endParaRPr sz="1050" b="1">
              <a:solidFill>
                <a:srgbClr val="1F2423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95388" y="3126295"/>
            <a:ext cx="417195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基础操作指令，允许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发布可由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读取的数据和内容，用作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交互上下文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1000125" y="3685540"/>
            <a:ext cx="4562475" cy="908050"/>
          </a:xfrm>
          <a:custGeom>
            <a:avLst/>
            <a:gdLst>
              <a:gd name="sw" fmla="*/ 1 w 7185"/>
              <a:gd name="sh" fmla="*/ 1 h 1430"/>
              <a:gd name="mins" fmla="min sw sh"/>
              <a:gd name="dsw" fmla="+- 0 sw mins"/>
              <a:gd name="dsh" fmla="+- 0 sh mins"/>
              <a:gd name="p0x0" fmla="*/ 390 w 7185"/>
              <a:gd name="p0y0" fmla="*/ 0 h 1430"/>
              <a:gd name="p0x1" fmla="*/ 6795 w 7185"/>
              <a:gd name="p0y1" fmla="*/ 0 h 1430"/>
              <a:gd name="p0x2" fmla="*/ 7010 w 7185"/>
              <a:gd name="p0y2" fmla="*/ 0 h 1430"/>
              <a:gd name="p0x3" fmla="*/ 7185 w 7185"/>
              <a:gd name="p0y3" fmla="*/ 174 h 1430"/>
              <a:gd name="p0x4" fmla="*/ 7185 w 7185"/>
              <a:gd name="p0y4" fmla="*/ 390 h 1430"/>
              <a:gd name="p0x5" fmla="*/ 7185 w 7185"/>
              <a:gd name="p0y5" fmla="*/ 1040 h 1430"/>
              <a:gd name="p0x6" fmla="*/ 7185 w 7185"/>
              <a:gd name="p0y6" fmla="*/ 1255 h 1430"/>
              <a:gd name="p0x7" fmla="*/ 7010 w 7185"/>
              <a:gd name="p0y7" fmla="*/ 1430 h 1430"/>
              <a:gd name="p0x8" fmla="*/ 6795 w 7185"/>
              <a:gd name="p0y8" fmla="*/ 1430 h 1430"/>
              <a:gd name="p0x9" fmla="*/ 390 w 7185"/>
              <a:gd name="p0y9" fmla="*/ 1430 h 1430"/>
              <a:gd name="p0x10" fmla="*/ 174 w 7185"/>
              <a:gd name="p0y10" fmla="*/ 1430 h 1430"/>
              <a:gd name="p0x11" fmla="*/ 0 w 7185"/>
              <a:gd name="p0y11" fmla="*/ 1255 h 1430"/>
              <a:gd name="p0x12" fmla="*/ 0 w 7185"/>
              <a:gd name="p0y12" fmla="*/ 1040 h 1430"/>
              <a:gd name="p0x13" fmla="*/ 0 w 7185"/>
              <a:gd name="p0y13" fmla="*/ 390 h 1430"/>
              <a:gd name="p0x14" fmla="*/ 0 w 7185"/>
              <a:gd name="p0y14" fmla="*/ 174 h 1430"/>
              <a:gd name="p0x15" fmla="*/ 174 w 7185"/>
              <a:gd name="p0y15" fmla="*/ 0 h 1430"/>
              <a:gd name="p0x16" fmla="*/ 390 w 7185"/>
              <a:gd name="p0y16" fmla="*/ 0 h 1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1195070" y="388112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1219200" y="3900170"/>
            <a:ext cx="209550" cy="2139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490663" y="3921766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1F2423"/>
                </a:solidFill>
              </a:rPr>
              <a:t>设计特点</a:t>
            </a:r>
            <a:endParaRPr sz="1050" b="1">
              <a:solidFill>
                <a:srgbClr val="1F2423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195388" y="4168464"/>
            <a:ext cx="41719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由应用程序控制：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决定如何以及何时使用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1000125" y="4679315"/>
            <a:ext cx="4562475" cy="908050"/>
          </a:xfrm>
          <a:custGeom>
            <a:avLst/>
            <a:gdLst>
              <a:gd name="sw" fmla="*/ 1 w 7185"/>
              <a:gd name="sh" fmla="*/ 1 h 1430"/>
              <a:gd name="mins" fmla="min sw sh"/>
              <a:gd name="dsw" fmla="+- 0 sw mins"/>
              <a:gd name="dsh" fmla="+- 0 sh mins"/>
              <a:gd name="p0x0" fmla="*/ 390 w 7185"/>
              <a:gd name="p0y0" fmla="*/ 0 h 1430"/>
              <a:gd name="p0x1" fmla="*/ 6795 w 7185"/>
              <a:gd name="p0y1" fmla="*/ 0 h 1430"/>
              <a:gd name="p0x2" fmla="*/ 7010 w 7185"/>
              <a:gd name="p0y2" fmla="*/ 0 h 1430"/>
              <a:gd name="p0x3" fmla="*/ 7185 w 7185"/>
              <a:gd name="p0y3" fmla="*/ 174 h 1430"/>
              <a:gd name="p0x4" fmla="*/ 7185 w 7185"/>
              <a:gd name="p0y4" fmla="*/ 390 h 1430"/>
              <a:gd name="p0x5" fmla="*/ 7185 w 7185"/>
              <a:gd name="p0y5" fmla="*/ 1040 h 1430"/>
              <a:gd name="p0x6" fmla="*/ 7185 w 7185"/>
              <a:gd name="p0y6" fmla="*/ 1255 h 1430"/>
              <a:gd name="p0x7" fmla="*/ 7010 w 7185"/>
              <a:gd name="p0y7" fmla="*/ 1430 h 1430"/>
              <a:gd name="p0x8" fmla="*/ 6795 w 7185"/>
              <a:gd name="p0y8" fmla="*/ 1430 h 1430"/>
              <a:gd name="p0x9" fmla="*/ 390 w 7185"/>
              <a:gd name="p0y9" fmla="*/ 1430 h 1430"/>
              <a:gd name="p0x10" fmla="*/ 174 w 7185"/>
              <a:gd name="p0y10" fmla="*/ 1430 h 1430"/>
              <a:gd name="p0x11" fmla="*/ 0 w 7185"/>
              <a:gd name="p0y11" fmla="*/ 1255 h 1430"/>
              <a:gd name="p0x12" fmla="*/ 0 w 7185"/>
              <a:gd name="p0y12" fmla="*/ 1040 h 1430"/>
              <a:gd name="p0x13" fmla="*/ 0 w 7185"/>
              <a:gd name="p0y13" fmla="*/ 390 h 1430"/>
              <a:gd name="p0x14" fmla="*/ 0 w 7185"/>
              <a:gd name="p0y14" fmla="*/ 174 h 1430"/>
              <a:gd name="p0x15" fmla="*/ 174 w 7185"/>
              <a:gd name="p0y15" fmla="*/ 0 h 1430"/>
              <a:gd name="p0x16" fmla="*/ 390 w 7185"/>
              <a:gd name="p0y16" fmla="*/ 0 h 1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1195070" y="487489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1204595" y="4893945"/>
            <a:ext cx="238125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1490663" y="4915567"/>
            <a:ext cx="62359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 b="1">
                <a:solidFill>
                  <a:srgbClr val="1F2423"/>
                </a:solidFill>
                <a:cs typeface="汉仪古隶简" charset="0"/>
              </a:rPr>
              <a:t>URI</a:t>
            </a:r>
            <a:r>
              <a:rPr lang="zh-CN" sz="1050" b="1">
                <a:solidFill>
                  <a:srgbClr val="1F2423"/>
                </a:solidFill>
                <a:cs typeface="汉仪古隶简" charset="0"/>
              </a:rPr>
              <a:t>标识</a:t>
            </a:r>
            <a:endParaRPr 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6"/>
            </p:custDataLst>
          </p:nvPr>
        </p:nvSpPr>
        <p:spPr>
          <a:xfrm>
            <a:off x="1195388" y="5162264"/>
            <a:ext cx="262651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每个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Resources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由唯一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URI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标识，格式：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1" name="任意多边形 20"/>
          <p:cNvSpPr/>
          <p:nvPr>
            <p:custDataLst>
              <p:tags r:id="rId27"/>
            </p:custDataLst>
          </p:nvPr>
        </p:nvSpPr>
        <p:spPr>
          <a:xfrm>
            <a:off x="3554730" y="5146040"/>
            <a:ext cx="1678940" cy="214630"/>
          </a:xfrm>
          <a:custGeom>
            <a:avLst/>
            <a:gdLst>
              <a:gd name="sw" fmla="*/ 1 w 2643"/>
              <a:gd name="sh" fmla="*/ 1 h 337"/>
              <a:gd name="mins" fmla="min sw sh"/>
              <a:gd name="dsw" fmla="+- 0 sw mins"/>
              <a:gd name="dsh" fmla="+- 0 sh mins"/>
              <a:gd name="p0x0" fmla="*/ 150 w 2643"/>
              <a:gd name="p0y0" fmla="*/ 0 h 337"/>
              <a:gd name="p0x1" fmla="*/ 2493 w 2643"/>
              <a:gd name="p0y1" fmla="*/ 0 h 337"/>
              <a:gd name="p0x2" fmla="*/ 2576 w 2643"/>
              <a:gd name="p0y2" fmla="*/ 0 h 337"/>
              <a:gd name="p0x3" fmla="*/ 2643 w 2643"/>
              <a:gd name="p0y3" fmla="*/ 67 h 337"/>
              <a:gd name="p0x4" fmla="*/ 2643 w 2643"/>
              <a:gd name="p0y4" fmla="*/ 150 h 337"/>
              <a:gd name="p0x5" fmla="*/ 2643 w 2643"/>
              <a:gd name="p0y5" fmla="*/ 187 h 337"/>
              <a:gd name="p0x6" fmla="*/ 2643 w 2643"/>
              <a:gd name="p0y6" fmla="*/ 270 h 337"/>
              <a:gd name="p0x7" fmla="*/ 2576 w 2643"/>
              <a:gd name="p0y7" fmla="*/ 337 h 337"/>
              <a:gd name="p0x8" fmla="*/ 2493 w 2643"/>
              <a:gd name="p0y8" fmla="*/ 337 h 337"/>
              <a:gd name="p0x9" fmla="*/ 150 w 2643"/>
              <a:gd name="p0y9" fmla="*/ 337 h 337"/>
              <a:gd name="p0x10" fmla="*/ 67 w 2643"/>
              <a:gd name="p0y10" fmla="*/ 337 h 337"/>
              <a:gd name="p0x11" fmla="*/ 0 w 2643"/>
              <a:gd name="p0y11" fmla="*/ 270 h 337"/>
              <a:gd name="p0x12" fmla="*/ 0 w 2643"/>
              <a:gd name="p0y12" fmla="*/ 187 h 337"/>
              <a:gd name="p0x13" fmla="*/ 0 w 2643"/>
              <a:gd name="p0y13" fmla="*/ 150 h 337"/>
              <a:gd name="p0x14" fmla="*/ 0 w 2643"/>
              <a:gd name="p0y14" fmla="*/ 67 h 337"/>
              <a:gd name="p0x15" fmla="*/ 67 w 2643"/>
              <a:gd name="p0y15" fmla="*/ 0 h 337"/>
              <a:gd name="p0x16" fmla="*/ 150 w 2643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3612356" y="5162264"/>
            <a:ext cx="183118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1B4645"/>
                </a:solidFill>
                <a:ea typeface="微软雅黑" panose="020B0503020204020204" charset="-122"/>
              </a:rPr>
              <a:t>[protocol]://[host]/[path]</a:t>
            </a:r>
            <a:endParaRPr sz="1050">
              <a:solidFill>
                <a:srgbClr val="1B4645"/>
              </a:solidFill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9"/>
            </p:custDataLst>
          </p:nvPr>
        </p:nvSpPr>
        <p:spPr>
          <a:xfrm>
            <a:off x="6205220" y="1240790"/>
            <a:ext cx="1746250" cy="1154430"/>
          </a:xfrm>
          <a:custGeom>
            <a:avLst/>
            <a:gdLst>
              <a:gd name="sw" fmla="*/ 1 w 2749"/>
              <a:gd name="sh" fmla="*/ 1 h 1817"/>
              <a:gd name="mins" fmla="min sw sh"/>
              <a:gd name="dsw" fmla="+- 0 sw mins"/>
              <a:gd name="dsh" fmla="+- 0 sh mins"/>
              <a:gd name="p0x0" fmla="*/ 390 w 2749"/>
              <a:gd name="p0y0" fmla="*/ 0 h 1817"/>
              <a:gd name="p0x1" fmla="*/ 2359 w 2749"/>
              <a:gd name="p0y1" fmla="*/ 0 h 1817"/>
              <a:gd name="p0x2" fmla="*/ 2575 w 2749"/>
              <a:gd name="p0y2" fmla="*/ 0 h 1817"/>
              <a:gd name="p0x3" fmla="*/ 2749 w 2749"/>
              <a:gd name="p0y3" fmla="*/ 174 h 1817"/>
              <a:gd name="p0x4" fmla="*/ 2749 w 2749"/>
              <a:gd name="p0y4" fmla="*/ 390 h 1817"/>
              <a:gd name="p0x5" fmla="*/ 2749 w 2749"/>
              <a:gd name="p0y5" fmla="*/ 1427 h 1817"/>
              <a:gd name="p0x6" fmla="*/ 2749 w 2749"/>
              <a:gd name="p0y6" fmla="*/ 1643 h 1817"/>
              <a:gd name="p0x7" fmla="*/ 2575 w 2749"/>
              <a:gd name="p0y7" fmla="*/ 1817 h 1817"/>
              <a:gd name="p0x8" fmla="*/ 2359 w 2749"/>
              <a:gd name="p0y8" fmla="*/ 1817 h 1817"/>
              <a:gd name="p0x9" fmla="*/ 390 w 2749"/>
              <a:gd name="p0y9" fmla="*/ 1817 h 1817"/>
              <a:gd name="p0x10" fmla="*/ 174 w 2749"/>
              <a:gd name="p0y10" fmla="*/ 1817 h 1817"/>
              <a:gd name="p0x11" fmla="*/ 0 w 2749"/>
              <a:gd name="p0y11" fmla="*/ 1643 h 1817"/>
              <a:gd name="p0x12" fmla="*/ 0 w 2749"/>
              <a:gd name="p0y12" fmla="*/ 1427 h 1817"/>
              <a:gd name="p0x13" fmla="*/ 0 w 2749"/>
              <a:gd name="p0y13" fmla="*/ 390 h 1817"/>
              <a:gd name="p0x14" fmla="*/ 0 w 2749"/>
              <a:gd name="p0y14" fmla="*/ 174 h 1817"/>
              <a:gd name="p0x15" fmla="*/ 174 w 2749"/>
              <a:gd name="p0y15" fmla="*/ 0 h 1817"/>
              <a:gd name="p0x16" fmla="*/ 390 w 2749"/>
              <a:gd name="p0y16" fmla="*/ 0 h 18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0"/>
            </p:custDataLst>
          </p:nvPr>
        </p:nvSpPr>
        <p:spPr>
          <a:xfrm>
            <a:off x="6949440" y="158242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6818" t="-16078" r="-6818" b="-16078"/>
          <a:stretch>
            <a:fillRect/>
          </a:stretch>
        </p:blipFill>
        <p:spPr>
          <a:xfrm>
            <a:off x="6958965" y="1601470"/>
            <a:ext cx="238125" cy="2139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4"/>
            </p:custDataLst>
          </p:nvPr>
        </p:nvSpPr>
        <p:spPr>
          <a:xfrm>
            <a:off x="6611836" y="1877758"/>
            <a:ext cx="9335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F2423"/>
                </a:solidFill>
              </a:rPr>
              <a:t>操作系统文件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28" name="任意多边形 27"/>
          <p:cNvSpPr/>
          <p:nvPr>
            <p:custDataLst>
              <p:tags r:id="rId35"/>
            </p:custDataLst>
          </p:nvPr>
        </p:nvSpPr>
        <p:spPr>
          <a:xfrm>
            <a:off x="8037195" y="1240790"/>
            <a:ext cx="1746250" cy="1154430"/>
          </a:xfrm>
          <a:custGeom>
            <a:avLst/>
            <a:gdLst>
              <a:gd name="sw" fmla="*/ 1 w 2750"/>
              <a:gd name="sh" fmla="*/ 1 h 1817"/>
              <a:gd name="mins" fmla="min sw sh"/>
              <a:gd name="dsw" fmla="+- 0 sw mins"/>
              <a:gd name="dsh" fmla="+- 0 sh mins"/>
              <a:gd name="p0x0" fmla="*/ 390 w 2750"/>
              <a:gd name="p0y0" fmla="*/ 0 h 1817"/>
              <a:gd name="p0x1" fmla="*/ 2360 w 2750"/>
              <a:gd name="p0y1" fmla="*/ 0 h 1817"/>
              <a:gd name="p0x2" fmla="*/ 2575 w 2750"/>
              <a:gd name="p0y2" fmla="*/ 0 h 1817"/>
              <a:gd name="p0x3" fmla="*/ 2750 w 2750"/>
              <a:gd name="p0y3" fmla="*/ 174 h 1817"/>
              <a:gd name="p0x4" fmla="*/ 2750 w 2750"/>
              <a:gd name="p0y4" fmla="*/ 390 h 1817"/>
              <a:gd name="p0x5" fmla="*/ 2750 w 2750"/>
              <a:gd name="p0y5" fmla="*/ 1427 h 1817"/>
              <a:gd name="p0x6" fmla="*/ 2750 w 2750"/>
              <a:gd name="p0y6" fmla="*/ 1643 h 1817"/>
              <a:gd name="p0x7" fmla="*/ 2575 w 2750"/>
              <a:gd name="p0y7" fmla="*/ 1817 h 1817"/>
              <a:gd name="p0x8" fmla="*/ 2360 w 2750"/>
              <a:gd name="p0y8" fmla="*/ 1817 h 1817"/>
              <a:gd name="p0x9" fmla="*/ 390 w 2750"/>
              <a:gd name="p0y9" fmla="*/ 1817 h 1817"/>
              <a:gd name="p0x10" fmla="*/ 174 w 2750"/>
              <a:gd name="p0y10" fmla="*/ 1817 h 1817"/>
              <a:gd name="p0x11" fmla="*/ 0 w 2750"/>
              <a:gd name="p0y11" fmla="*/ 1643 h 1817"/>
              <a:gd name="p0x12" fmla="*/ 0 w 2750"/>
              <a:gd name="p0y12" fmla="*/ 1427 h 1817"/>
              <a:gd name="p0x13" fmla="*/ 0 w 2750"/>
              <a:gd name="p0y13" fmla="*/ 390 h 1817"/>
              <a:gd name="p0x14" fmla="*/ 0 w 2750"/>
              <a:gd name="p0y14" fmla="*/ 174 h 1817"/>
              <a:gd name="p0x15" fmla="*/ 174 w 2750"/>
              <a:gd name="p0y15" fmla="*/ 0 h 1817"/>
              <a:gd name="p0x16" fmla="*/ 390 w 2750"/>
              <a:gd name="p0y16" fmla="*/ 0 h 18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6"/>
            </p:custDataLst>
          </p:nvPr>
        </p:nvSpPr>
        <p:spPr>
          <a:xfrm>
            <a:off x="8781415" y="158242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083" t="-3492" r="-2083" b="-3492"/>
          <a:stretch>
            <a:fillRect/>
          </a:stretch>
        </p:blipFill>
        <p:spPr>
          <a:xfrm>
            <a:off x="8790940" y="1601470"/>
            <a:ext cx="238125" cy="2139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0"/>
            </p:custDataLst>
          </p:nvPr>
        </p:nvSpPr>
        <p:spPr>
          <a:xfrm>
            <a:off x="8643862" y="1877758"/>
            <a:ext cx="5334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F2423"/>
                </a:solidFill>
              </a:rPr>
              <a:t>源代码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32" name="任意多边形 31"/>
          <p:cNvSpPr/>
          <p:nvPr>
            <p:custDataLst>
              <p:tags r:id="rId41"/>
            </p:custDataLst>
          </p:nvPr>
        </p:nvSpPr>
        <p:spPr>
          <a:xfrm>
            <a:off x="9869170" y="1240790"/>
            <a:ext cx="1746250" cy="1154430"/>
          </a:xfrm>
          <a:custGeom>
            <a:avLst/>
            <a:gdLst>
              <a:gd name="sw" fmla="*/ 1 w 2749"/>
              <a:gd name="sh" fmla="*/ 1 h 1817"/>
              <a:gd name="mins" fmla="min sw sh"/>
              <a:gd name="dsw" fmla="+- 0 sw mins"/>
              <a:gd name="dsh" fmla="+- 0 sh mins"/>
              <a:gd name="p0x0" fmla="*/ 390 w 2749"/>
              <a:gd name="p0y0" fmla="*/ 0 h 1817"/>
              <a:gd name="p0x1" fmla="*/ 2359 w 2749"/>
              <a:gd name="p0y1" fmla="*/ 0 h 1817"/>
              <a:gd name="p0x2" fmla="*/ 2575 w 2749"/>
              <a:gd name="p0y2" fmla="*/ 0 h 1817"/>
              <a:gd name="p0x3" fmla="*/ 2749 w 2749"/>
              <a:gd name="p0y3" fmla="*/ 174 h 1817"/>
              <a:gd name="p0x4" fmla="*/ 2749 w 2749"/>
              <a:gd name="p0y4" fmla="*/ 390 h 1817"/>
              <a:gd name="p0x5" fmla="*/ 2749 w 2749"/>
              <a:gd name="p0y5" fmla="*/ 1427 h 1817"/>
              <a:gd name="p0x6" fmla="*/ 2749 w 2749"/>
              <a:gd name="p0y6" fmla="*/ 1643 h 1817"/>
              <a:gd name="p0x7" fmla="*/ 2575 w 2749"/>
              <a:gd name="p0y7" fmla="*/ 1817 h 1817"/>
              <a:gd name="p0x8" fmla="*/ 2359 w 2749"/>
              <a:gd name="p0y8" fmla="*/ 1817 h 1817"/>
              <a:gd name="p0x9" fmla="*/ 390 w 2749"/>
              <a:gd name="p0y9" fmla="*/ 1817 h 1817"/>
              <a:gd name="p0x10" fmla="*/ 174 w 2749"/>
              <a:gd name="p0y10" fmla="*/ 1817 h 1817"/>
              <a:gd name="p0x11" fmla="*/ 0 w 2749"/>
              <a:gd name="p0y11" fmla="*/ 1643 h 1817"/>
              <a:gd name="p0x12" fmla="*/ 0 w 2749"/>
              <a:gd name="p0y12" fmla="*/ 1427 h 1817"/>
              <a:gd name="p0x13" fmla="*/ 0 w 2749"/>
              <a:gd name="p0y13" fmla="*/ 390 h 1817"/>
              <a:gd name="p0x14" fmla="*/ 0 w 2749"/>
              <a:gd name="p0y14" fmla="*/ 174 h 1817"/>
              <a:gd name="p0x15" fmla="*/ 174 w 2749"/>
              <a:gd name="p0y15" fmla="*/ 0 h 1817"/>
              <a:gd name="p0x16" fmla="*/ 390 w 2749"/>
              <a:gd name="p0y16" fmla="*/ 0 h 18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42"/>
            </p:custDataLst>
          </p:nvPr>
        </p:nvSpPr>
        <p:spPr>
          <a:xfrm>
            <a:off x="10613390" y="158242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4074" t="-3492" r="-4074" b="-3492"/>
          <a:stretch>
            <a:fillRect/>
          </a:stretch>
        </p:blipFill>
        <p:spPr>
          <a:xfrm>
            <a:off x="10649585" y="1601470"/>
            <a:ext cx="185420" cy="21399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6"/>
            </p:custDataLst>
          </p:nvPr>
        </p:nvSpPr>
        <p:spPr>
          <a:xfrm>
            <a:off x="10342435" y="1877758"/>
            <a:ext cx="8001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F2423"/>
                </a:solidFill>
              </a:rPr>
              <a:t>数据库记录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36" name="任意多边形 35"/>
          <p:cNvSpPr/>
          <p:nvPr>
            <p:custDataLst>
              <p:tags r:id="rId47"/>
            </p:custDataLst>
          </p:nvPr>
        </p:nvSpPr>
        <p:spPr>
          <a:xfrm>
            <a:off x="6205220" y="2480945"/>
            <a:ext cx="1746250" cy="1154430"/>
          </a:xfrm>
          <a:custGeom>
            <a:avLst/>
            <a:gdLst>
              <a:gd name="sw" fmla="*/ 1 w 2749"/>
              <a:gd name="sh" fmla="*/ 1 h 1818"/>
              <a:gd name="mins" fmla="min sw sh"/>
              <a:gd name="dsw" fmla="+- 0 sw mins"/>
              <a:gd name="dsh" fmla="+- 0 sh mins"/>
              <a:gd name="p0x0" fmla="*/ 390 w 2749"/>
              <a:gd name="p0y0" fmla="*/ 0 h 1818"/>
              <a:gd name="p0x1" fmla="*/ 2359 w 2749"/>
              <a:gd name="p0y1" fmla="*/ 0 h 1818"/>
              <a:gd name="p0x2" fmla="*/ 2575 w 2749"/>
              <a:gd name="p0y2" fmla="*/ 0 h 1818"/>
              <a:gd name="p0x3" fmla="*/ 2749 w 2749"/>
              <a:gd name="p0y3" fmla="*/ 174 h 1818"/>
              <a:gd name="p0x4" fmla="*/ 2749 w 2749"/>
              <a:gd name="p0y4" fmla="*/ 390 h 1818"/>
              <a:gd name="p0x5" fmla="*/ 2749 w 2749"/>
              <a:gd name="p0y5" fmla="*/ 1428 h 1818"/>
              <a:gd name="p0x6" fmla="*/ 2749 w 2749"/>
              <a:gd name="p0y6" fmla="*/ 1643 h 1818"/>
              <a:gd name="p0x7" fmla="*/ 2575 w 2749"/>
              <a:gd name="p0y7" fmla="*/ 1818 h 1818"/>
              <a:gd name="p0x8" fmla="*/ 2359 w 2749"/>
              <a:gd name="p0y8" fmla="*/ 1818 h 1818"/>
              <a:gd name="p0x9" fmla="*/ 390 w 2749"/>
              <a:gd name="p0y9" fmla="*/ 1818 h 1818"/>
              <a:gd name="p0x10" fmla="*/ 174 w 2749"/>
              <a:gd name="p0y10" fmla="*/ 1818 h 1818"/>
              <a:gd name="p0x11" fmla="*/ 0 w 2749"/>
              <a:gd name="p0y11" fmla="*/ 1643 h 1818"/>
              <a:gd name="p0x12" fmla="*/ 0 w 2749"/>
              <a:gd name="p0y12" fmla="*/ 1428 h 1818"/>
              <a:gd name="p0x13" fmla="*/ 0 w 2749"/>
              <a:gd name="p0y13" fmla="*/ 390 h 1818"/>
              <a:gd name="p0x14" fmla="*/ 0 w 2749"/>
              <a:gd name="p0y14" fmla="*/ 174 h 1818"/>
              <a:gd name="p0x15" fmla="*/ 174 w 2749"/>
              <a:gd name="p0y15" fmla="*/ 0 h 1818"/>
              <a:gd name="p0x16" fmla="*/ 390 w 2749"/>
              <a:gd name="p0y16" fmla="*/ 0 h 18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8"/>
            </p:custDataLst>
          </p:nvPr>
        </p:nvSpPr>
        <p:spPr>
          <a:xfrm>
            <a:off x="6949440" y="282257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4074" t="-12407" r="-4074" b="-12407"/>
          <a:stretch>
            <a:fillRect/>
          </a:stretch>
        </p:blipFill>
        <p:spPr>
          <a:xfrm>
            <a:off x="6985635" y="2841625"/>
            <a:ext cx="185420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2"/>
            </p:custDataLst>
          </p:nvPr>
        </p:nvSpPr>
        <p:spPr>
          <a:xfrm>
            <a:off x="6678511" y="3117942"/>
            <a:ext cx="8001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F2423"/>
                </a:solidFill>
              </a:rPr>
              <a:t>截图和图片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40" name="任意多边形 39"/>
          <p:cNvSpPr/>
          <p:nvPr>
            <p:custDataLst>
              <p:tags r:id="rId53"/>
            </p:custDataLst>
          </p:nvPr>
        </p:nvSpPr>
        <p:spPr>
          <a:xfrm>
            <a:off x="8037195" y="2480945"/>
            <a:ext cx="1746250" cy="1154430"/>
          </a:xfrm>
          <a:custGeom>
            <a:avLst/>
            <a:gdLst>
              <a:gd name="sw" fmla="*/ 1 w 2750"/>
              <a:gd name="sh" fmla="*/ 1 h 1818"/>
              <a:gd name="mins" fmla="min sw sh"/>
              <a:gd name="dsw" fmla="+- 0 sw mins"/>
              <a:gd name="dsh" fmla="+- 0 sh mins"/>
              <a:gd name="p0x0" fmla="*/ 390 w 2750"/>
              <a:gd name="p0y0" fmla="*/ 0 h 1818"/>
              <a:gd name="p0x1" fmla="*/ 2360 w 2750"/>
              <a:gd name="p0y1" fmla="*/ 0 h 1818"/>
              <a:gd name="p0x2" fmla="*/ 2575 w 2750"/>
              <a:gd name="p0y2" fmla="*/ 0 h 1818"/>
              <a:gd name="p0x3" fmla="*/ 2750 w 2750"/>
              <a:gd name="p0y3" fmla="*/ 174 h 1818"/>
              <a:gd name="p0x4" fmla="*/ 2750 w 2750"/>
              <a:gd name="p0y4" fmla="*/ 390 h 1818"/>
              <a:gd name="p0x5" fmla="*/ 2750 w 2750"/>
              <a:gd name="p0y5" fmla="*/ 1428 h 1818"/>
              <a:gd name="p0x6" fmla="*/ 2750 w 2750"/>
              <a:gd name="p0y6" fmla="*/ 1643 h 1818"/>
              <a:gd name="p0x7" fmla="*/ 2575 w 2750"/>
              <a:gd name="p0y7" fmla="*/ 1818 h 1818"/>
              <a:gd name="p0x8" fmla="*/ 2360 w 2750"/>
              <a:gd name="p0y8" fmla="*/ 1818 h 1818"/>
              <a:gd name="p0x9" fmla="*/ 390 w 2750"/>
              <a:gd name="p0y9" fmla="*/ 1818 h 1818"/>
              <a:gd name="p0x10" fmla="*/ 174 w 2750"/>
              <a:gd name="p0y10" fmla="*/ 1818 h 1818"/>
              <a:gd name="p0x11" fmla="*/ 0 w 2750"/>
              <a:gd name="p0y11" fmla="*/ 1643 h 1818"/>
              <a:gd name="p0x12" fmla="*/ 0 w 2750"/>
              <a:gd name="p0y12" fmla="*/ 1428 h 1818"/>
              <a:gd name="p0x13" fmla="*/ 0 w 2750"/>
              <a:gd name="p0y13" fmla="*/ 390 h 1818"/>
              <a:gd name="p0x14" fmla="*/ 0 w 2750"/>
              <a:gd name="p0y14" fmla="*/ 174 h 1818"/>
              <a:gd name="p0x15" fmla="*/ 174 w 2750"/>
              <a:gd name="p0y15" fmla="*/ 0 h 1818"/>
              <a:gd name="p0x16" fmla="*/ 390 w 2750"/>
              <a:gd name="p0y16" fmla="*/ 0 h 18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54"/>
            </p:custDataLst>
          </p:nvPr>
        </p:nvSpPr>
        <p:spPr>
          <a:xfrm>
            <a:off x="8781415" y="282257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6818" t="-20208" r="-6818" b="-20208"/>
          <a:stretch>
            <a:fillRect/>
          </a:stretch>
        </p:blipFill>
        <p:spPr>
          <a:xfrm>
            <a:off x="8790940" y="2841625"/>
            <a:ext cx="238125" cy="21399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8"/>
            </p:custDataLst>
          </p:nvPr>
        </p:nvSpPr>
        <p:spPr>
          <a:xfrm>
            <a:off x="8510512" y="3117942"/>
            <a:ext cx="8001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F2423"/>
                </a:solidFill>
              </a:rPr>
              <a:t>音视频文件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44" name="任意多边形 43"/>
          <p:cNvSpPr/>
          <p:nvPr>
            <p:custDataLst>
              <p:tags r:id="rId59"/>
            </p:custDataLst>
          </p:nvPr>
        </p:nvSpPr>
        <p:spPr>
          <a:xfrm>
            <a:off x="9869170" y="2480945"/>
            <a:ext cx="1746250" cy="1154430"/>
          </a:xfrm>
          <a:custGeom>
            <a:avLst/>
            <a:gdLst>
              <a:gd name="sw" fmla="*/ 1 w 2749"/>
              <a:gd name="sh" fmla="*/ 1 h 1818"/>
              <a:gd name="mins" fmla="min sw sh"/>
              <a:gd name="dsw" fmla="+- 0 sw mins"/>
              <a:gd name="dsh" fmla="+- 0 sh mins"/>
              <a:gd name="p0x0" fmla="*/ 390 w 2749"/>
              <a:gd name="p0y0" fmla="*/ 0 h 1818"/>
              <a:gd name="p0x1" fmla="*/ 2359 w 2749"/>
              <a:gd name="p0y1" fmla="*/ 0 h 1818"/>
              <a:gd name="p0x2" fmla="*/ 2575 w 2749"/>
              <a:gd name="p0y2" fmla="*/ 0 h 1818"/>
              <a:gd name="p0x3" fmla="*/ 2749 w 2749"/>
              <a:gd name="p0y3" fmla="*/ 174 h 1818"/>
              <a:gd name="p0x4" fmla="*/ 2749 w 2749"/>
              <a:gd name="p0y4" fmla="*/ 390 h 1818"/>
              <a:gd name="p0x5" fmla="*/ 2749 w 2749"/>
              <a:gd name="p0y5" fmla="*/ 1428 h 1818"/>
              <a:gd name="p0x6" fmla="*/ 2749 w 2749"/>
              <a:gd name="p0y6" fmla="*/ 1643 h 1818"/>
              <a:gd name="p0x7" fmla="*/ 2575 w 2749"/>
              <a:gd name="p0y7" fmla="*/ 1818 h 1818"/>
              <a:gd name="p0x8" fmla="*/ 2359 w 2749"/>
              <a:gd name="p0y8" fmla="*/ 1818 h 1818"/>
              <a:gd name="p0x9" fmla="*/ 390 w 2749"/>
              <a:gd name="p0y9" fmla="*/ 1818 h 1818"/>
              <a:gd name="p0x10" fmla="*/ 174 w 2749"/>
              <a:gd name="p0y10" fmla="*/ 1818 h 1818"/>
              <a:gd name="p0x11" fmla="*/ 0 w 2749"/>
              <a:gd name="p0y11" fmla="*/ 1643 h 1818"/>
              <a:gd name="p0x12" fmla="*/ 0 w 2749"/>
              <a:gd name="p0y12" fmla="*/ 1428 h 1818"/>
              <a:gd name="p0x13" fmla="*/ 0 w 2749"/>
              <a:gd name="p0y13" fmla="*/ 390 h 1818"/>
              <a:gd name="p0x14" fmla="*/ 0 w 2749"/>
              <a:gd name="p0y14" fmla="*/ 174 h 1818"/>
              <a:gd name="p0x15" fmla="*/ 174 w 2749"/>
              <a:gd name="p0y15" fmla="*/ 0 h 1818"/>
              <a:gd name="p0x16" fmla="*/ 390 w 2749"/>
              <a:gd name="p0y16" fmla="*/ 0 h 18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60"/>
            </p:custDataLst>
          </p:nvPr>
        </p:nvSpPr>
        <p:spPr>
          <a:xfrm>
            <a:off x="10613390" y="282257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l="-1667" t="-3492" r="-1667" b="-3492"/>
          <a:stretch>
            <a:fillRect/>
          </a:stretch>
        </p:blipFill>
        <p:spPr>
          <a:xfrm>
            <a:off x="10663555" y="2841625"/>
            <a:ext cx="157480" cy="213995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4"/>
            </p:custDataLst>
          </p:nvPr>
        </p:nvSpPr>
        <p:spPr>
          <a:xfrm>
            <a:off x="10209085" y="3117942"/>
            <a:ext cx="10668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F2423"/>
                </a:solidFill>
              </a:rPr>
              <a:t>日志与实时数据</a:t>
            </a:r>
            <a:endParaRPr sz="1050">
              <a:solidFill>
                <a:srgbClr val="1F2423"/>
              </a:solidFill>
            </a:endParaRPr>
          </a:p>
        </p:txBody>
      </p:sp>
      <p:sp>
        <p:nvSpPr>
          <p:cNvPr id="49" name="任意多边形 48"/>
          <p:cNvSpPr/>
          <p:nvPr>
            <p:custDataLst>
              <p:tags r:id="rId65"/>
            </p:custDataLst>
          </p:nvPr>
        </p:nvSpPr>
        <p:spPr>
          <a:xfrm>
            <a:off x="6205220" y="4077335"/>
            <a:ext cx="5410200" cy="741045"/>
          </a:xfrm>
          <a:custGeom>
            <a:avLst/>
            <a:gdLst>
              <a:gd name="sw" fmla="*/ 1 w 8520"/>
              <a:gd name="sh" fmla="*/ 1 h 1167"/>
              <a:gd name="mins" fmla="min sw sh"/>
              <a:gd name="dsw" fmla="+- 0 sw mins"/>
              <a:gd name="dsh" fmla="+- 0 sh mins"/>
              <a:gd name="p0x0" fmla="*/ 390 w 8520"/>
              <a:gd name="p0y0" fmla="*/ 0 h 1167"/>
              <a:gd name="p0x1" fmla="*/ 8130 w 8520"/>
              <a:gd name="p0y1" fmla="*/ 0 h 1167"/>
              <a:gd name="p0x2" fmla="*/ 8345 w 8520"/>
              <a:gd name="p0y2" fmla="*/ 0 h 1167"/>
              <a:gd name="p0x3" fmla="*/ 8520 w 8520"/>
              <a:gd name="p0y3" fmla="*/ 174 h 1167"/>
              <a:gd name="p0x4" fmla="*/ 8520 w 8520"/>
              <a:gd name="p0y4" fmla="*/ 390 h 1167"/>
              <a:gd name="p0x5" fmla="*/ 8520 w 8520"/>
              <a:gd name="p0y5" fmla="*/ 777 h 1167"/>
              <a:gd name="p0x6" fmla="*/ 8520 w 8520"/>
              <a:gd name="p0y6" fmla="*/ 992 h 1167"/>
              <a:gd name="p0x7" fmla="*/ 8345 w 8520"/>
              <a:gd name="p0y7" fmla="*/ 1167 h 1167"/>
              <a:gd name="p0x8" fmla="*/ 8130 w 8520"/>
              <a:gd name="p0y8" fmla="*/ 1167 h 1167"/>
              <a:gd name="p0x9" fmla="*/ 390 w 8520"/>
              <a:gd name="p0y9" fmla="*/ 1167 h 1167"/>
              <a:gd name="p0x10" fmla="*/ 174 w 8520"/>
              <a:gd name="p0y10" fmla="*/ 1167 h 1167"/>
              <a:gd name="p0x11" fmla="*/ 0 w 8520"/>
              <a:gd name="p0y11" fmla="*/ 992 h 1167"/>
              <a:gd name="p0x12" fmla="*/ 0 w 8520"/>
              <a:gd name="p0y12" fmla="*/ 777 h 1167"/>
              <a:gd name="p0x13" fmla="*/ 0 w 8520"/>
              <a:gd name="p0y13" fmla="*/ 390 h 1167"/>
              <a:gd name="p0x14" fmla="*/ 0 w 8520"/>
              <a:gd name="p0y14" fmla="*/ 174 h 1167"/>
              <a:gd name="p0x15" fmla="*/ 174 w 8520"/>
              <a:gd name="p0y15" fmla="*/ 0 h 1167"/>
              <a:gd name="p0x16" fmla="*/ 390 w 8520"/>
              <a:gd name="p0y16" fmla="*/ 0 h 11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66"/>
            </p:custDataLst>
          </p:nvPr>
        </p:nvSpPr>
        <p:spPr>
          <a:xfrm>
            <a:off x="6400800" y="42379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67"/>
            </p:custDataLst>
          </p:nvPr>
        </p:nvSpPr>
        <p:spPr>
          <a:xfrm>
            <a:off x="6533035" y="431100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1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68"/>
            </p:custDataLst>
          </p:nvPr>
        </p:nvSpPr>
        <p:spPr>
          <a:xfrm>
            <a:off x="6896100" y="4269543"/>
            <a:ext cx="452437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1050" b="1">
                <a:solidFill>
                  <a:srgbClr val="1F2423"/>
                </a:solidFill>
                <a:cs typeface="汉仪古隶简" charset="0"/>
              </a:rPr>
              <a:t>Resources</a:t>
            </a:r>
            <a:r>
              <a:rPr lang="zh-CN" sz="1050" b="1">
                <a:solidFill>
                  <a:srgbClr val="1F2423"/>
                </a:solidFill>
                <a:cs typeface="汉仪古隶简" charset="0"/>
              </a:rPr>
              <a:t>发现</a:t>
            </a:r>
            <a:endParaRPr 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69"/>
            </p:custDataLst>
          </p:nvPr>
        </p:nvSpPr>
        <p:spPr>
          <a:xfrm>
            <a:off x="6896100" y="4439545"/>
            <a:ext cx="452437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静态资源（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resources/list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请求）或动态资源（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URI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模板）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54" name="任意多边形 53"/>
          <p:cNvSpPr/>
          <p:nvPr>
            <p:custDataLst>
              <p:tags r:id="rId70"/>
            </p:custDataLst>
          </p:nvPr>
        </p:nvSpPr>
        <p:spPr>
          <a:xfrm>
            <a:off x="6205220" y="4904105"/>
            <a:ext cx="5410200" cy="741045"/>
          </a:xfrm>
          <a:custGeom>
            <a:avLst/>
            <a:gdLst>
              <a:gd name="sw" fmla="*/ 1 w 8520"/>
              <a:gd name="sh" fmla="*/ 1 h 1167"/>
              <a:gd name="mins" fmla="min sw sh"/>
              <a:gd name="dsw" fmla="+- 0 sw mins"/>
              <a:gd name="dsh" fmla="+- 0 sh mins"/>
              <a:gd name="p0x0" fmla="*/ 390 w 8520"/>
              <a:gd name="p0y0" fmla="*/ 0 h 1167"/>
              <a:gd name="p0x1" fmla="*/ 8130 w 8520"/>
              <a:gd name="p0y1" fmla="*/ 0 h 1167"/>
              <a:gd name="p0x2" fmla="*/ 8345 w 8520"/>
              <a:gd name="p0y2" fmla="*/ 0 h 1167"/>
              <a:gd name="p0x3" fmla="*/ 8520 w 8520"/>
              <a:gd name="p0y3" fmla="*/ 174 h 1167"/>
              <a:gd name="p0x4" fmla="*/ 8520 w 8520"/>
              <a:gd name="p0y4" fmla="*/ 390 h 1167"/>
              <a:gd name="p0x5" fmla="*/ 8520 w 8520"/>
              <a:gd name="p0y5" fmla="*/ 777 h 1167"/>
              <a:gd name="p0x6" fmla="*/ 8520 w 8520"/>
              <a:gd name="p0y6" fmla="*/ 992 h 1167"/>
              <a:gd name="p0x7" fmla="*/ 8345 w 8520"/>
              <a:gd name="p0y7" fmla="*/ 1167 h 1167"/>
              <a:gd name="p0x8" fmla="*/ 8130 w 8520"/>
              <a:gd name="p0y8" fmla="*/ 1167 h 1167"/>
              <a:gd name="p0x9" fmla="*/ 390 w 8520"/>
              <a:gd name="p0y9" fmla="*/ 1167 h 1167"/>
              <a:gd name="p0x10" fmla="*/ 174 w 8520"/>
              <a:gd name="p0y10" fmla="*/ 1167 h 1167"/>
              <a:gd name="p0x11" fmla="*/ 0 w 8520"/>
              <a:gd name="p0y11" fmla="*/ 992 h 1167"/>
              <a:gd name="p0x12" fmla="*/ 0 w 8520"/>
              <a:gd name="p0y12" fmla="*/ 777 h 1167"/>
              <a:gd name="p0x13" fmla="*/ 0 w 8520"/>
              <a:gd name="p0y13" fmla="*/ 390 h 1167"/>
              <a:gd name="p0x14" fmla="*/ 0 w 8520"/>
              <a:gd name="p0y14" fmla="*/ 174 h 1167"/>
              <a:gd name="p0x15" fmla="*/ 174 w 8520"/>
              <a:gd name="p0y15" fmla="*/ 0 h 1167"/>
              <a:gd name="p0x16" fmla="*/ 390 w 8520"/>
              <a:gd name="p0y16" fmla="*/ 0 h 11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71"/>
            </p:custDataLst>
          </p:nvPr>
        </p:nvSpPr>
        <p:spPr>
          <a:xfrm>
            <a:off x="6400800" y="50653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72"/>
            </p:custDataLst>
          </p:nvPr>
        </p:nvSpPr>
        <p:spPr>
          <a:xfrm>
            <a:off x="6533035" y="5137823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2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73"/>
            </p:custDataLst>
          </p:nvPr>
        </p:nvSpPr>
        <p:spPr>
          <a:xfrm>
            <a:off x="6896100" y="5096361"/>
            <a:ext cx="452437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1050" b="1">
                <a:solidFill>
                  <a:srgbClr val="1F2423"/>
                </a:solidFill>
                <a:cs typeface="汉仪古隶简" charset="0"/>
              </a:rPr>
              <a:t>Resources</a:t>
            </a:r>
            <a:r>
              <a:rPr lang="zh-CN" sz="1050" b="1">
                <a:solidFill>
                  <a:srgbClr val="1F2423"/>
                </a:solidFill>
                <a:cs typeface="汉仪古隶简" charset="0"/>
              </a:rPr>
              <a:t>访问</a:t>
            </a:r>
            <a:endParaRPr 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74"/>
            </p:custDataLst>
          </p:nvPr>
        </p:nvSpPr>
        <p:spPr>
          <a:xfrm>
            <a:off x="6896100" y="5266363"/>
            <a:ext cx="452437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向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Resources URI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发送</a:t>
            </a:r>
            <a:r>
              <a:rPr lang="en-US" altLang="zh-CN" sz="1050">
                <a:solidFill>
                  <a:srgbClr val="4B5553"/>
                </a:solidFill>
                <a:cs typeface="汉仪古隶简" charset="0"/>
              </a:rPr>
              <a:t>resources/read</a:t>
            </a:r>
            <a:r>
              <a:rPr lang="zh-CN" altLang="en-US" sz="1050">
                <a:solidFill>
                  <a:srgbClr val="4B5553"/>
                </a:solidFill>
                <a:cs typeface="汉仪古隶简" charset="0"/>
              </a:rPr>
              <a:t>请求</a:t>
            </a:r>
            <a:endParaRPr lang="zh-CN" altLang="en-US" sz="10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59" name="任意多边形 58"/>
          <p:cNvSpPr/>
          <p:nvPr>
            <p:custDataLst>
              <p:tags r:id="rId75"/>
            </p:custDataLst>
          </p:nvPr>
        </p:nvSpPr>
        <p:spPr>
          <a:xfrm>
            <a:off x="6205220" y="5730875"/>
            <a:ext cx="5410200" cy="741045"/>
          </a:xfrm>
          <a:custGeom>
            <a:avLst/>
            <a:gdLst>
              <a:gd name="sw" fmla="*/ 1 w 8520"/>
              <a:gd name="sh" fmla="*/ 1 h 1167"/>
              <a:gd name="mins" fmla="min sw sh"/>
              <a:gd name="dsw" fmla="+- 0 sw mins"/>
              <a:gd name="dsh" fmla="+- 0 sh mins"/>
              <a:gd name="p0x0" fmla="*/ 390 w 8520"/>
              <a:gd name="p0y0" fmla="*/ 0 h 1167"/>
              <a:gd name="p0x1" fmla="*/ 8130 w 8520"/>
              <a:gd name="p0y1" fmla="*/ 0 h 1167"/>
              <a:gd name="p0x2" fmla="*/ 8345 w 8520"/>
              <a:gd name="p0y2" fmla="*/ 0 h 1167"/>
              <a:gd name="p0x3" fmla="*/ 8520 w 8520"/>
              <a:gd name="p0y3" fmla="*/ 174 h 1167"/>
              <a:gd name="p0x4" fmla="*/ 8520 w 8520"/>
              <a:gd name="p0y4" fmla="*/ 390 h 1167"/>
              <a:gd name="p0x5" fmla="*/ 8520 w 8520"/>
              <a:gd name="p0y5" fmla="*/ 777 h 1167"/>
              <a:gd name="p0x6" fmla="*/ 8520 w 8520"/>
              <a:gd name="p0y6" fmla="*/ 992 h 1167"/>
              <a:gd name="p0x7" fmla="*/ 8345 w 8520"/>
              <a:gd name="p0y7" fmla="*/ 1167 h 1167"/>
              <a:gd name="p0x8" fmla="*/ 8130 w 8520"/>
              <a:gd name="p0y8" fmla="*/ 1167 h 1167"/>
              <a:gd name="p0x9" fmla="*/ 390 w 8520"/>
              <a:gd name="p0y9" fmla="*/ 1167 h 1167"/>
              <a:gd name="p0x10" fmla="*/ 174 w 8520"/>
              <a:gd name="p0y10" fmla="*/ 1167 h 1167"/>
              <a:gd name="p0x11" fmla="*/ 0 w 8520"/>
              <a:gd name="p0y11" fmla="*/ 992 h 1167"/>
              <a:gd name="p0x12" fmla="*/ 0 w 8520"/>
              <a:gd name="p0y12" fmla="*/ 777 h 1167"/>
              <a:gd name="p0x13" fmla="*/ 0 w 8520"/>
              <a:gd name="p0y13" fmla="*/ 390 h 1167"/>
              <a:gd name="p0x14" fmla="*/ 0 w 8520"/>
              <a:gd name="p0y14" fmla="*/ 174 h 1167"/>
              <a:gd name="p0x15" fmla="*/ 174 w 8520"/>
              <a:gd name="p0y15" fmla="*/ 0 h 1167"/>
              <a:gd name="p0x16" fmla="*/ 390 w 8520"/>
              <a:gd name="p0y16" fmla="*/ 0 h 11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76"/>
            </p:custDataLst>
          </p:nvPr>
        </p:nvSpPr>
        <p:spPr>
          <a:xfrm>
            <a:off x="6400800" y="5892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77"/>
            </p:custDataLst>
          </p:nvPr>
        </p:nvSpPr>
        <p:spPr>
          <a:xfrm>
            <a:off x="6533035" y="5964631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3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62" name="文本框 61"/>
          <p:cNvSpPr txBox="1"/>
          <p:nvPr>
            <p:custDataLst>
              <p:tags r:id="rId78"/>
            </p:custDataLst>
          </p:nvPr>
        </p:nvSpPr>
        <p:spPr>
          <a:xfrm>
            <a:off x="6896100" y="5923169"/>
            <a:ext cx="452437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1050" b="1">
                <a:solidFill>
                  <a:srgbClr val="1F2423"/>
                </a:solidFill>
                <a:cs typeface="汉仪古隶简" charset="0"/>
              </a:rPr>
              <a:t>Resources</a:t>
            </a:r>
            <a:r>
              <a:rPr lang="zh-CN" sz="1050" b="1">
                <a:solidFill>
                  <a:srgbClr val="1F2423"/>
                </a:solidFill>
                <a:cs typeface="汉仪古隶简" charset="0"/>
              </a:rPr>
              <a:t>更新</a:t>
            </a:r>
            <a:endParaRPr lang="zh-CN" sz="105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63" name="文本框 62"/>
          <p:cNvSpPr txBox="1"/>
          <p:nvPr>
            <p:custDataLst>
              <p:tags r:id="rId79"/>
            </p:custDataLst>
          </p:nvPr>
        </p:nvSpPr>
        <p:spPr>
          <a:xfrm>
            <a:off x="6896100" y="6093171"/>
            <a:ext cx="452437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4B5553"/>
                </a:solidFill>
              </a:rPr>
              <a:t>列表变化通知或订阅更新通知</a:t>
            </a:r>
            <a:endParaRPr sz="1050">
              <a:solidFill>
                <a:srgbClr val="4B5553"/>
              </a:solidFill>
            </a:endParaRPr>
          </a:p>
        </p:txBody>
      </p:sp>
    </p:spTree>
    <p:custDataLst>
      <p:tags r:id="rId80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2.2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核心概念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Prompts</a:t>
            </a:r>
            <a:endParaRPr lang="en-US" alt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790700"/>
          </a:xfrm>
          <a:custGeom>
            <a:avLst/>
            <a:gdLst>
              <a:gd name="sw" fmla="*/ 1 w 17385"/>
              <a:gd name="sh" fmla="*/ 1 h 2820"/>
              <a:gd name="mins" fmla="min sw sh"/>
              <a:gd name="dsw" fmla="+- 0 sw mins"/>
              <a:gd name="dsh" fmla="+- 0 sh mins"/>
              <a:gd name="p0x0" fmla="*/ 390 w 17385"/>
              <a:gd name="p0y0" fmla="*/ 0 h 2820"/>
              <a:gd name="p0x1" fmla="*/ 16995 w 17385"/>
              <a:gd name="p0y1" fmla="*/ 0 h 2820"/>
              <a:gd name="p0x2" fmla="*/ 17210 w 17385"/>
              <a:gd name="p0y2" fmla="*/ 0 h 2820"/>
              <a:gd name="p0x3" fmla="*/ 17385 w 17385"/>
              <a:gd name="p0y3" fmla="*/ 174 h 2820"/>
              <a:gd name="p0x4" fmla="*/ 17385 w 17385"/>
              <a:gd name="p0y4" fmla="*/ 390 h 2820"/>
              <a:gd name="p0x5" fmla="*/ 17385 w 17385"/>
              <a:gd name="p0y5" fmla="*/ 2430 h 2820"/>
              <a:gd name="p0x6" fmla="*/ 17385 w 17385"/>
              <a:gd name="p0y6" fmla="*/ 2645 h 2820"/>
              <a:gd name="p0x7" fmla="*/ 17210 w 17385"/>
              <a:gd name="p0y7" fmla="*/ 2820 h 2820"/>
              <a:gd name="p0x8" fmla="*/ 16995 w 17385"/>
              <a:gd name="p0y8" fmla="*/ 2820 h 2820"/>
              <a:gd name="p0x9" fmla="*/ 390 w 17385"/>
              <a:gd name="p0y9" fmla="*/ 2820 h 2820"/>
              <a:gd name="p0x10" fmla="*/ 174 w 17385"/>
              <a:gd name="p0y10" fmla="*/ 2820 h 2820"/>
              <a:gd name="p0x11" fmla="*/ 0 w 17385"/>
              <a:gd name="p0y11" fmla="*/ 2645 h 2820"/>
              <a:gd name="p0x12" fmla="*/ 0 w 17385"/>
              <a:gd name="p0y12" fmla="*/ 2430 h 2820"/>
              <a:gd name="p0x13" fmla="*/ 0 w 17385"/>
              <a:gd name="p0y13" fmla="*/ 390 h 2820"/>
              <a:gd name="p0x14" fmla="*/ 0 w 17385"/>
              <a:gd name="p0y14" fmla="*/ 174 h 2820"/>
              <a:gd name="p0x15" fmla="*/ 174 w 17385"/>
              <a:gd name="p0y15" fmla="*/ 0 h 2820"/>
              <a:gd name="p0x16" fmla="*/ 390 w 17385"/>
              <a:gd name="p0y16" fmla="*/ 0 h 28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99805" y="1456373"/>
            <a:ext cx="10592400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altLang="en-US" sz="3300" b="1">
                <a:solidFill>
                  <a:srgbClr val="FFFFFF"/>
                </a:solidFill>
                <a:cs typeface="汉仪古隶简" charset="0"/>
              </a:rPr>
              <a:t>Prompts</a:t>
            </a:r>
            <a:r>
              <a:rPr lang="zh-CN" altLang="en-US" sz="3300" b="1">
                <a:solidFill>
                  <a:srgbClr val="FFFFFF"/>
                </a:solidFill>
                <a:cs typeface="汉仪古隶简" charset="0"/>
              </a:rPr>
              <a:t>：可重复使用的提示词模板</a:t>
            </a:r>
            <a:r>
              <a:rPr lang="en-US" altLang="zh-CN" sz="3300" b="1">
                <a:solidFill>
                  <a:srgbClr val="FFFFFF"/>
                </a:solidFill>
                <a:cs typeface="汉仪古隶简" charset="0"/>
              </a:rPr>
              <a:t>——</a:t>
            </a:r>
            <a:r>
              <a:rPr lang="zh-CN" altLang="en-US" sz="3300" b="1">
                <a:solidFill>
                  <a:srgbClr val="FFFFFF"/>
                </a:solidFill>
                <a:cs typeface="汉仪古隶简" charset="0"/>
              </a:rPr>
              <a:t>预定义模板</a:t>
            </a:r>
            <a:r>
              <a:rPr lang="en-US" altLang="zh-CN" sz="3300" b="1">
                <a:solidFill>
                  <a:srgbClr val="FFFFFF"/>
                </a:solidFill>
                <a:cs typeface="汉仪古隶简" charset="0"/>
              </a:rPr>
              <a:t> + </a:t>
            </a:r>
            <a:r>
              <a:rPr lang="zh-CN" altLang="en-US" sz="3300" b="1">
                <a:solidFill>
                  <a:srgbClr val="FFFFFF"/>
                </a:solidFill>
                <a:cs typeface="汉仪古隶简" charset="0"/>
              </a:rPr>
              <a:t>动态参数，驱动</a:t>
            </a:r>
            <a:r>
              <a:rPr lang="en-US" altLang="zh-CN" sz="3300" b="1">
                <a:solidFill>
                  <a:srgbClr val="FFFFFF"/>
                </a:solidFill>
                <a:cs typeface="汉仪古隶简" charset="0"/>
              </a:rPr>
              <a:t>LLM</a:t>
            </a:r>
            <a:r>
              <a:rPr lang="zh-CN" altLang="en-US" sz="3300" b="1">
                <a:solidFill>
                  <a:srgbClr val="FFFFFF"/>
                </a:solidFill>
                <a:cs typeface="汉仪古隶简" charset="0"/>
              </a:rPr>
              <a:t>控制</a:t>
            </a:r>
            <a:r>
              <a:rPr lang="en-US" altLang="zh-CN" sz="3300" b="1">
                <a:solidFill>
                  <a:srgbClr val="FFFFFF"/>
                </a:solidFill>
                <a:cs typeface="汉仪古隶简" charset="0"/>
              </a:rPr>
              <a:t>AI</a:t>
            </a:r>
            <a:r>
              <a:rPr lang="zh-CN" altLang="en-US" sz="3300" b="1">
                <a:solidFill>
                  <a:srgbClr val="FFFFFF"/>
                </a:solidFill>
                <a:cs typeface="汉仪古隶简" charset="0"/>
              </a:rPr>
              <a:t>应用流程走向</a:t>
            </a:r>
            <a:endParaRPr lang="zh-CN" altLang="en-US" sz="3300" b="1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3138170"/>
            <a:ext cx="5619750" cy="3333750"/>
          </a:xfrm>
          <a:custGeom>
            <a:avLst/>
            <a:gdLst>
              <a:gd name="sw" fmla="*/ 1 w 8850"/>
              <a:gd name="sh" fmla="*/ 1 h 5249"/>
              <a:gd name="mins" fmla="min sw sh"/>
              <a:gd name="dsw" fmla="+- 0 sw mins"/>
              <a:gd name="dsh" fmla="+- 0 sh mins"/>
              <a:gd name="p0x0" fmla="*/ 390 w 8850"/>
              <a:gd name="p0y0" fmla="*/ 0 h 5249"/>
              <a:gd name="p0x1" fmla="*/ 8460 w 8850"/>
              <a:gd name="p0y1" fmla="*/ 0 h 5249"/>
              <a:gd name="p0x2" fmla="*/ 8675 w 8850"/>
              <a:gd name="p0y2" fmla="*/ 0 h 5249"/>
              <a:gd name="p0x3" fmla="*/ 8850 w 8850"/>
              <a:gd name="p0y3" fmla="*/ 174 h 5249"/>
              <a:gd name="p0x4" fmla="*/ 8850 w 8850"/>
              <a:gd name="p0y4" fmla="*/ 390 h 5249"/>
              <a:gd name="p0x5" fmla="*/ 8850 w 8850"/>
              <a:gd name="p0y5" fmla="*/ 4859 h 5249"/>
              <a:gd name="p0x6" fmla="*/ 8850 w 8850"/>
              <a:gd name="p0y6" fmla="*/ 5075 h 5249"/>
              <a:gd name="p0x7" fmla="*/ 8675 w 8850"/>
              <a:gd name="p0y7" fmla="*/ 5249 h 5249"/>
              <a:gd name="p0x8" fmla="*/ 8460 w 8850"/>
              <a:gd name="p0y8" fmla="*/ 5249 h 5249"/>
              <a:gd name="p0x9" fmla="*/ 390 w 8850"/>
              <a:gd name="p0y9" fmla="*/ 5249 h 5249"/>
              <a:gd name="p0x10" fmla="*/ 174 w 8850"/>
              <a:gd name="p0y10" fmla="*/ 5249 h 5249"/>
              <a:gd name="p0x11" fmla="*/ 0 w 8850"/>
              <a:gd name="p0y11" fmla="*/ 5075 h 5249"/>
              <a:gd name="p0x12" fmla="*/ 0 w 8850"/>
              <a:gd name="p0y12" fmla="*/ 4859 h 5249"/>
              <a:gd name="p0x13" fmla="*/ 0 w 8850"/>
              <a:gd name="p0y13" fmla="*/ 390 h 5249"/>
              <a:gd name="p0x14" fmla="*/ 0 w 8850"/>
              <a:gd name="p0y14" fmla="*/ 174 h 5249"/>
              <a:gd name="p0x15" fmla="*/ 174 w 8850"/>
              <a:gd name="p0y15" fmla="*/ 0 h 5249"/>
              <a:gd name="p0x16" fmla="*/ 390 w 8850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71525" y="3317558"/>
            <a:ext cx="52292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设计目的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40620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4142740"/>
            <a:ext cx="247650" cy="2527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304925" y="4105199"/>
            <a:ext cx="449453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期望控制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中应用流程走向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48380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4919345"/>
            <a:ext cx="247650" cy="2520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304925" y="4881410"/>
            <a:ext cx="287834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B5553"/>
                </a:solidFill>
                <a:cs typeface="汉仪古隶简" charset="0"/>
              </a:rPr>
              <a:t>LLM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生成结果依赖于提示词书写</a:t>
            </a:r>
            <a:endParaRPr lang="zh-CN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5614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57250" y="5695315"/>
            <a:ext cx="247650" cy="2527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304925" y="5657631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B5553"/>
                </a:solidFill>
                <a:cs typeface="汉仪古隶简" charset="0"/>
              </a:rPr>
              <a:t>Prompts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成为控制流程的有效手段</a:t>
            </a:r>
            <a:endParaRPr lang="zh-CN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6395720" y="3138170"/>
            <a:ext cx="5219700" cy="1567180"/>
          </a:xfrm>
          <a:custGeom>
            <a:avLst/>
            <a:gdLst>
              <a:gd name="sw" fmla="*/ 1 w 8220"/>
              <a:gd name="sh" fmla="*/ 1 h 2467"/>
              <a:gd name="mins" fmla="min sw sh"/>
              <a:gd name="dsw" fmla="+- 0 sw mins"/>
              <a:gd name="dsh" fmla="+- 0 sh mins"/>
              <a:gd name="p0x0" fmla="*/ 390 w 8220"/>
              <a:gd name="p0y0" fmla="*/ 0 h 2467"/>
              <a:gd name="p0x1" fmla="*/ 7830 w 8220"/>
              <a:gd name="p0y1" fmla="*/ 0 h 2467"/>
              <a:gd name="p0x2" fmla="*/ 8045 w 8220"/>
              <a:gd name="p0y2" fmla="*/ 0 h 2467"/>
              <a:gd name="p0x3" fmla="*/ 8220 w 8220"/>
              <a:gd name="p0y3" fmla="*/ 174 h 2467"/>
              <a:gd name="p0x4" fmla="*/ 8220 w 8220"/>
              <a:gd name="p0y4" fmla="*/ 390 h 2467"/>
              <a:gd name="p0x5" fmla="*/ 8220 w 8220"/>
              <a:gd name="p0y5" fmla="*/ 2077 h 2467"/>
              <a:gd name="p0x6" fmla="*/ 8220 w 8220"/>
              <a:gd name="p0y6" fmla="*/ 2292 h 2467"/>
              <a:gd name="p0x7" fmla="*/ 8045 w 8220"/>
              <a:gd name="p0y7" fmla="*/ 2467 h 2467"/>
              <a:gd name="p0x8" fmla="*/ 7830 w 8220"/>
              <a:gd name="p0y8" fmla="*/ 2467 h 2467"/>
              <a:gd name="p0x9" fmla="*/ 390 w 8220"/>
              <a:gd name="p0y9" fmla="*/ 2467 h 2467"/>
              <a:gd name="p0x10" fmla="*/ 174 w 8220"/>
              <a:gd name="p0y10" fmla="*/ 2467 h 2467"/>
              <a:gd name="p0x11" fmla="*/ 0 w 8220"/>
              <a:gd name="p0y11" fmla="*/ 2292 h 2467"/>
              <a:gd name="p0x12" fmla="*/ 0 w 8220"/>
              <a:gd name="p0y12" fmla="*/ 2077 h 2467"/>
              <a:gd name="p0x13" fmla="*/ 0 w 8220"/>
              <a:gd name="p0y13" fmla="*/ 390 h 2467"/>
              <a:gd name="p0x14" fmla="*/ 0 w 8220"/>
              <a:gd name="p0y14" fmla="*/ 174 h 2467"/>
              <a:gd name="p0x15" fmla="*/ 174 w 8220"/>
              <a:gd name="p0y15" fmla="*/ 0 h 2467"/>
              <a:gd name="p0x16" fmla="*/ 390 w 8220"/>
              <a:gd name="p0y16" fmla="*/ 0 h 2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6591300" y="33502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6723535" y="3422809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1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7124700" y="3377089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1F2423"/>
                </a:solidFill>
                <a:cs typeface="汉仪古隶简" charset="0"/>
              </a:rPr>
              <a:t>Prompts</a:t>
            </a:r>
            <a:r>
              <a:rPr lang="zh-CN" sz="2100" b="1">
                <a:solidFill>
                  <a:srgbClr val="1F2423"/>
                </a:solidFill>
                <a:cs typeface="汉仪古隶简" charset="0"/>
              </a:rPr>
              <a:t>发现</a:t>
            </a:r>
            <a:endParaRPr lang="zh-CN" sz="21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7162800" y="3869531"/>
            <a:ext cx="42576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向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发送</a:t>
            </a:r>
            <a:r>
              <a:rPr sz="1500" b="1">
                <a:solidFill>
                  <a:srgbClr val="327877"/>
                </a:solidFill>
              </a:rPr>
              <a:t>prompts/list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请求发现可用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Prompts</a:t>
            </a:r>
            <a:endParaRPr lang="en-US" altLang="zh-CN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6395720" y="4905375"/>
            <a:ext cx="5219700" cy="1566545"/>
          </a:xfrm>
          <a:custGeom>
            <a:avLst/>
            <a:gdLst>
              <a:gd name="sw" fmla="*/ 1 w 8220"/>
              <a:gd name="sh" fmla="*/ 1 h 2467"/>
              <a:gd name="mins" fmla="min sw sh"/>
              <a:gd name="dsw" fmla="+- 0 sw mins"/>
              <a:gd name="dsh" fmla="+- 0 sh mins"/>
              <a:gd name="p0x0" fmla="*/ 390 w 8220"/>
              <a:gd name="p0y0" fmla="*/ 0 h 2467"/>
              <a:gd name="p0x1" fmla="*/ 7830 w 8220"/>
              <a:gd name="p0y1" fmla="*/ 0 h 2467"/>
              <a:gd name="p0x2" fmla="*/ 8045 w 8220"/>
              <a:gd name="p0y2" fmla="*/ 0 h 2467"/>
              <a:gd name="p0x3" fmla="*/ 8220 w 8220"/>
              <a:gd name="p0y3" fmla="*/ 174 h 2467"/>
              <a:gd name="p0x4" fmla="*/ 8220 w 8220"/>
              <a:gd name="p0y4" fmla="*/ 390 h 2467"/>
              <a:gd name="p0x5" fmla="*/ 8220 w 8220"/>
              <a:gd name="p0y5" fmla="*/ 2077 h 2467"/>
              <a:gd name="p0x6" fmla="*/ 8220 w 8220"/>
              <a:gd name="p0y6" fmla="*/ 2292 h 2467"/>
              <a:gd name="p0x7" fmla="*/ 8045 w 8220"/>
              <a:gd name="p0y7" fmla="*/ 2467 h 2467"/>
              <a:gd name="p0x8" fmla="*/ 7830 w 8220"/>
              <a:gd name="p0y8" fmla="*/ 2467 h 2467"/>
              <a:gd name="p0x9" fmla="*/ 390 w 8220"/>
              <a:gd name="p0y9" fmla="*/ 2467 h 2467"/>
              <a:gd name="p0x10" fmla="*/ 174 w 8220"/>
              <a:gd name="p0y10" fmla="*/ 2467 h 2467"/>
              <a:gd name="p0x11" fmla="*/ 0 w 8220"/>
              <a:gd name="p0y11" fmla="*/ 2292 h 2467"/>
              <a:gd name="p0x12" fmla="*/ 0 w 8220"/>
              <a:gd name="p0y12" fmla="*/ 2077 h 2467"/>
              <a:gd name="p0x13" fmla="*/ 0 w 8220"/>
              <a:gd name="p0y13" fmla="*/ 390 h 2467"/>
              <a:gd name="p0x14" fmla="*/ 0 w 8220"/>
              <a:gd name="p0y14" fmla="*/ 174 h 2467"/>
              <a:gd name="p0x15" fmla="*/ 174 w 8220"/>
              <a:gd name="p0y15" fmla="*/ 0 h 2467"/>
              <a:gd name="p0x16" fmla="*/ 390 w 8220"/>
              <a:gd name="p0y16" fmla="*/ 0 h 2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6591300" y="51168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6723535" y="5189696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2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7124700" y="5143976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1F2423"/>
                </a:solidFill>
                <a:cs typeface="汉仪古隶简" charset="0"/>
              </a:rPr>
              <a:t>使用</a:t>
            </a:r>
            <a:r>
              <a:rPr lang="en-US" altLang="zh-CN" sz="2100" b="1">
                <a:solidFill>
                  <a:srgbClr val="1F2423"/>
                </a:solidFill>
                <a:cs typeface="汉仪古隶简" charset="0"/>
              </a:rPr>
              <a:t>Prompts</a:t>
            </a:r>
            <a:endParaRPr lang="en-US" altLang="zh-CN" sz="21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7162800" y="5636419"/>
            <a:ext cx="42576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向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发送</a:t>
            </a:r>
            <a:r>
              <a:rPr sz="1500" b="1">
                <a:solidFill>
                  <a:srgbClr val="327877"/>
                </a:solidFill>
              </a:rPr>
              <a:t>prompts/get</a:t>
            </a:r>
            <a:r>
              <a:rPr sz="1500">
                <a:solidFill>
                  <a:srgbClr val="4B5553"/>
                </a:solidFill>
              </a:rPr>
              <a:t>请求获取提示词</a:t>
            </a:r>
            <a:endParaRPr sz="1500">
              <a:solidFill>
                <a:srgbClr val="4B5553"/>
              </a:solidFill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2.2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核心概念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Sampling</a:t>
            </a:r>
            <a:endParaRPr lang="en-US" alt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2468909" y="3393281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327877"/>
                </a:solidFill>
              </a:rPr>
              <a:t>→</a:t>
            </a:r>
            <a:endParaRPr sz="2400">
              <a:solidFill>
                <a:srgbClr val="327877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4785417" y="3393281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327877"/>
                </a:solidFill>
              </a:rPr>
              <a:t>→</a:t>
            </a:r>
            <a:endParaRPr sz="2400">
              <a:solidFill>
                <a:srgbClr val="327877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7101925" y="3393281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327877"/>
                </a:solidFill>
              </a:rPr>
              <a:t>→</a:t>
            </a:r>
            <a:endParaRPr sz="2400">
              <a:solidFill>
                <a:srgbClr val="327877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9418444" y="3393281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327877"/>
                </a:solidFill>
              </a:rPr>
              <a:t>→</a:t>
            </a:r>
            <a:endParaRPr sz="2400">
              <a:solidFill>
                <a:srgbClr val="327877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6"/>
            </p:custDataLst>
          </p:nvPr>
        </p:nvSpPr>
        <p:spPr>
          <a:xfrm>
            <a:off x="575945" y="1109345"/>
            <a:ext cx="11039475" cy="1028700"/>
          </a:xfrm>
          <a:custGeom>
            <a:avLst/>
            <a:gdLst>
              <a:gd name="sw" fmla="*/ 1 w 17385"/>
              <a:gd name="sh" fmla="*/ 1 h 1620"/>
              <a:gd name="mins" fmla="min sw sh"/>
              <a:gd name="dsw" fmla="+- 0 sw mins"/>
              <a:gd name="dsh" fmla="+- 0 sh mins"/>
              <a:gd name="p0x0" fmla="*/ 390 w 17385"/>
              <a:gd name="p0y0" fmla="*/ 0 h 1620"/>
              <a:gd name="p0x1" fmla="*/ 16995 w 17385"/>
              <a:gd name="p0y1" fmla="*/ 0 h 1620"/>
              <a:gd name="p0x2" fmla="*/ 17210 w 17385"/>
              <a:gd name="p0y2" fmla="*/ 0 h 1620"/>
              <a:gd name="p0x3" fmla="*/ 17385 w 17385"/>
              <a:gd name="p0y3" fmla="*/ 174 h 1620"/>
              <a:gd name="p0x4" fmla="*/ 17385 w 17385"/>
              <a:gd name="p0y4" fmla="*/ 390 h 1620"/>
              <a:gd name="p0x5" fmla="*/ 17385 w 17385"/>
              <a:gd name="p0y5" fmla="*/ 1230 h 1620"/>
              <a:gd name="p0x6" fmla="*/ 17385 w 17385"/>
              <a:gd name="p0y6" fmla="*/ 1445 h 1620"/>
              <a:gd name="p0x7" fmla="*/ 17210 w 17385"/>
              <a:gd name="p0y7" fmla="*/ 1620 h 1620"/>
              <a:gd name="p0x8" fmla="*/ 16995 w 17385"/>
              <a:gd name="p0y8" fmla="*/ 1620 h 1620"/>
              <a:gd name="p0x9" fmla="*/ 390 w 17385"/>
              <a:gd name="p0y9" fmla="*/ 1620 h 1620"/>
              <a:gd name="p0x10" fmla="*/ 174 w 17385"/>
              <a:gd name="p0y10" fmla="*/ 1620 h 1620"/>
              <a:gd name="p0x11" fmla="*/ 0 w 17385"/>
              <a:gd name="p0y11" fmla="*/ 1445 h 1620"/>
              <a:gd name="p0x12" fmla="*/ 0 w 17385"/>
              <a:gd name="p0y12" fmla="*/ 1230 h 1620"/>
              <a:gd name="p0x13" fmla="*/ 0 w 17385"/>
              <a:gd name="p0y13" fmla="*/ 390 h 1620"/>
              <a:gd name="p0x14" fmla="*/ 0 w 17385"/>
              <a:gd name="p0y14" fmla="*/ 174 h 1620"/>
              <a:gd name="p0x15" fmla="*/ 174 w 17385"/>
              <a:gd name="p0y15" fmla="*/ 0 h 1620"/>
              <a:gd name="p0x16" fmla="*/ 390 w 17385"/>
              <a:gd name="p0y16" fmla="*/ 0 h 1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3032125" y="14141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3117850" y="1495425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3565770" y="1288732"/>
            <a:ext cx="6050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 spc="-26">
                <a:solidFill>
                  <a:srgbClr val="FFFFFF"/>
                </a:solidFill>
                <a:cs typeface="汉仪古隶简" charset="0"/>
              </a:rPr>
              <a:t>Sampling</a:t>
            </a:r>
            <a:r>
              <a:rPr lang="zh-CN" altLang="en-US" sz="2100" b="1" spc="-26">
                <a:solidFill>
                  <a:srgbClr val="FFFFFF"/>
                </a:solidFill>
                <a:cs typeface="汉仪古隶简" charset="0"/>
              </a:rPr>
              <a:t>：</a:t>
            </a:r>
            <a:r>
              <a:rPr lang="en-US" altLang="zh-CN" sz="2100" b="1" spc="-26">
                <a:solidFill>
                  <a:srgbClr val="FFFFFF"/>
                </a:solidFill>
                <a:cs typeface="汉仪古隶简" charset="0"/>
              </a:rPr>
              <a:t>MCP Server </a:t>
            </a:r>
            <a:r>
              <a:rPr lang="zh-CN" altLang="en-US" sz="2100" b="1" spc="-26">
                <a:solidFill>
                  <a:srgbClr val="FFFFFF"/>
                </a:solidFill>
                <a:cs typeface="汉仪古隶简" charset="0"/>
              </a:rPr>
              <a:t>反向调用</a:t>
            </a:r>
            <a:r>
              <a:rPr lang="en-US" altLang="zh-CN" sz="2100" b="1" spc="-26">
                <a:solidFill>
                  <a:srgbClr val="FFFFFF"/>
                </a:solidFill>
                <a:cs typeface="汉仪古隶简" charset="0"/>
              </a:rPr>
              <a:t> MCP Host</a:t>
            </a:r>
            <a:endParaRPr lang="en-US" altLang="zh-CN" sz="2100" b="1" spc="-26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3565770" y="1624013"/>
            <a:ext cx="597485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-15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打破传统单向架构，实现</a:t>
            </a:r>
            <a:r>
              <a:rPr lang="en-US" altLang="zh-CN" sz="1500" spc="-15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 Server → Host → LLM </a:t>
            </a:r>
            <a:r>
              <a:rPr lang="zh-CN" altLang="en-US" sz="1500" spc="-15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的反向请求链路</a:t>
            </a:r>
            <a:endParaRPr lang="zh-CN" altLang="en-US" sz="1500" spc="-15">
              <a:solidFill>
                <a:srgbClr val="FFFFFF">
                  <a:alpha val="90001"/>
                </a:srgbClr>
              </a:solidFill>
              <a:cs typeface="汉仪古隶简" charset="0"/>
            </a:endParaRPr>
          </a:p>
        </p:txBody>
      </p:sp>
      <p:sp>
        <p:nvSpPr>
          <p:cNvPr id="9" name="任意多边形 8"/>
          <p:cNvSpPr/>
          <p:nvPr>
            <p:custDataLst>
              <p:tags r:id="rId13"/>
            </p:custDataLst>
          </p:nvPr>
        </p:nvSpPr>
        <p:spPr>
          <a:xfrm>
            <a:off x="575945" y="2299970"/>
            <a:ext cx="1773555" cy="2590800"/>
          </a:xfrm>
          <a:custGeom>
            <a:avLst/>
            <a:gdLst>
              <a:gd name="sw" fmla="*/ 1 w 2793"/>
              <a:gd name="sh" fmla="*/ 1 h 4080"/>
              <a:gd name="mins" fmla="min sw sh"/>
              <a:gd name="dsw" fmla="+- 0 sw mins"/>
              <a:gd name="dsh" fmla="+- 0 sh mins"/>
              <a:gd name="p0x0" fmla="*/ 390 w 2793"/>
              <a:gd name="p0y0" fmla="*/ 0 h 4080"/>
              <a:gd name="p0x1" fmla="*/ 2403 w 2793"/>
              <a:gd name="p0y1" fmla="*/ 0 h 4080"/>
              <a:gd name="p0x2" fmla="*/ 2618 w 2793"/>
              <a:gd name="p0y2" fmla="*/ 0 h 4080"/>
              <a:gd name="p0x3" fmla="*/ 2793 w 2793"/>
              <a:gd name="p0y3" fmla="*/ 174 h 4080"/>
              <a:gd name="p0x4" fmla="*/ 2793 w 2793"/>
              <a:gd name="p0y4" fmla="*/ 390 h 4080"/>
              <a:gd name="p0x5" fmla="*/ 2793 w 2793"/>
              <a:gd name="p0y5" fmla="*/ 3690 h 4080"/>
              <a:gd name="p0x6" fmla="*/ 2793 w 2793"/>
              <a:gd name="p0y6" fmla="*/ 3905 h 4080"/>
              <a:gd name="p0x7" fmla="*/ 2618 w 2793"/>
              <a:gd name="p0y7" fmla="*/ 4080 h 4080"/>
              <a:gd name="p0x8" fmla="*/ 2403 w 2793"/>
              <a:gd name="p0y8" fmla="*/ 4080 h 4080"/>
              <a:gd name="p0x9" fmla="*/ 390 w 2793"/>
              <a:gd name="p0y9" fmla="*/ 4080 h 4080"/>
              <a:gd name="p0x10" fmla="*/ 174 w 2793"/>
              <a:gd name="p0y10" fmla="*/ 4080 h 4080"/>
              <a:gd name="p0x11" fmla="*/ 0 w 2793"/>
              <a:gd name="p0y11" fmla="*/ 3905 h 4080"/>
              <a:gd name="p0x12" fmla="*/ 0 w 2793"/>
              <a:gd name="p0y12" fmla="*/ 3690 h 4080"/>
              <a:gd name="p0x13" fmla="*/ 0 w 2793"/>
              <a:gd name="p0y13" fmla="*/ 390 h 4080"/>
              <a:gd name="p0x14" fmla="*/ 0 w 2793"/>
              <a:gd name="p0y14" fmla="*/ 174 h 4080"/>
              <a:gd name="p0x15" fmla="*/ 174 w 2793"/>
              <a:gd name="p0y15" fmla="*/ 0 h 4080"/>
              <a:gd name="p0x16" fmla="*/ 390 w 2793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4"/>
            </p:custDataLst>
          </p:nvPr>
        </p:nvSpPr>
        <p:spPr>
          <a:xfrm>
            <a:off x="1253490" y="2580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1261920" y="265277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1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891483" y="309854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发送请求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804196" y="3498590"/>
            <a:ext cx="13176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10795" algn="ctr">
              <a:lnSpc>
                <a:spcPct val="133000"/>
              </a:lnSpc>
            </a:pPr>
            <a:r>
              <a:rPr lang="en-US" altLang="en-US" sz="1350" spc="-55">
                <a:solidFill>
                  <a:srgbClr val="4B5553"/>
                </a:solidFill>
                <a:cs typeface="汉仪古隶简" charset="0"/>
              </a:rPr>
              <a:t>MCP Server </a:t>
            </a:r>
            <a:r>
              <a:rPr lang="zh-CN" altLang="en-US" sz="1350" spc="-55">
                <a:solidFill>
                  <a:srgbClr val="4B5553"/>
                </a:solidFill>
                <a:cs typeface="汉仪古隶简" charset="0"/>
              </a:rPr>
              <a:t>向</a:t>
            </a:r>
            <a:r>
              <a:rPr lang="en-US" altLang="zh-CN" sz="1350" spc="-55">
                <a:solidFill>
                  <a:srgbClr val="4B5553"/>
                </a:solidFill>
                <a:cs typeface="汉仪古隶简" charset="0"/>
              </a:rPr>
              <a:t> MCP Host </a:t>
            </a:r>
            <a:r>
              <a:rPr lang="zh-CN" altLang="en-US" sz="1350" spc="-55">
                <a:solidFill>
                  <a:srgbClr val="4B5553"/>
                </a:solidFill>
                <a:cs typeface="汉仪古隶简" charset="0"/>
              </a:rPr>
              <a:t>发送</a:t>
            </a:r>
            <a:endParaRPr lang="zh-CN" altLang="en-US" sz="1350" spc="-5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4700" y="4086225"/>
            <a:ext cx="1376045" cy="511810"/>
          </a:xfrm>
          <a:custGeom>
            <a:avLst/>
            <a:gdLst>
              <a:gd name="sw" fmla="*/ 1 w 2166"/>
              <a:gd name="sh" fmla="*/ 1 h 806"/>
              <a:gd name="mins" fmla="min sw sh"/>
              <a:gd name="dsw" fmla="+- 0 sw mins"/>
              <a:gd name="dsh" fmla="+- 0 sh mins"/>
              <a:gd name="p0x0" fmla="*/ 150 w 2166"/>
              <a:gd name="p0y0" fmla="*/ 0 h 806"/>
              <a:gd name="p0x1" fmla="*/ 2016 w 2166"/>
              <a:gd name="p0y1" fmla="*/ 0 h 806"/>
              <a:gd name="p0x2" fmla="*/ 2099 w 2166"/>
              <a:gd name="p0y2" fmla="*/ 0 h 806"/>
              <a:gd name="p0x3" fmla="*/ 2166 w 2166"/>
              <a:gd name="p0y3" fmla="*/ 67 h 806"/>
              <a:gd name="p0x4" fmla="*/ 2166 w 2166"/>
              <a:gd name="p0y4" fmla="*/ 150 h 806"/>
              <a:gd name="p0x5" fmla="*/ 2166 w 2166"/>
              <a:gd name="p0y5" fmla="*/ 656 h 806"/>
              <a:gd name="p0x6" fmla="*/ 2166 w 2166"/>
              <a:gd name="p0y6" fmla="*/ 739 h 806"/>
              <a:gd name="p0x7" fmla="*/ 2099 w 2166"/>
              <a:gd name="p0y7" fmla="*/ 806 h 806"/>
              <a:gd name="p0x8" fmla="*/ 2016 w 2166"/>
              <a:gd name="p0y8" fmla="*/ 806 h 806"/>
              <a:gd name="p0x9" fmla="*/ 150 w 2166"/>
              <a:gd name="p0y9" fmla="*/ 806 h 806"/>
              <a:gd name="p0x10" fmla="*/ 67 w 2166"/>
              <a:gd name="p0y10" fmla="*/ 806 h 806"/>
              <a:gd name="p0x11" fmla="*/ 0 w 2166"/>
              <a:gd name="p0y11" fmla="*/ 739 h 806"/>
              <a:gd name="p0x12" fmla="*/ 0 w 2166"/>
              <a:gd name="p0y12" fmla="*/ 656 h 806"/>
              <a:gd name="p0x13" fmla="*/ 0 w 2166"/>
              <a:gd name="p0y13" fmla="*/ 150 h 806"/>
              <a:gd name="p0x14" fmla="*/ 0 w 2166"/>
              <a:gd name="p0y14" fmla="*/ 67 h 806"/>
              <a:gd name="p0x15" fmla="*/ 67 w 2166"/>
              <a:gd name="p0y15" fmla="*/ 0 h 806"/>
              <a:gd name="p0x16" fmla="*/ 150 w 2166"/>
              <a:gd name="p0y16" fmla="*/ 0 h 80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832247" y="4074795"/>
            <a:ext cx="1318765" cy="5352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1B4645"/>
                </a:solidFill>
                <a:ea typeface="微软雅黑" panose="020B0503020204020204" charset="-122"/>
              </a:rPr>
              <a:t>sampling/createMessage</a:t>
            </a:r>
            <a:endParaRPr sz="1200">
              <a:solidFill>
                <a:srgbClr val="1B4645"/>
              </a:solidFill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495720" y="4321464"/>
            <a:ext cx="5144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请求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18" name="任意多边形 17"/>
          <p:cNvSpPr/>
          <p:nvPr>
            <p:custDataLst>
              <p:tags r:id="rId21"/>
            </p:custDataLst>
          </p:nvPr>
        </p:nvSpPr>
        <p:spPr>
          <a:xfrm>
            <a:off x="2892425" y="2299970"/>
            <a:ext cx="1773555" cy="2590800"/>
          </a:xfrm>
          <a:custGeom>
            <a:avLst/>
            <a:gdLst>
              <a:gd name="sw" fmla="*/ 1 w 2793"/>
              <a:gd name="sh" fmla="*/ 1 h 4080"/>
              <a:gd name="mins" fmla="min sw sh"/>
              <a:gd name="dsw" fmla="+- 0 sw mins"/>
              <a:gd name="dsh" fmla="+- 0 sh mins"/>
              <a:gd name="p0x0" fmla="*/ 390 w 2793"/>
              <a:gd name="p0y0" fmla="*/ 0 h 4080"/>
              <a:gd name="p0x1" fmla="*/ 2403 w 2793"/>
              <a:gd name="p0y1" fmla="*/ 0 h 4080"/>
              <a:gd name="p0x2" fmla="*/ 2618 w 2793"/>
              <a:gd name="p0y2" fmla="*/ 0 h 4080"/>
              <a:gd name="p0x3" fmla="*/ 2793 w 2793"/>
              <a:gd name="p0y3" fmla="*/ 174 h 4080"/>
              <a:gd name="p0x4" fmla="*/ 2793 w 2793"/>
              <a:gd name="p0y4" fmla="*/ 390 h 4080"/>
              <a:gd name="p0x5" fmla="*/ 2793 w 2793"/>
              <a:gd name="p0y5" fmla="*/ 3690 h 4080"/>
              <a:gd name="p0x6" fmla="*/ 2793 w 2793"/>
              <a:gd name="p0y6" fmla="*/ 3905 h 4080"/>
              <a:gd name="p0x7" fmla="*/ 2618 w 2793"/>
              <a:gd name="p0y7" fmla="*/ 4080 h 4080"/>
              <a:gd name="p0x8" fmla="*/ 2403 w 2793"/>
              <a:gd name="p0y8" fmla="*/ 4080 h 4080"/>
              <a:gd name="p0x9" fmla="*/ 390 w 2793"/>
              <a:gd name="p0y9" fmla="*/ 4080 h 4080"/>
              <a:gd name="p0x10" fmla="*/ 174 w 2793"/>
              <a:gd name="p0y10" fmla="*/ 4080 h 4080"/>
              <a:gd name="p0x11" fmla="*/ 0 w 2793"/>
              <a:gd name="p0y11" fmla="*/ 3905 h 4080"/>
              <a:gd name="p0x12" fmla="*/ 0 w 2793"/>
              <a:gd name="p0y12" fmla="*/ 3690 h 4080"/>
              <a:gd name="p0x13" fmla="*/ 0 w 2793"/>
              <a:gd name="p0y13" fmla="*/ 390 h 4080"/>
              <a:gd name="p0x14" fmla="*/ 0 w 2793"/>
              <a:gd name="p0y14" fmla="*/ 174 h 4080"/>
              <a:gd name="p0x15" fmla="*/ 174 w 2793"/>
              <a:gd name="p0y15" fmla="*/ 0 h 4080"/>
              <a:gd name="p0x16" fmla="*/ 390 w 2793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2"/>
            </p:custDataLst>
          </p:nvPr>
        </p:nvSpPr>
        <p:spPr>
          <a:xfrm>
            <a:off x="3569970" y="2580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3578428" y="265277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2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3207991" y="309854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用户审核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25"/>
            </p:custDataLst>
          </p:nvPr>
        </p:nvSpPr>
        <p:spPr>
          <a:xfrm>
            <a:off x="3093691" y="3498590"/>
            <a:ext cx="1371676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201930" algn="ctr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用户在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 MCP Host 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审核请求内容，可根据需要修改参数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5208905" y="2299970"/>
            <a:ext cx="1773555" cy="2590800"/>
          </a:xfrm>
          <a:custGeom>
            <a:avLst/>
            <a:gdLst>
              <a:gd name="sw" fmla="*/ 1 w 2793"/>
              <a:gd name="sh" fmla="*/ 1 h 4080"/>
              <a:gd name="mins" fmla="min sw sh"/>
              <a:gd name="dsw" fmla="+- 0 sw mins"/>
              <a:gd name="dsh" fmla="+- 0 sh mins"/>
              <a:gd name="p0x0" fmla="*/ 390 w 2793"/>
              <a:gd name="p0y0" fmla="*/ 0 h 4080"/>
              <a:gd name="p0x1" fmla="*/ 2403 w 2793"/>
              <a:gd name="p0y1" fmla="*/ 0 h 4080"/>
              <a:gd name="p0x2" fmla="*/ 2618 w 2793"/>
              <a:gd name="p0y2" fmla="*/ 0 h 4080"/>
              <a:gd name="p0x3" fmla="*/ 2793 w 2793"/>
              <a:gd name="p0y3" fmla="*/ 174 h 4080"/>
              <a:gd name="p0x4" fmla="*/ 2793 w 2793"/>
              <a:gd name="p0y4" fmla="*/ 390 h 4080"/>
              <a:gd name="p0x5" fmla="*/ 2793 w 2793"/>
              <a:gd name="p0y5" fmla="*/ 3690 h 4080"/>
              <a:gd name="p0x6" fmla="*/ 2793 w 2793"/>
              <a:gd name="p0y6" fmla="*/ 3905 h 4080"/>
              <a:gd name="p0x7" fmla="*/ 2618 w 2793"/>
              <a:gd name="p0y7" fmla="*/ 4080 h 4080"/>
              <a:gd name="p0x8" fmla="*/ 2403 w 2793"/>
              <a:gd name="p0y8" fmla="*/ 4080 h 4080"/>
              <a:gd name="p0x9" fmla="*/ 390 w 2793"/>
              <a:gd name="p0y9" fmla="*/ 4080 h 4080"/>
              <a:gd name="p0x10" fmla="*/ 174 w 2793"/>
              <a:gd name="p0y10" fmla="*/ 4080 h 4080"/>
              <a:gd name="p0x11" fmla="*/ 0 w 2793"/>
              <a:gd name="p0y11" fmla="*/ 3905 h 4080"/>
              <a:gd name="p0x12" fmla="*/ 0 w 2793"/>
              <a:gd name="p0y12" fmla="*/ 3690 h 4080"/>
              <a:gd name="p0x13" fmla="*/ 0 w 2793"/>
              <a:gd name="p0y13" fmla="*/ 390 h 4080"/>
              <a:gd name="p0x14" fmla="*/ 0 w 2793"/>
              <a:gd name="p0y14" fmla="*/ 174 h 4080"/>
              <a:gd name="p0x15" fmla="*/ 174 w 2793"/>
              <a:gd name="p0y15" fmla="*/ 0 h 4080"/>
              <a:gd name="p0x16" fmla="*/ 390 w 2793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7"/>
            </p:custDataLst>
          </p:nvPr>
        </p:nvSpPr>
        <p:spPr>
          <a:xfrm>
            <a:off x="5886450" y="2717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5894937" y="278992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1B4645"/>
                </a:solidFill>
              </a:rPr>
              <a:t>3</a:t>
            </a:r>
            <a:endParaRPr sz="1950" b="1">
              <a:solidFill>
                <a:srgbClr val="1B4645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5524500" y="323569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</a:rPr>
              <a:t>获取补全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5367338" y="3635740"/>
            <a:ext cx="145740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155575" algn="ctr">
              <a:lnSpc>
                <a:spcPct val="133000"/>
              </a:lnSpc>
            </a:pPr>
            <a:r>
              <a:rPr lang="en-US" altLang="en-US" sz="1350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MCP Host </a:t>
            </a:r>
            <a:r>
              <a:rPr lang="zh-CN" altLang="en-US" sz="1350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从</a:t>
            </a:r>
            <a:r>
              <a:rPr lang="en-US" altLang="zh-CN" sz="1350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 LLM </a:t>
            </a:r>
            <a:r>
              <a:rPr lang="zh-CN" altLang="en-US" sz="1350">
                <a:solidFill>
                  <a:srgbClr val="FFFFFF">
                    <a:alpha val="90001"/>
                  </a:srgbClr>
                </a:solidFill>
                <a:cs typeface="汉仪古隶简" charset="0"/>
              </a:rPr>
              <a:t>获取补全信息，完成核心推理</a:t>
            </a:r>
            <a:endParaRPr lang="zh-CN" altLang="en-US" sz="1350">
              <a:solidFill>
                <a:srgbClr val="FFFFFF">
                  <a:alpha val="90001"/>
                </a:srgbClr>
              </a:solidFill>
              <a:cs typeface="汉仪古隶简" charset="0"/>
            </a:endParaRPr>
          </a:p>
        </p:txBody>
      </p:sp>
      <p:sp>
        <p:nvSpPr>
          <p:cNvPr id="30" name="任意多边形 29"/>
          <p:cNvSpPr/>
          <p:nvPr>
            <p:custDataLst>
              <p:tags r:id="rId31"/>
            </p:custDataLst>
          </p:nvPr>
        </p:nvSpPr>
        <p:spPr>
          <a:xfrm>
            <a:off x="7525385" y="2299970"/>
            <a:ext cx="1773555" cy="2590800"/>
          </a:xfrm>
          <a:custGeom>
            <a:avLst/>
            <a:gdLst>
              <a:gd name="sw" fmla="*/ 1 w 2793"/>
              <a:gd name="sh" fmla="*/ 1 h 4080"/>
              <a:gd name="mins" fmla="min sw sh"/>
              <a:gd name="dsw" fmla="+- 0 sw mins"/>
              <a:gd name="dsh" fmla="+- 0 sh mins"/>
              <a:gd name="p0x0" fmla="*/ 390 w 2793"/>
              <a:gd name="p0y0" fmla="*/ 0 h 4080"/>
              <a:gd name="p0x1" fmla="*/ 2403 w 2793"/>
              <a:gd name="p0y1" fmla="*/ 0 h 4080"/>
              <a:gd name="p0x2" fmla="*/ 2618 w 2793"/>
              <a:gd name="p0y2" fmla="*/ 0 h 4080"/>
              <a:gd name="p0x3" fmla="*/ 2793 w 2793"/>
              <a:gd name="p0y3" fmla="*/ 174 h 4080"/>
              <a:gd name="p0x4" fmla="*/ 2793 w 2793"/>
              <a:gd name="p0y4" fmla="*/ 390 h 4080"/>
              <a:gd name="p0x5" fmla="*/ 2793 w 2793"/>
              <a:gd name="p0y5" fmla="*/ 3690 h 4080"/>
              <a:gd name="p0x6" fmla="*/ 2793 w 2793"/>
              <a:gd name="p0y6" fmla="*/ 3905 h 4080"/>
              <a:gd name="p0x7" fmla="*/ 2618 w 2793"/>
              <a:gd name="p0y7" fmla="*/ 4080 h 4080"/>
              <a:gd name="p0x8" fmla="*/ 2403 w 2793"/>
              <a:gd name="p0y8" fmla="*/ 4080 h 4080"/>
              <a:gd name="p0x9" fmla="*/ 390 w 2793"/>
              <a:gd name="p0y9" fmla="*/ 4080 h 4080"/>
              <a:gd name="p0x10" fmla="*/ 174 w 2793"/>
              <a:gd name="p0y10" fmla="*/ 4080 h 4080"/>
              <a:gd name="p0x11" fmla="*/ 0 w 2793"/>
              <a:gd name="p0y11" fmla="*/ 3905 h 4080"/>
              <a:gd name="p0x12" fmla="*/ 0 w 2793"/>
              <a:gd name="p0y12" fmla="*/ 3690 h 4080"/>
              <a:gd name="p0x13" fmla="*/ 0 w 2793"/>
              <a:gd name="p0y13" fmla="*/ 390 h 4080"/>
              <a:gd name="p0x14" fmla="*/ 0 w 2793"/>
              <a:gd name="p0y14" fmla="*/ 174 h 4080"/>
              <a:gd name="p0x15" fmla="*/ 174 w 2793"/>
              <a:gd name="p0y15" fmla="*/ 0 h 4080"/>
              <a:gd name="p0x16" fmla="*/ 390 w 2793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2"/>
            </p:custDataLst>
          </p:nvPr>
        </p:nvSpPr>
        <p:spPr>
          <a:xfrm>
            <a:off x="8202930" y="2717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3"/>
            </p:custDataLst>
          </p:nvPr>
        </p:nvSpPr>
        <p:spPr>
          <a:xfrm>
            <a:off x="8211445" y="278992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4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7841008" y="323569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检查结果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34" name="文本框 33"/>
          <p:cNvSpPr txBox="1"/>
          <p:nvPr>
            <p:custDataLst>
              <p:tags r:id="rId35"/>
            </p:custDataLst>
          </p:nvPr>
        </p:nvSpPr>
        <p:spPr>
          <a:xfrm>
            <a:off x="7769571" y="3635740"/>
            <a:ext cx="128595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116205" algn="ctr">
              <a:lnSpc>
                <a:spcPct val="133000"/>
              </a:lnSpc>
            </a:pPr>
            <a:r>
              <a:rPr lang="zh-CN" altLang="en-US" sz="1350" spc="-90">
                <a:solidFill>
                  <a:srgbClr val="4B5553"/>
                </a:solidFill>
                <a:cs typeface="汉仪古隶简" charset="0"/>
              </a:rPr>
              <a:t>用户在</a:t>
            </a:r>
            <a:r>
              <a:rPr lang="en-US" altLang="zh-CN" sz="1350" spc="-90">
                <a:solidFill>
                  <a:srgbClr val="4B5553"/>
                </a:solidFill>
                <a:cs typeface="汉仪古隶简" charset="0"/>
              </a:rPr>
              <a:t> MCP Host </a:t>
            </a:r>
            <a:r>
              <a:rPr lang="zh-CN" altLang="en-US" sz="1350" spc="-90">
                <a:solidFill>
                  <a:srgbClr val="4B5553"/>
                </a:solidFill>
                <a:cs typeface="汉仪古隶简" charset="0"/>
              </a:rPr>
              <a:t>检查</a:t>
            </a:r>
            <a:r>
              <a:rPr lang="en-US" altLang="zh-CN" sz="1350" spc="-90">
                <a:solidFill>
                  <a:srgbClr val="4B5553"/>
                </a:solidFill>
                <a:cs typeface="汉仪古隶简" charset="0"/>
              </a:rPr>
              <a:t> LLM </a:t>
            </a:r>
            <a:r>
              <a:rPr lang="zh-CN" altLang="en-US" sz="1350" spc="-90">
                <a:solidFill>
                  <a:srgbClr val="4B5553"/>
                </a:solidFill>
                <a:cs typeface="汉仪古隶简" charset="0"/>
              </a:rPr>
              <a:t>返回的补全信息</a:t>
            </a:r>
            <a:endParaRPr lang="zh-CN" altLang="en-US" sz="1350" spc="-9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6" name="任意多边形 35"/>
          <p:cNvSpPr/>
          <p:nvPr>
            <p:custDataLst>
              <p:tags r:id="rId36"/>
            </p:custDataLst>
          </p:nvPr>
        </p:nvSpPr>
        <p:spPr>
          <a:xfrm>
            <a:off x="9841865" y="2299970"/>
            <a:ext cx="1773555" cy="2590800"/>
          </a:xfrm>
          <a:custGeom>
            <a:avLst/>
            <a:gdLst>
              <a:gd name="sw" fmla="*/ 1 w 2793"/>
              <a:gd name="sh" fmla="*/ 1 h 4080"/>
              <a:gd name="mins" fmla="min sw sh"/>
              <a:gd name="dsw" fmla="+- 0 sw mins"/>
              <a:gd name="dsh" fmla="+- 0 sh mins"/>
              <a:gd name="p0x0" fmla="*/ 390 w 2793"/>
              <a:gd name="p0y0" fmla="*/ 0 h 4080"/>
              <a:gd name="p0x1" fmla="*/ 2403 w 2793"/>
              <a:gd name="p0y1" fmla="*/ 0 h 4080"/>
              <a:gd name="p0x2" fmla="*/ 2618 w 2793"/>
              <a:gd name="p0y2" fmla="*/ 0 h 4080"/>
              <a:gd name="p0x3" fmla="*/ 2793 w 2793"/>
              <a:gd name="p0y3" fmla="*/ 174 h 4080"/>
              <a:gd name="p0x4" fmla="*/ 2793 w 2793"/>
              <a:gd name="p0y4" fmla="*/ 390 h 4080"/>
              <a:gd name="p0x5" fmla="*/ 2793 w 2793"/>
              <a:gd name="p0y5" fmla="*/ 3690 h 4080"/>
              <a:gd name="p0x6" fmla="*/ 2793 w 2793"/>
              <a:gd name="p0y6" fmla="*/ 3905 h 4080"/>
              <a:gd name="p0x7" fmla="*/ 2618 w 2793"/>
              <a:gd name="p0y7" fmla="*/ 4080 h 4080"/>
              <a:gd name="p0x8" fmla="*/ 2403 w 2793"/>
              <a:gd name="p0y8" fmla="*/ 4080 h 4080"/>
              <a:gd name="p0x9" fmla="*/ 390 w 2793"/>
              <a:gd name="p0y9" fmla="*/ 4080 h 4080"/>
              <a:gd name="p0x10" fmla="*/ 174 w 2793"/>
              <a:gd name="p0y10" fmla="*/ 4080 h 4080"/>
              <a:gd name="p0x11" fmla="*/ 0 w 2793"/>
              <a:gd name="p0y11" fmla="*/ 3905 h 4080"/>
              <a:gd name="p0x12" fmla="*/ 0 w 2793"/>
              <a:gd name="p0y12" fmla="*/ 3690 h 4080"/>
              <a:gd name="p0x13" fmla="*/ 0 w 2793"/>
              <a:gd name="p0y13" fmla="*/ 390 h 4080"/>
              <a:gd name="p0x14" fmla="*/ 0 w 2793"/>
              <a:gd name="p0y14" fmla="*/ 174 h 4080"/>
              <a:gd name="p0x15" fmla="*/ 174 w 2793"/>
              <a:gd name="p0y15" fmla="*/ 0 h 4080"/>
              <a:gd name="p0x16" fmla="*/ 390 w 2793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10519410" y="2717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8"/>
            </p:custDataLst>
          </p:nvPr>
        </p:nvSpPr>
        <p:spPr>
          <a:xfrm>
            <a:off x="10527964" y="278992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327877"/>
                </a:solidFill>
              </a:rPr>
              <a:t>5</a:t>
            </a:r>
            <a:endParaRPr sz="1950" b="1">
              <a:solidFill>
                <a:srgbClr val="327877"/>
              </a:solidFill>
            </a:endParaRPr>
          </a:p>
        </p:txBody>
      </p:sp>
      <p:sp>
        <p:nvSpPr>
          <p:cNvPr id="39" name="文本框 38"/>
          <p:cNvSpPr txBox="1"/>
          <p:nvPr>
            <p:custDataLst>
              <p:tags r:id="rId39"/>
            </p:custDataLst>
          </p:nvPr>
        </p:nvSpPr>
        <p:spPr>
          <a:xfrm>
            <a:off x="10157527" y="323569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返回结果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40"/>
            </p:custDataLst>
          </p:nvPr>
        </p:nvSpPr>
        <p:spPr>
          <a:xfrm>
            <a:off x="10113102" y="3635740"/>
            <a:ext cx="12319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MCP Host 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将最终结果返回给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 MCP Server</a:t>
            </a:r>
            <a:endParaRPr lang="en-US" alt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1" name="任意多边形 40"/>
          <p:cNvSpPr/>
          <p:nvPr>
            <p:custDataLst>
              <p:tags r:id="rId41"/>
            </p:custDataLst>
          </p:nvPr>
        </p:nvSpPr>
        <p:spPr>
          <a:xfrm>
            <a:off x="575945" y="5052695"/>
            <a:ext cx="5438775" cy="1419225"/>
          </a:xfrm>
          <a:custGeom>
            <a:avLst/>
            <a:gdLst>
              <a:gd name="sw" fmla="*/ 1 w 8565"/>
              <a:gd name="sh" fmla="*/ 1 h 2235"/>
              <a:gd name="mins" fmla="min sw sh"/>
              <a:gd name="dsw" fmla="+- 0 sw mins"/>
              <a:gd name="dsh" fmla="+- 0 sh mins"/>
              <a:gd name="p0x0" fmla="*/ 390 w 8565"/>
              <a:gd name="p0y0" fmla="*/ 0 h 2235"/>
              <a:gd name="p0x1" fmla="*/ 8175 w 8565"/>
              <a:gd name="p0y1" fmla="*/ 0 h 2235"/>
              <a:gd name="p0x2" fmla="*/ 8390 w 8565"/>
              <a:gd name="p0y2" fmla="*/ 0 h 2235"/>
              <a:gd name="p0x3" fmla="*/ 8565 w 8565"/>
              <a:gd name="p0y3" fmla="*/ 174 h 2235"/>
              <a:gd name="p0x4" fmla="*/ 8565 w 8565"/>
              <a:gd name="p0y4" fmla="*/ 390 h 2235"/>
              <a:gd name="p0x5" fmla="*/ 8565 w 8565"/>
              <a:gd name="p0y5" fmla="*/ 1845 h 2235"/>
              <a:gd name="p0x6" fmla="*/ 8565 w 8565"/>
              <a:gd name="p0y6" fmla="*/ 2060 h 2235"/>
              <a:gd name="p0x7" fmla="*/ 8390 w 8565"/>
              <a:gd name="p0y7" fmla="*/ 2235 h 2235"/>
              <a:gd name="p0x8" fmla="*/ 8175 w 8565"/>
              <a:gd name="p0y8" fmla="*/ 2235 h 2235"/>
              <a:gd name="p0x9" fmla="*/ 390 w 8565"/>
              <a:gd name="p0y9" fmla="*/ 2235 h 2235"/>
              <a:gd name="p0x10" fmla="*/ 174 w 8565"/>
              <a:gd name="p0y10" fmla="*/ 2235 h 2235"/>
              <a:gd name="p0x11" fmla="*/ 0 w 8565"/>
              <a:gd name="p0y11" fmla="*/ 2060 h 2235"/>
              <a:gd name="p0x12" fmla="*/ 0 w 8565"/>
              <a:gd name="p0y12" fmla="*/ 1845 h 2235"/>
              <a:gd name="p0x13" fmla="*/ 0 w 8565"/>
              <a:gd name="p0y13" fmla="*/ 390 h 2235"/>
              <a:gd name="p0x14" fmla="*/ 0 w 8565"/>
              <a:gd name="p0y14" fmla="*/ 174 h 2235"/>
              <a:gd name="p0x15" fmla="*/ 174 w 8565"/>
              <a:gd name="p0y15" fmla="*/ 0 h 2235"/>
              <a:gd name="p0x16" fmla="*/ 390 w 8565"/>
              <a:gd name="p0y16" fmla="*/ 0 h 2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2"/>
            </p:custDataLst>
          </p:nvPr>
        </p:nvSpPr>
        <p:spPr>
          <a:xfrm>
            <a:off x="771525" y="5248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838200" y="5309870"/>
            <a:ext cx="209550" cy="21463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46"/>
            </p:custDataLst>
          </p:nvPr>
        </p:nvSpPr>
        <p:spPr>
          <a:xfrm>
            <a:off x="1190625" y="526161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核心定义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771525" y="5653088"/>
            <a:ext cx="5048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-15">
                <a:solidFill>
                  <a:srgbClr val="4B5553"/>
                </a:solidFill>
                <a:cs typeface="汉仪古隶简" charset="0"/>
              </a:rPr>
              <a:t>允许</a:t>
            </a:r>
            <a:r>
              <a:rPr lang="en-US" altLang="zh-CN" sz="1500" spc="-15">
                <a:solidFill>
                  <a:srgbClr val="4B5553"/>
                </a:solidFill>
                <a:cs typeface="汉仪古隶简" charset="0"/>
              </a:rPr>
              <a:t> MCP Server </a:t>
            </a:r>
            <a:r>
              <a:rPr lang="zh-CN" altLang="en-US" sz="1500" spc="-15">
                <a:solidFill>
                  <a:srgbClr val="4B5553"/>
                </a:solidFill>
                <a:cs typeface="汉仪古隶简" charset="0"/>
              </a:rPr>
              <a:t>通过</a:t>
            </a:r>
            <a:r>
              <a:rPr lang="en-US" altLang="zh-CN" sz="1500" spc="-15">
                <a:solidFill>
                  <a:srgbClr val="4B5553"/>
                </a:solidFill>
                <a:cs typeface="汉仪古隶简" charset="0"/>
              </a:rPr>
              <a:t> MCP Host </a:t>
            </a:r>
            <a:r>
              <a:rPr lang="zh-CN" altLang="en-US" sz="1500" spc="-15">
                <a:solidFill>
                  <a:srgbClr val="4B5553"/>
                </a:solidFill>
                <a:cs typeface="汉仪古隶简" charset="0"/>
              </a:rPr>
              <a:t>请求</a:t>
            </a:r>
            <a:r>
              <a:rPr lang="en-US" altLang="zh-CN" sz="1500" spc="-15">
                <a:solidFill>
                  <a:srgbClr val="4B5553"/>
                </a:solidFill>
                <a:cs typeface="汉仪古隶简" charset="0"/>
              </a:rPr>
              <a:t> LLM </a:t>
            </a:r>
            <a:r>
              <a:rPr lang="zh-CN" altLang="en-US" sz="1500" spc="-15">
                <a:solidFill>
                  <a:srgbClr val="4B5553"/>
                </a:solidFill>
                <a:cs typeface="汉仪古隶简" charset="0"/>
              </a:rPr>
              <a:t>补全信息，实现复杂</a:t>
            </a:r>
            <a:r>
              <a:rPr lang="en-US" altLang="zh-CN" sz="1500" spc="-15">
                <a:solidFill>
                  <a:srgbClr val="4B5553"/>
                </a:solidFill>
                <a:cs typeface="汉仪古隶简" charset="0"/>
              </a:rPr>
              <a:t> AI Agent </a:t>
            </a:r>
            <a:r>
              <a:rPr lang="zh-CN" altLang="en-US" sz="1500" spc="-15">
                <a:solidFill>
                  <a:srgbClr val="4B5553"/>
                </a:solidFill>
                <a:cs typeface="汉仪古隶简" charset="0"/>
              </a:rPr>
              <a:t>行为，同时保持安全性和隐私性</a:t>
            </a:r>
            <a:endParaRPr lang="zh-CN" altLang="en-US" sz="1500" spc="-15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6" name="任意多边形 45"/>
          <p:cNvSpPr/>
          <p:nvPr>
            <p:custDataLst>
              <p:tags r:id="rId48"/>
            </p:custDataLst>
          </p:nvPr>
        </p:nvSpPr>
        <p:spPr>
          <a:xfrm>
            <a:off x="6176645" y="5052695"/>
            <a:ext cx="5438775" cy="1419225"/>
          </a:xfrm>
          <a:custGeom>
            <a:avLst/>
            <a:gdLst>
              <a:gd name="sw" fmla="*/ 1 w 8565"/>
              <a:gd name="sh" fmla="*/ 1 h 2235"/>
              <a:gd name="mins" fmla="min sw sh"/>
              <a:gd name="dsw" fmla="+- 0 sw mins"/>
              <a:gd name="dsh" fmla="+- 0 sh mins"/>
              <a:gd name="p0x0" fmla="*/ 390 w 8565"/>
              <a:gd name="p0y0" fmla="*/ 0 h 2235"/>
              <a:gd name="p0x1" fmla="*/ 8175 w 8565"/>
              <a:gd name="p0y1" fmla="*/ 0 h 2235"/>
              <a:gd name="p0x2" fmla="*/ 8390 w 8565"/>
              <a:gd name="p0y2" fmla="*/ 0 h 2235"/>
              <a:gd name="p0x3" fmla="*/ 8565 w 8565"/>
              <a:gd name="p0y3" fmla="*/ 174 h 2235"/>
              <a:gd name="p0x4" fmla="*/ 8565 w 8565"/>
              <a:gd name="p0y4" fmla="*/ 390 h 2235"/>
              <a:gd name="p0x5" fmla="*/ 8565 w 8565"/>
              <a:gd name="p0y5" fmla="*/ 1845 h 2235"/>
              <a:gd name="p0x6" fmla="*/ 8565 w 8565"/>
              <a:gd name="p0y6" fmla="*/ 2060 h 2235"/>
              <a:gd name="p0x7" fmla="*/ 8390 w 8565"/>
              <a:gd name="p0y7" fmla="*/ 2235 h 2235"/>
              <a:gd name="p0x8" fmla="*/ 8175 w 8565"/>
              <a:gd name="p0y8" fmla="*/ 2235 h 2235"/>
              <a:gd name="p0x9" fmla="*/ 390 w 8565"/>
              <a:gd name="p0y9" fmla="*/ 2235 h 2235"/>
              <a:gd name="p0x10" fmla="*/ 174 w 8565"/>
              <a:gd name="p0y10" fmla="*/ 2235 h 2235"/>
              <a:gd name="p0x11" fmla="*/ 0 w 8565"/>
              <a:gd name="p0y11" fmla="*/ 2060 h 2235"/>
              <a:gd name="p0x12" fmla="*/ 0 w 8565"/>
              <a:gd name="p0y12" fmla="*/ 1845 h 2235"/>
              <a:gd name="p0x13" fmla="*/ 0 w 8565"/>
              <a:gd name="p0y13" fmla="*/ 390 h 2235"/>
              <a:gd name="p0x14" fmla="*/ 0 w 8565"/>
              <a:gd name="p0y14" fmla="*/ 174 h 2235"/>
              <a:gd name="p0x15" fmla="*/ 174 w 8565"/>
              <a:gd name="p0y15" fmla="*/ 0 h 2235"/>
              <a:gd name="p0x16" fmla="*/ 390 w 8565"/>
              <a:gd name="p0y16" fmla="*/ 0 h 2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9"/>
            </p:custDataLst>
          </p:nvPr>
        </p:nvSpPr>
        <p:spPr>
          <a:xfrm>
            <a:off x="6372225" y="5248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438900" y="5309870"/>
            <a:ext cx="209550" cy="21463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3"/>
            </p:custDataLst>
          </p:nvPr>
        </p:nvSpPr>
        <p:spPr>
          <a:xfrm>
            <a:off x="6791325" y="5261610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架构突破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54"/>
            </p:custDataLst>
          </p:nvPr>
        </p:nvSpPr>
        <p:spPr>
          <a:xfrm>
            <a:off x="6372225" y="5653088"/>
            <a:ext cx="5048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打破传统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 Client/Server 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单向调用模式，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 Server 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成为能主动请求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 LLM 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能力的智能节点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5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2.2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核心概念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Elicitation</a:t>
            </a:r>
            <a:endParaRPr lang="en-US" alt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295400"/>
          </a:xfrm>
          <a:custGeom>
            <a:avLst/>
            <a:gdLst>
              <a:gd name="sw" fmla="*/ 1 w 17385"/>
              <a:gd name="sh" fmla="*/ 1 h 2040"/>
              <a:gd name="mins" fmla="min sw sh"/>
              <a:gd name="dsw" fmla="+- 0 sw mins"/>
              <a:gd name="dsh" fmla="+- 0 sh mins"/>
              <a:gd name="p0x0" fmla="*/ 390 w 17385"/>
              <a:gd name="p0y0" fmla="*/ 0 h 2040"/>
              <a:gd name="p0x1" fmla="*/ 16995 w 17385"/>
              <a:gd name="p0y1" fmla="*/ 0 h 2040"/>
              <a:gd name="p0x2" fmla="*/ 17210 w 17385"/>
              <a:gd name="p0y2" fmla="*/ 0 h 2040"/>
              <a:gd name="p0x3" fmla="*/ 17385 w 17385"/>
              <a:gd name="p0y3" fmla="*/ 174 h 2040"/>
              <a:gd name="p0x4" fmla="*/ 17385 w 17385"/>
              <a:gd name="p0y4" fmla="*/ 390 h 2040"/>
              <a:gd name="p0x5" fmla="*/ 17385 w 17385"/>
              <a:gd name="p0y5" fmla="*/ 1650 h 2040"/>
              <a:gd name="p0x6" fmla="*/ 17385 w 17385"/>
              <a:gd name="p0y6" fmla="*/ 1865 h 2040"/>
              <a:gd name="p0x7" fmla="*/ 17210 w 17385"/>
              <a:gd name="p0y7" fmla="*/ 2040 h 2040"/>
              <a:gd name="p0x8" fmla="*/ 16995 w 17385"/>
              <a:gd name="p0y8" fmla="*/ 2040 h 2040"/>
              <a:gd name="p0x9" fmla="*/ 390 w 17385"/>
              <a:gd name="p0y9" fmla="*/ 2040 h 2040"/>
              <a:gd name="p0x10" fmla="*/ 174 w 17385"/>
              <a:gd name="p0y10" fmla="*/ 2040 h 2040"/>
              <a:gd name="p0x11" fmla="*/ 0 w 17385"/>
              <a:gd name="p0y11" fmla="*/ 1865 h 2040"/>
              <a:gd name="p0x12" fmla="*/ 0 w 17385"/>
              <a:gd name="p0y12" fmla="*/ 1650 h 2040"/>
              <a:gd name="p0x13" fmla="*/ 0 w 17385"/>
              <a:gd name="p0y13" fmla="*/ 390 h 2040"/>
              <a:gd name="p0x14" fmla="*/ 0 w 17385"/>
              <a:gd name="p0y14" fmla="*/ 174 h 2040"/>
              <a:gd name="p0x15" fmla="*/ 174 w 17385"/>
              <a:gd name="p0y15" fmla="*/ 0 h 2040"/>
              <a:gd name="p0x16" fmla="*/ 390 w 17385"/>
              <a:gd name="p0y16" fmla="*/ 0 h 20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39213" y="1520190"/>
            <a:ext cx="10913488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altLang="en-US" sz="2700" b="1" spc="-15">
                <a:solidFill>
                  <a:srgbClr val="FFFFFF"/>
                </a:solidFill>
                <a:cs typeface="汉仪古隶简" charset="0"/>
              </a:rPr>
              <a:t>Elicitation</a:t>
            </a:r>
            <a:r>
              <a:rPr lang="zh-CN" altLang="en-US" sz="2700" b="1" spc="-15">
                <a:solidFill>
                  <a:srgbClr val="FFFFFF"/>
                </a:solidFill>
                <a:cs typeface="汉仪古隶简" charset="0"/>
              </a:rPr>
              <a:t>：</a:t>
            </a:r>
            <a:r>
              <a:rPr lang="en-US" altLang="zh-CN" sz="2700" b="1" spc="-15">
                <a:solidFill>
                  <a:srgbClr val="FFFFFF"/>
                </a:solidFill>
                <a:cs typeface="汉仪古隶简" charset="0"/>
              </a:rPr>
              <a:t>MCP 2025-06-18</a:t>
            </a:r>
            <a:r>
              <a:rPr lang="zh-CN" altLang="en-US" sz="2700" b="1" spc="-15">
                <a:solidFill>
                  <a:srgbClr val="FFFFFF"/>
                </a:solidFill>
                <a:cs typeface="汉仪古隶简" charset="0"/>
              </a:rPr>
              <a:t>版标准首次引入</a:t>
            </a:r>
            <a:r>
              <a:rPr lang="en-US" altLang="zh-CN" sz="2700" b="1" spc="-15">
                <a:solidFill>
                  <a:srgbClr val="FFFFFF"/>
                </a:solidFill>
                <a:cs typeface="汉仪古隶简" charset="0"/>
              </a:rPr>
              <a:t> · </a:t>
            </a:r>
            <a:r>
              <a:rPr lang="zh-CN" altLang="en-US" sz="2700" b="1" spc="-15">
                <a:solidFill>
                  <a:srgbClr val="FFFFFF"/>
                </a:solidFill>
                <a:cs typeface="汉仪古隶简" charset="0"/>
              </a:rPr>
              <a:t>交互式信息收集</a:t>
            </a:r>
            <a:endParaRPr lang="zh-CN" altLang="en-US" sz="2700" b="1" spc="-15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642870"/>
            <a:ext cx="1847215" cy="3829050"/>
          </a:xfrm>
          <a:custGeom>
            <a:avLst/>
            <a:gdLst>
              <a:gd name="sw" fmla="*/ 1 w 2908"/>
              <a:gd name="sh" fmla="*/ 1 h 6030"/>
              <a:gd name="mins" fmla="min sw sh"/>
              <a:gd name="dsw" fmla="+- 0 sw mins"/>
              <a:gd name="dsh" fmla="+- 0 sh mins"/>
              <a:gd name="p0x0" fmla="*/ 390 w 2908"/>
              <a:gd name="p0y0" fmla="*/ 0 h 6030"/>
              <a:gd name="p0x1" fmla="*/ 2518 w 2908"/>
              <a:gd name="p0y1" fmla="*/ 0 h 6030"/>
              <a:gd name="p0x2" fmla="*/ 2734 w 2908"/>
              <a:gd name="p0y2" fmla="*/ 0 h 6030"/>
              <a:gd name="p0x3" fmla="*/ 2908 w 2908"/>
              <a:gd name="p0y3" fmla="*/ 174 h 6030"/>
              <a:gd name="p0x4" fmla="*/ 2908 w 2908"/>
              <a:gd name="p0y4" fmla="*/ 390 h 6030"/>
              <a:gd name="p0x5" fmla="*/ 2908 w 2908"/>
              <a:gd name="p0y5" fmla="*/ 5640 h 6030"/>
              <a:gd name="p0x6" fmla="*/ 2908 w 2908"/>
              <a:gd name="p0y6" fmla="*/ 5855 h 6030"/>
              <a:gd name="p0x7" fmla="*/ 2734 w 2908"/>
              <a:gd name="p0y7" fmla="*/ 6030 h 6030"/>
              <a:gd name="p0x8" fmla="*/ 2518 w 2908"/>
              <a:gd name="p0y8" fmla="*/ 6030 h 6030"/>
              <a:gd name="p0x9" fmla="*/ 390 w 2908"/>
              <a:gd name="p0y9" fmla="*/ 6030 h 6030"/>
              <a:gd name="p0x10" fmla="*/ 174 w 2908"/>
              <a:gd name="p0y10" fmla="*/ 6030 h 6030"/>
              <a:gd name="p0x11" fmla="*/ 0 w 2908"/>
              <a:gd name="p0y11" fmla="*/ 5855 h 6030"/>
              <a:gd name="p0x12" fmla="*/ 0 w 2908"/>
              <a:gd name="p0y12" fmla="*/ 5640 h 6030"/>
              <a:gd name="p0x13" fmla="*/ 0 w 2908"/>
              <a:gd name="p0y13" fmla="*/ 390 h 6030"/>
              <a:gd name="p0x14" fmla="*/ 0 w 2908"/>
              <a:gd name="p0y14" fmla="*/ 174 h 6030"/>
              <a:gd name="p0x15" fmla="*/ 174 w 2908"/>
              <a:gd name="p0y15" fmla="*/ 0 h 6030"/>
              <a:gd name="p0x16" fmla="*/ 390 w 2908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39668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738" t="-10152" r="-2738" b="-10152"/>
          <a:stretch>
            <a:fillRect/>
          </a:stretch>
        </p:blipFill>
        <p:spPr>
          <a:xfrm>
            <a:off x="840105" y="4048125"/>
            <a:ext cx="281305" cy="2520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04925" y="3732847"/>
            <a:ext cx="923255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连接服务获取用户名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71525" y="4743450"/>
            <a:ext cx="145665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连接到其他服务时获取用户名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2623185" y="2642870"/>
            <a:ext cx="1847215" cy="3829050"/>
          </a:xfrm>
          <a:custGeom>
            <a:avLst/>
            <a:gdLst>
              <a:gd name="sw" fmla="*/ 1 w 2908"/>
              <a:gd name="sh" fmla="*/ 1 h 6030"/>
              <a:gd name="mins" fmla="min sw sh"/>
              <a:gd name="dsw" fmla="+- 0 sw mins"/>
              <a:gd name="dsh" fmla="+- 0 sh mins"/>
              <a:gd name="p0x0" fmla="*/ 390 w 2908"/>
              <a:gd name="p0y0" fmla="*/ 0 h 6030"/>
              <a:gd name="p0x1" fmla="*/ 2518 w 2908"/>
              <a:gd name="p0y1" fmla="*/ 0 h 6030"/>
              <a:gd name="p0x2" fmla="*/ 2734 w 2908"/>
              <a:gd name="p0y2" fmla="*/ 0 h 6030"/>
              <a:gd name="p0x3" fmla="*/ 2908 w 2908"/>
              <a:gd name="p0y3" fmla="*/ 174 h 6030"/>
              <a:gd name="p0x4" fmla="*/ 2908 w 2908"/>
              <a:gd name="p0y4" fmla="*/ 390 h 6030"/>
              <a:gd name="p0x5" fmla="*/ 2908 w 2908"/>
              <a:gd name="p0y5" fmla="*/ 5640 h 6030"/>
              <a:gd name="p0x6" fmla="*/ 2908 w 2908"/>
              <a:gd name="p0y6" fmla="*/ 5855 h 6030"/>
              <a:gd name="p0x7" fmla="*/ 2734 w 2908"/>
              <a:gd name="p0y7" fmla="*/ 6030 h 6030"/>
              <a:gd name="p0x8" fmla="*/ 2518 w 2908"/>
              <a:gd name="p0y8" fmla="*/ 6030 h 6030"/>
              <a:gd name="p0x9" fmla="*/ 390 w 2908"/>
              <a:gd name="p0y9" fmla="*/ 6030 h 6030"/>
              <a:gd name="p0x10" fmla="*/ 174 w 2908"/>
              <a:gd name="p0y10" fmla="*/ 6030 h 6030"/>
              <a:gd name="p0x11" fmla="*/ 0 w 2908"/>
              <a:gd name="p0y11" fmla="*/ 5855 h 6030"/>
              <a:gd name="p0x12" fmla="*/ 0 w 2908"/>
              <a:gd name="p0y12" fmla="*/ 5640 h 6030"/>
              <a:gd name="p0x13" fmla="*/ 0 w 2908"/>
              <a:gd name="p0y13" fmla="*/ 390 h 6030"/>
              <a:gd name="p0x14" fmla="*/ 0 w 2908"/>
              <a:gd name="p0y14" fmla="*/ 174 h 6030"/>
              <a:gd name="p0x15" fmla="*/ 174 w 2908"/>
              <a:gd name="p0y15" fmla="*/ 0 h 6030"/>
              <a:gd name="p0x16" fmla="*/ 390 w 2908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2818130" y="39668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2903855" y="4048125"/>
            <a:ext cx="247650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3352133" y="3875722"/>
            <a:ext cx="1028776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设置期间询问偏好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2818733" y="4600575"/>
            <a:ext cx="145665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设置期间询问配置偏好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4670425" y="2642870"/>
            <a:ext cx="1847215" cy="3829050"/>
          </a:xfrm>
          <a:custGeom>
            <a:avLst/>
            <a:gdLst>
              <a:gd name="sw" fmla="*/ 1 w 2908"/>
              <a:gd name="sh" fmla="*/ 1 h 6030"/>
              <a:gd name="mins" fmla="min sw sh"/>
              <a:gd name="dsw" fmla="+- 0 sw mins"/>
              <a:gd name="dsh" fmla="+- 0 sh mins"/>
              <a:gd name="p0x0" fmla="*/ 390 w 2908"/>
              <a:gd name="p0y0" fmla="*/ 0 h 6030"/>
              <a:gd name="p0x1" fmla="*/ 2518 w 2908"/>
              <a:gd name="p0y1" fmla="*/ 0 h 6030"/>
              <a:gd name="p0x2" fmla="*/ 2734 w 2908"/>
              <a:gd name="p0y2" fmla="*/ 0 h 6030"/>
              <a:gd name="p0x3" fmla="*/ 2908 w 2908"/>
              <a:gd name="p0y3" fmla="*/ 174 h 6030"/>
              <a:gd name="p0x4" fmla="*/ 2908 w 2908"/>
              <a:gd name="p0y4" fmla="*/ 390 h 6030"/>
              <a:gd name="p0x5" fmla="*/ 2908 w 2908"/>
              <a:gd name="p0y5" fmla="*/ 5640 h 6030"/>
              <a:gd name="p0x6" fmla="*/ 2908 w 2908"/>
              <a:gd name="p0y6" fmla="*/ 5855 h 6030"/>
              <a:gd name="p0x7" fmla="*/ 2734 w 2908"/>
              <a:gd name="p0y7" fmla="*/ 6030 h 6030"/>
              <a:gd name="p0x8" fmla="*/ 2518 w 2908"/>
              <a:gd name="p0y8" fmla="*/ 6030 h 6030"/>
              <a:gd name="p0x9" fmla="*/ 390 w 2908"/>
              <a:gd name="p0y9" fmla="*/ 6030 h 6030"/>
              <a:gd name="p0x10" fmla="*/ 174 w 2908"/>
              <a:gd name="p0y10" fmla="*/ 6030 h 6030"/>
              <a:gd name="p0x11" fmla="*/ 0 w 2908"/>
              <a:gd name="p0y11" fmla="*/ 5855 h 6030"/>
              <a:gd name="p0x12" fmla="*/ 0 w 2908"/>
              <a:gd name="p0y12" fmla="*/ 5640 h 6030"/>
              <a:gd name="p0x13" fmla="*/ 0 w 2908"/>
              <a:gd name="p0y13" fmla="*/ 390 h 6030"/>
              <a:gd name="p0x14" fmla="*/ 0 w 2908"/>
              <a:gd name="p0y14" fmla="*/ 174 h 6030"/>
              <a:gd name="p0x15" fmla="*/ 174 w 2908"/>
              <a:gd name="p0y15" fmla="*/ 0 h 6030"/>
              <a:gd name="p0x16" fmla="*/ 390 w 2908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4865370" y="39668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16167" r="-2000" b="-16167"/>
          <a:stretch>
            <a:fillRect/>
          </a:stretch>
        </p:blipFill>
        <p:spPr>
          <a:xfrm>
            <a:off x="4951095" y="4048125"/>
            <a:ext cx="247650" cy="2520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5399332" y="3875722"/>
            <a:ext cx="1028776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创建资源收集详情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4865932" y="4600575"/>
            <a:ext cx="145665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创建新资源时收集项目详细信息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6755765" y="2642870"/>
            <a:ext cx="4859655" cy="807085"/>
          </a:xfrm>
          <a:custGeom>
            <a:avLst/>
            <a:gdLst>
              <a:gd name="sw" fmla="*/ 1 w 7653"/>
              <a:gd name="sh" fmla="*/ 1 h 1271"/>
              <a:gd name="mins" fmla="min sw sh"/>
              <a:gd name="dsw" fmla="+- 0 sw mins"/>
              <a:gd name="dsh" fmla="+- 0 sh mins"/>
              <a:gd name="p0x0" fmla="*/ 390 w 7653"/>
              <a:gd name="p0y0" fmla="*/ 0 h 1271"/>
              <a:gd name="p0x1" fmla="*/ 7263 w 7653"/>
              <a:gd name="p0y1" fmla="*/ 0 h 1271"/>
              <a:gd name="p0x2" fmla="*/ 7478 w 7653"/>
              <a:gd name="p0y2" fmla="*/ 0 h 1271"/>
              <a:gd name="p0x3" fmla="*/ 7653 w 7653"/>
              <a:gd name="p0y3" fmla="*/ 174 h 1271"/>
              <a:gd name="p0x4" fmla="*/ 7653 w 7653"/>
              <a:gd name="p0y4" fmla="*/ 390 h 1271"/>
              <a:gd name="p0x5" fmla="*/ 7653 w 7653"/>
              <a:gd name="p0y5" fmla="*/ 881 h 1271"/>
              <a:gd name="p0x6" fmla="*/ 7653 w 7653"/>
              <a:gd name="p0y6" fmla="*/ 1096 h 1271"/>
              <a:gd name="p0x7" fmla="*/ 7478 w 7653"/>
              <a:gd name="p0y7" fmla="*/ 1271 h 1271"/>
              <a:gd name="p0x8" fmla="*/ 7263 w 7653"/>
              <a:gd name="p0y8" fmla="*/ 1271 h 1271"/>
              <a:gd name="p0x9" fmla="*/ 390 w 7653"/>
              <a:gd name="p0y9" fmla="*/ 1271 h 1271"/>
              <a:gd name="p0x10" fmla="*/ 174 w 7653"/>
              <a:gd name="p0y10" fmla="*/ 1271 h 1271"/>
              <a:gd name="p0x11" fmla="*/ 0 w 7653"/>
              <a:gd name="p0y11" fmla="*/ 1096 h 1271"/>
              <a:gd name="p0x12" fmla="*/ 0 w 7653"/>
              <a:gd name="p0y12" fmla="*/ 881 h 1271"/>
              <a:gd name="p0x13" fmla="*/ 0 w 7653"/>
              <a:gd name="p0y13" fmla="*/ 390 h 1271"/>
              <a:gd name="p0x14" fmla="*/ 0 w 7653"/>
              <a:gd name="p0y14" fmla="*/ 174 h 1271"/>
              <a:gd name="p0x15" fmla="*/ 174 w 7653"/>
              <a:gd name="p0y15" fmla="*/ 0 h 1271"/>
              <a:gd name="p0x16" fmla="*/ 390 w 7653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6950710" y="27508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259" t="-1212" r="-4259" b="-1212"/>
          <a:stretch>
            <a:fillRect/>
          </a:stretch>
        </p:blipFill>
        <p:spPr>
          <a:xfrm>
            <a:off x="7029450" y="2812415"/>
            <a:ext cx="186055" cy="2146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7408517" y="2789111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F2423"/>
                </a:solidFill>
              </a:rPr>
              <a:t>无需预先获取所有信息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6951317" y="3105540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sz="1350">
                <a:solidFill>
                  <a:srgbClr val="4B5553"/>
                </a:solidFill>
                <a:cs typeface="汉仪古隶简" charset="0"/>
              </a:rPr>
              <a:t>无需预先获取所有信息</a:t>
            </a:r>
            <a:endParaRPr 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6755765" y="3649980"/>
            <a:ext cx="4859655" cy="807720"/>
          </a:xfrm>
          <a:custGeom>
            <a:avLst/>
            <a:gdLst>
              <a:gd name="sw" fmla="*/ 1 w 7653"/>
              <a:gd name="sh" fmla="*/ 1 h 1271"/>
              <a:gd name="mins" fmla="min sw sh"/>
              <a:gd name="dsw" fmla="+- 0 sw mins"/>
              <a:gd name="dsh" fmla="+- 0 sh mins"/>
              <a:gd name="p0x0" fmla="*/ 390 w 7653"/>
              <a:gd name="p0y0" fmla="*/ 0 h 1271"/>
              <a:gd name="p0x1" fmla="*/ 7263 w 7653"/>
              <a:gd name="p0y1" fmla="*/ 0 h 1271"/>
              <a:gd name="p0x2" fmla="*/ 7478 w 7653"/>
              <a:gd name="p0y2" fmla="*/ 0 h 1271"/>
              <a:gd name="p0x3" fmla="*/ 7653 w 7653"/>
              <a:gd name="p0y3" fmla="*/ 174 h 1271"/>
              <a:gd name="p0x4" fmla="*/ 7653 w 7653"/>
              <a:gd name="p0y4" fmla="*/ 390 h 1271"/>
              <a:gd name="p0x5" fmla="*/ 7653 w 7653"/>
              <a:gd name="p0y5" fmla="*/ 881 h 1271"/>
              <a:gd name="p0x6" fmla="*/ 7653 w 7653"/>
              <a:gd name="p0y6" fmla="*/ 1096 h 1271"/>
              <a:gd name="p0x7" fmla="*/ 7478 w 7653"/>
              <a:gd name="p0y7" fmla="*/ 1271 h 1271"/>
              <a:gd name="p0x8" fmla="*/ 7263 w 7653"/>
              <a:gd name="p0y8" fmla="*/ 1271 h 1271"/>
              <a:gd name="p0x9" fmla="*/ 390 w 7653"/>
              <a:gd name="p0y9" fmla="*/ 1271 h 1271"/>
              <a:gd name="p0x10" fmla="*/ 174 w 7653"/>
              <a:gd name="p0y10" fmla="*/ 1271 h 1271"/>
              <a:gd name="p0x11" fmla="*/ 0 w 7653"/>
              <a:gd name="p0y11" fmla="*/ 1096 h 1271"/>
              <a:gd name="p0x12" fmla="*/ 0 w 7653"/>
              <a:gd name="p0y12" fmla="*/ 881 h 1271"/>
              <a:gd name="p0x13" fmla="*/ 0 w 7653"/>
              <a:gd name="p0y13" fmla="*/ 390 h 1271"/>
              <a:gd name="p0x14" fmla="*/ 0 w 7653"/>
              <a:gd name="p0y14" fmla="*/ 174 h 1271"/>
              <a:gd name="p0x15" fmla="*/ 174 w 7653"/>
              <a:gd name="p0y15" fmla="*/ 0 h 1271"/>
              <a:gd name="p0x16" fmla="*/ 390 w 7653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3"/>
            </p:custDataLst>
          </p:nvPr>
        </p:nvSpPr>
        <p:spPr>
          <a:xfrm>
            <a:off x="6950710" y="37579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6818" t="-1061" r="-6818" b="-1061"/>
          <a:stretch>
            <a:fillRect/>
          </a:stretch>
        </p:blipFill>
        <p:spPr>
          <a:xfrm>
            <a:off x="7003415" y="3820160"/>
            <a:ext cx="238125" cy="21399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7408517" y="3796379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F2423"/>
                </a:solidFill>
              </a:rPr>
              <a:t>精确请求特定数据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6951317" y="4112809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在需要时精确请求特定数据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6755765" y="4657725"/>
            <a:ext cx="4859655" cy="807085"/>
          </a:xfrm>
          <a:custGeom>
            <a:avLst/>
            <a:gdLst>
              <a:gd name="sw" fmla="*/ 1 w 7653"/>
              <a:gd name="sh" fmla="*/ 1 h 1271"/>
              <a:gd name="mins" fmla="min sw sh"/>
              <a:gd name="dsw" fmla="+- 0 sw mins"/>
              <a:gd name="dsh" fmla="+- 0 sh mins"/>
              <a:gd name="p0x0" fmla="*/ 390 w 7653"/>
              <a:gd name="p0y0" fmla="*/ 0 h 1271"/>
              <a:gd name="p0x1" fmla="*/ 7263 w 7653"/>
              <a:gd name="p0y1" fmla="*/ 0 h 1271"/>
              <a:gd name="p0x2" fmla="*/ 7478 w 7653"/>
              <a:gd name="p0y2" fmla="*/ 0 h 1271"/>
              <a:gd name="p0x3" fmla="*/ 7653 w 7653"/>
              <a:gd name="p0y3" fmla="*/ 174 h 1271"/>
              <a:gd name="p0x4" fmla="*/ 7653 w 7653"/>
              <a:gd name="p0y4" fmla="*/ 390 h 1271"/>
              <a:gd name="p0x5" fmla="*/ 7653 w 7653"/>
              <a:gd name="p0y5" fmla="*/ 881 h 1271"/>
              <a:gd name="p0x6" fmla="*/ 7653 w 7653"/>
              <a:gd name="p0y6" fmla="*/ 1096 h 1271"/>
              <a:gd name="p0x7" fmla="*/ 7478 w 7653"/>
              <a:gd name="p0y7" fmla="*/ 1271 h 1271"/>
              <a:gd name="p0x8" fmla="*/ 7263 w 7653"/>
              <a:gd name="p0y8" fmla="*/ 1271 h 1271"/>
              <a:gd name="p0x9" fmla="*/ 390 w 7653"/>
              <a:gd name="p0y9" fmla="*/ 1271 h 1271"/>
              <a:gd name="p0x10" fmla="*/ 174 w 7653"/>
              <a:gd name="p0y10" fmla="*/ 1271 h 1271"/>
              <a:gd name="p0x11" fmla="*/ 0 w 7653"/>
              <a:gd name="p0y11" fmla="*/ 1096 h 1271"/>
              <a:gd name="p0x12" fmla="*/ 0 w 7653"/>
              <a:gd name="p0y12" fmla="*/ 881 h 1271"/>
              <a:gd name="p0x13" fmla="*/ 0 w 7653"/>
              <a:gd name="p0y13" fmla="*/ 390 h 1271"/>
              <a:gd name="p0x14" fmla="*/ 0 w 7653"/>
              <a:gd name="p0y14" fmla="*/ 174 h 1271"/>
              <a:gd name="p0x15" fmla="*/ 174 w 7653"/>
              <a:gd name="p0y15" fmla="*/ 0 h 1271"/>
              <a:gd name="p0x16" fmla="*/ 390 w 7653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40"/>
            </p:custDataLst>
          </p:nvPr>
        </p:nvSpPr>
        <p:spPr>
          <a:xfrm>
            <a:off x="6950710" y="47650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7003415" y="4827270"/>
            <a:ext cx="238125" cy="2139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7408517" y="4803648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F2423"/>
                </a:solidFill>
              </a:rPr>
              <a:t>更自然灵活的交互</a:t>
            </a:r>
            <a:endParaRPr sz="1500" b="1">
              <a:solidFill>
                <a:srgbClr val="1F2423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6951317" y="5120078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实现更自然、更灵活的交互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36" name="任意多边形 35"/>
          <p:cNvSpPr/>
          <p:nvPr>
            <p:custDataLst>
              <p:tags r:id="rId46"/>
            </p:custDataLst>
          </p:nvPr>
        </p:nvSpPr>
        <p:spPr>
          <a:xfrm>
            <a:off x="6755765" y="5664835"/>
            <a:ext cx="4859655" cy="807085"/>
          </a:xfrm>
          <a:custGeom>
            <a:avLst/>
            <a:gdLst>
              <a:gd name="sw" fmla="*/ 1 w 7653"/>
              <a:gd name="sh" fmla="*/ 1 h 1271"/>
              <a:gd name="mins" fmla="min sw sh"/>
              <a:gd name="dsw" fmla="+- 0 sw mins"/>
              <a:gd name="dsh" fmla="+- 0 sh mins"/>
              <a:gd name="p0x0" fmla="*/ 390 w 7653"/>
              <a:gd name="p0y0" fmla="*/ 0 h 1271"/>
              <a:gd name="p0x1" fmla="*/ 7263 w 7653"/>
              <a:gd name="p0y1" fmla="*/ 0 h 1271"/>
              <a:gd name="p0x2" fmla="*/ 7478 w 7653"/>
              <a:gd name="p0y2" fmla="*/ 0 h 1271"/>
              <a:gd name="p0x3" fmla="*/ 7653 w 7653"/>
              <a:gd name="p0y3" fmla="*/ 174 h 1271"/>
              <a:gd name="p0x4" fmla="*/ 7653 w 7653"/>
              <a:gd name="p0y4" fmla="*/ 390 h 1271"/>
              <a:gd name="p0x5" fmla="*/ 7653 w 7653"/>
              <a:gd name="p0y5" fmla="*/ 881 h 1271"/>
              <a:gd name="p0x6" fmla="*/ 7653 w 7653"/>
              <a:gd name="p0y6" fmla="*/ 1096 h 1271"/>
              <a:gd name="p0x7" fmla="*/ 7478 w 7653"/>
              <a:gd name="p0y7" fmla="*/ 1271 h 1271"/>
              <a:gd name="p0x8" fmla="*/ 7263 w 7653"/>
              <a:gd name="p0y8" fmla="*/ 1271 h 1271"/>
              <a:gd name="p0x9" fmla="*/ 390 w 7653"/>
              <a:gd name="p0y9" fmla="*/ 1271 h 1271"/>
              <a:gd name="p0x10" fmla="*/ 174 w 7653"/>
              <a:gd name="p0y10" fmla="*/ 1271 h 1271"/>
              <a:gd name="p0x11" fmla="*/ 0 w 7653"/>
              <a:gd name="p0y11" fmla="*/ 1096 h 1271"/>
              <a:gd name="p0x12" fmla="*/ 0 w 7653"/>
              <a:gd name="p0y12" fmla="*/ 881 h 1271"/>
              <a:gd name="p0x13" fmla="*/ 0 w 7653"/>
              <a:gd name="p0y13" fmla="*/ 390 h 1271"/>
              <a:gd name="p0x14" fmla="*/ 0 w 7653"/>
              <a:gd name="p0y14" fmla="*/ 174 h 1271"/>
              <a:gd name="p0x15" fmla="*/ 174 w 7653"/>
              <a:gd name="p0y15" fmla="*/ 0 h 1271"/>
              <a:gd name="p0x16" fmla="*/ 390 w 7653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6951317" y="5860256"/>
            <a:ext cx="446915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1F2423"/>
                </a:solidFill>
              </a:rPr>
              <a:t>工作过程</a:t>
            </a:r>
            <a:endParaRPr sz="1350" b="1">
              <a:solidFill>
                <a:srgbClr val="1F2423"/>
              </a:solidFill>
            </a:endParaRPr>
          </a:p>
        </p:txBody>
      </p:sp>
      <p:sp>
        <p:nvSpPr>
          <p:cNvPr id="38" name="任意多边形 37"/>
          <p:cNvSpPr/>
          <p:nvPr>
            <p:custDataLst>
              <p:tags r:id="rId48"/>
            </p:custDataLst>
          </p:nvPr>
        </p:nvSpPr>
        <p:spPr>
          <a:xfrm>
            <a:off x="6950710" y="60566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9"/>
            </p:custDataLst>
          </p:nvPr>
        </p:nvSpPr>
        <p:spPr>
          <a:xfrm>
            <a:off x="7037118" y="6105582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327877"/>
                </a:solidFill>
              </a:rPr>
              <a:t>1</a:t>
            </a:r>
            <a:endParaRPr sz="1200" b="1">
              <a:solidFill>
                <a:srgbClr val="327877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50"/>
            </p:custDataLst>
          </p:nvPr>
        </p:nvSpPr>
        <p:spPr>
          <a:xfrm>
            <a:off x="7294217" y="6090342"/>
            <a:ext cx="123282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4B5553"/>
                </a:solidFill>
                <a:cs typeface="汉仪古隶简" charset="0"/>
              </a:rPr>
              <a:t>Server</a:t>
            </a:r>
            <a:r>
              <a:rPr lang="zh-CN" sz="1200">
                <a:solidFill>
                  <a:srgbClr val="4B5553"/>
                </a:solidFill>
                <a:cs typeface="汉仪古隶简" charset="0"/>
              </a:rPr>
              <a:t>发送请求</a:t>
            </a:r>
            <a:endParaRPr lang="zh-CN" sz="12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51"/>
            </p:custDataLst>
          </p:nvPr>
        </p:nvSpPr>
        <p:spPr>
          <a:xfrm>
            <a:off x="8450837" y="6064148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F2423"/>
                </a:solidFill>
              </a:rPr>
              <a:t>→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42" name="任意多边形 41"/>
          <p:cNvSpPr/>
          <p:nvPr>
            <p:custDataLst>
              <p:tags r:id="rId52"/>
            </p:custDataLst>
          </p:nvPr>
        </p:nvSpPr>
        <p:spPr>
          <a:xfrm>
            <a:off x="8717280" y="60566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3"/>
            </p:custDataLst>
          </p:nvPr>
        </p:nvSpPr>
        <p:spPr>
          <a:xfrm>
            <a:off x="8803339" y="6105582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327877"/>
                </a:solidFill>
              </a:rPr>
              <a:t>2</a:t>
            </a:r>
            <a:endParaRPr sz="1200" b="1">
              <a:solidFill>
                <a:srgbClr val="327877"/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54"/>
            </p:custDataLst>
          </p:nvPr>
        </p:nvSpPr>
        <p:spPr>
          <a:xfrm>
            <a:off x="9060437" y="6090342"/>
            <a:ext cx="9478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4B5553"/>
                </a:solidFill>
                <a:cs typeface="汉仪古隶简" charset="0"/>
              </a:rPr>
              <a:t>Host</a:t>
            </a:r>
            <a:r>
              <a:rPr lang="zh-CN" altLang="en-US" sz="1200">
                <a:solidFill>
                  <a:srgbClr val="4B5553"/>
                </a:solidFill>
                <a:cs typeface="汉仪古隶简" charset="0"/>
              </a:rPr>
              <a:t>呈现</a:t>
            </a:r>
            <a:r>
              <a:rPr lang="en-US" altLang="zh-CN" sz="1200">
                <a:solidFill>
                  <a:srgbClr val="4B5553"/>
                </a:solidFill>
                <a:cs typeface="汉仪古隶简" charset="0"/>
              </a:rPr>
              <a:t>UI</a:t>
            </a:r>
            <a:endParaRPr lang="en-US" altLang="zh-CN" sz="12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45" name="文本框 44"/>
          <p:cNvSpPr txBox="1"/>
          <p:nvPr>
            <p:custDataLst>
              <p:tags r:id="rId55"/>
            </p:custDataLst>
          </p:nvPr>
        </p:nvSpPr>
        <p:spPr>
          <a:xfrm>
            <a:off x="9932051" y="6064148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F2423"/>
                </a:solidFill>
              </a:rPr>
              <a:t>→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46" name="任意多边形 45"/>
          <p:cNvSpPr/>
          <p:nvPr>
            <p:custDataLst>
              <p:tags r:id="rId56"/>
            </p:custDataLst>
          </p:nvPr>
        </p:nvSpPr>
        <p:spPr>
          <a:xfrm>
            <a:off x="10198735" y="60566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7"/>
            </p:custDataLst>
          </p:nvPr>
        </p:nvSpPr>
        <p:spPr>
          <a:xfrm>
            <a:off x="10284552" y="6105582"/>
            <a:ext cx="247498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327877"/>
                </a:solidFill>
              </a:rPr>
              <a:t>3</a:t>
            </a:r>
            <a:endParaRPr sz="1200" b="1">
              <a:solidFill>
                <a:srgbClr val="327877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58"/>
            </p:custDataLst>
          </p:nvPr>
        </p:nvSpPr>
        <p:spPr>
          <a:xfrm>
            <a:off x="10541651" y="6090342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B5553"/>
                </a:solidFill>
              </a:rPr>
              <a:t>用户响应</a:t>
            </a:r>
            <a:endParaRPr sz="1200">
              <a:solidFill>
                <a:srgbClr val="4B5553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59"/>
            </p:custDataLst>
          </p:nvPr>
        </p:nvSpPr>
        <p:spPr>
          <a:xfrm>
            <a:off x="11227518" y="6064148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F2423"/>
                </a:solidFill>
              </a:rPr>
              <a:t>→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50" name="任意多边形 49"/>
          <p:cNvSpPr/>
          <p:nvPr>
            <p:custDataLst>
              <p:tags r:id="rId60"/>
            </p:custDataLst>
          </p:nvPr>
        </p:nvSpPr>
        <p:spPr>
          <a:xfrm>
            <a:off x="6950710" y="6399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61"/>
            </p:custDataLst>
          </p:nvPr>
        </p:nvSpPr>
        <p:spPr>
          <a:xfrm>
            <a:off x="7037118" y="6448482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327877"/>
                </a:solidFill>
              </a:rPr>
              <a:t>4</a:t>
            </a:r>
            <a:endParaRPr sz="1200" b="1">
              <a:solidFill>
                <a:srgbClr val="327877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62"/>
            </p:custDataLst>
          </p:nvPr>
        </p:nvSpPr>
        <p:spPr>
          <a:xfrm>
            <a:off x="7294217" y="6433242"/>
            <a:ext cx="10997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4B5553"/>
                </a:solidFill>
                <a:cs typeface="汉仪古隶简" charset="0"/>
              </a:rPr>
              <a:t>Host</a:t>
            </a:r>
            <a:r>
              <a:rPr lang="zh-CN" sz="1200">
                <a:solidFill>
                  <a:srgbClr val="4B5553"/>
                </a:solidFill>
                <a:cs typeface="汉仪古隶简" charset="0"/>
              </a:rPr>
              <a:t>验证返回</a:t>
            </a:r>
            <a:endParaRPr lang="zh-CN" sz="12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63"/>
            </p:custDataLst>
          </p:nvPr>
        </p:nvSpPr>
        <p:spPr>
          <a:xfrm>
            <a:off x="8317782" y="6407048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F2423"/>
                </a:solidFill>
              </a:rPr>
              <a:t>→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54" name="任意多边形 53"/>
          <p:cNvSpPr/>
          <p:nvPr>
            <p:custDataLst>
              <p:tags r:id="rId64"/>
            </p:custDataLst>
          </p:nvPr>
        </p:nvSpPr>
        <p:spPr>
          <a:xfrm>
            <a:off x="8583930" y="6399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65"/>
            </p:custDataLst>
          </p:nvPr>
        </p:nvSpPr>
        <p:spPr>
          <a:xfrm>
            <a:off x="8670284" y="6448482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327877"/>
                </a:solidFill>
              </a:rPr>
              <a:t>5</a:t>
            </a:r>
            <a:endParaRPr sz="1200" b="1">
              <a:solidFill>
                <a:srgbClr val="327877"/>
              </a:solidFill>
            </a:endParaRPr>
          </a:p>
        </p:txBody>
      </p:sp>
      <p:sp>
        <p:nvSpPr>
          <p:cNvPr id="56" name="文本框 55"/>
          <p:cNvSpPr txBox="1"/>
          <p:nvPr>
            <p:custDataLst>
              <p:tags r:id="rId66"/>
            </p:custDataLst>
          </p:nvPr>
        </p:nvSpPr>
        <p:spPr>
          <a:xfrm>
            <a:off x="8927382" y="6433242"/>
            <a:ext cx="12328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4B5553"/>
                </a:solidFill>
                <a:cs typeface="汉仪古隶简" charset="0"/>
              </a:rPr>
              <a:t>Server</a:t>
            </a:r>
            <a:r>
              <a:rPr lang="zh-CN" sz="1200">
                <a:solidFill>
                  <a:srgbClr val="4B5553"/>
                </a:solidFill>
                <a:cs typeface="汉仪古隶简" charset="0"/>
              </a:rPr>
              <a:t>继续处理</a:t>
            </a:r>
            <a:endParaRPr lang="zh-CN" sz="120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67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基础协议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消息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390 w 5469"/>
              <a:gd name="p0y0" fmla="*/ 0 h 8445"/>
              <a:gd name="p0x1" fmla="*/ 5079 w 5469"/>
              <a:gd name="p0y1" fmla="*/ 0 h 8445"/>
              <a:gd name="p0x2" fmla="*/ 5295 w 5469"/>
              <a:gd name="p0y2" fmla="*/ 0 h 8445"/>
              <a:gd name="p0x3" fmla="*/ 5469 w 5469"/>
              <a:gd name="p0y3" fmla="*/ 174 h 8445"/>
              <a:gd name="p0x4" fmla="*/ 5469 w 5469"/>
              <a:gd name="p0y4" fmla="*/ 390 h 8445"/>
              <a:gd name="p0x5" fmla="*/ 5469 w 5469"/>
              <a:gd name="p0y5" fmla="*/ 8055 h 8445"/>
              <a:gd name="p0x6" fmla="*/ 5469 w 5469"/>
              <a:gd name="p0y6" fmla="*/ 8270 h 8445"/>
              <a:gd name="p0x7" fmla="*/ 5295 w 5469"/>
              <a:gd name="p0y7" fmla="*/ 8445 h 8445"/>
              <a:gd name="p0x8" fmla="*/ 5079 w 5469"/>
              <a:gd name="p0y8" fmla="*/ 8445 h 8445"/>
              <a:gd name="p0x9" fmla="*/ 390 w 5469"/>
              <a:gd name="p0y9" fmla="*/ 8445 h 8445"/>
              <a:gd name="p0x10" fmla="*/ 174 w 5469"/>
              <a:gd name="p0y10" fmla="*/ 8445 h 8445"/>
              <a:gd name="p0x11" fmla="*/ 0 w 5469"/>
              <a:gd name="p0y11" fmla="*/ 8270 h 8445"/>
              <a:gd name="p0x12" fmla="*/ 0 w 5469"/>
              <a:gd name="p0y12" fmla="*/ 8055 h 8445"/>
              <a:gd name="p0x13" fmla="*/ 0 w 5469"/>
              <a:gd name="p0y13" fmla="*/ 390 h 8445"/>
              <a:gd name="p0x14" fmla="*/ 0 w 5469"/>
              <a:gd name="p0y14" fmla="*/ 174 h 8445"/>
              <a:gd name="p0x15" fmla="*/ 174 w 5469"/>
              <a:gd name="p0y15" fmla="*/ 0 h 8445"/>
              <a:gd name="p0x16" fmla="*/ 39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065020" y="240411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160270" y="2499360"/>
            <a:ext cx="3048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2007984" y="2991860"/>
            <a:ext cx="9144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1F2423"/>
                </a:solidFill>
              </a:rPr>
              <a:t>请求</a:t>
            </a:r>
            <a:endParaRPr sz="2400" b="1">
              <a:solidFill>
                <a:srgbClr val="1F2423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942128" y="3432867"/>
            <a:ext cx="91283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81">
                <a:solidFill>
                  <a:srgbClr val="327877"/>
                </a:solidFill>
              </a:rPr>
              <a:t>Request</a:t>
            </a:r>
            <a:endParaRPr sz="1350" spc="81">
              <a:solidFill>
                <a:srgbClr val="327877"/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771525" y="39281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923925" y="3799580"/>
            <a:ext cx="293028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可从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发送到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，或反向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46520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923925" y="4521575"/>
            <a:ext cx="2806903" cy="666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格式：</a:t>
            </a:r>
            <a:r>
              <a:rPr sz="1575" b="1" spc="-15">
                <a:solidFill>
                  <a:srgbClr val="1F2423"/>
                </a:solidFill>
              </a:rPr>
              <a:t>jsonrpc</a:t>
            </a:r>
            <a:r>
              <a:rPr sz="1500">
                <a:solidFill>
                  <a:srgbClr val="4B5553"/>
                </a:solidFill>
              </a:rPr>
              <a:t>、</a:t>
            </a:r>
            <a:r>
              <a:rPr sz="1575" b="1" spc="-15">
                <a:solidFill>
                  <a:srgbClr val="1F2423"/>
                </a:solidFill>
              </a:rPr>
              <a:t>id</a:t>
            </a:r>
            <a:r>
              <a:rPr sz="1500">
                <a:solidFill>
                  <a:srgbClr val="4B5553"/>
                </a:solidFill>
              </a:rPr>
              <a:t>、</a:t>
            </a:r>
            <a:r>
              <a:rPr sz="1575" b="1" spc="-15">
                <a:solidFill>
                  <a:srgbClr val="1F2423"/>
                </a:solidFill>
              </a:rPr>
              <a:t>method</a:t>
            </a:r>
            <a:r>
              <a:rPr sz="1500">
                <a:solidFill>
                  <a:srgbClr val="4B5553"/>
                </a:solidFill>
              </a:rPr>
              <a:t>、</a:t>
            </a:r>
            <a:endParaRPr sz="1500">
              <a:solidFill>
                <a:srgbClr val="4B5553"/>
              </a:solidFill>
            </a:endParaRPr>
          </a:p>
          <a:p>
            <a:pPr algn="l">
              <a:lnSpc>
                <a:spcPct val="133000"/>
              </a:lnSpc>
            </a:pPr>
            <a:r>
              <a:rPr sz="1575" b="1" spc="-15">
                <a:solidFill>
                  <a:srgbClr val="1F2423"/>
                </a:solidFill>
              </a:rPr>
              <a:t>params</a:t>
            </a:r>
            <a:endParaRPr sz="1575" b="1" spc="-15">
              <a:solidFill>
                <a:srgbClr val="1F2423"/>
              </a:solidFill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4306570" y="1109345"/>
            <a:ext cx="3472815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390 w 5469"/>
              <a:gd name="p0y0" fmla="*/ 0 h 8445"/>
              <a:gd name="p0x1" fmla="*/ 5079 w 5469"/>
              <a:gd name="p0y1" fmla="*/ 0 h 8445"/>
              <a:gd name="p0x2" fmla="*/ 5295 w 5469"/>
              <a:gd name="p0y2" fmla="*/ 0 h 8445"/>
              <a:gd name="p0x3" fmla="*/ 5469 w 5469"/>
              <a:gd name="p0y3" fmla="*/ 174 h 8445"/>
              <a:gd name="p0x4" fmla="*/ 5469 w 5469"/>
              <a:gd name="p0y4" fmla="*/ 390 h 8445"/>
              <a:gd name="p0x5" fmla="*/ 5469 w 5469"/>
              <a:gd name="p0y5" fmla="*/ 8055 h 8445"/>
              <a:gd name="p0x6" fmla="*/ 5469 w 5469"/>
              <a:gd name="p0y6" fmla="*/ 8270 h 8445"/>
              <a:gd name="p0x7" fmla="*/ 5295 w 5469"/>
              <a:gd name="p0y7" fmla="*/ 8445 h 8445"/>
              <a:gd name="p0x8" fmla="*/ 5079 w 5469"/>
              <a:gd name="p0y8" fmla="*/ 8445 h 8445"/>
              <a:gd name="p0x9" fmla="*/ 390 w 5469"/>
              <a:gd name="p0y9" fmla="*/ 8445 h 8445"/>
              <a:gd name="p0x10" fmla="*/ 174 w 5469"/>
              <a:gd name="p0y10" fmla="*/ 8445 h 8445"/>
              <a:gd name="p0x11" fmla="*/ 0 w 5469"/>
              <a:gd name="p0y11" fmla="*/ 8270 h 8445"/>
              <a:gd name="p0x12" fmla="*/ 0 w 5469"/>
              <a:gd name="p0y12" fmla="*/ 8055 h 8445"/>
              <a:gd name="p0x13" fmla="*/ 0 w 5469"/>
              <a:gd name="p0y13" fmla="*/ 390 h 8445"/>
              <a:gd name="p0x14" fmla="*/ 0 w 5469"/>
              <a:gd name="p0y14" fmla="*/ 174 h 8445"/>
              <a:gd name="p0x15" fmla="*/ 174 w 5469"/>
              <a:gd name="p0y15" fmla="*/ 0 h 8445"/>
              <a:gd name="p0x16" fmla="*/ 39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5795010" y="240411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-7143" b="-7143"/>
          <a:stretch>
            <a:fillRect/>
          </a:stretch>
        </p:blipFill>
        <p:spPr>
          <a:xfrm>
            <a:off x="5890260" y="2499360"/>
            <a:ext cx="304800" cy="304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5738375" y="2991860"/>
            <a:ext cx="9144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1F2423"/>
                </a:solidFill>
              </a:rPr>
              <a:t>响应</a:t>
            </a:r>
            <a:endParaRPr sz="2400" b="1">
              <a:solidFill>
                <a:srgbClr val="1F2423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5598623" y="3432867"/>
            <a:ext cx="106062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81">
                <a:solidFill>
                  <a:srgbClr val="327877"/>
                </a:solidFill>
              </a:rPr>
              <a:t>Response</a:t>
            </a:r>
            <a:endParaRPr sz="1350" spc="81">
              <a:solidFill>
                <a:srgbClr val="327877"/>
              </a:solidFill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4501515" y="39281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4654305" y="3799580"/>
            <a:ext cx="293028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为回复请求而发送，包含操作结果或错误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4501515" y="46520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654305" y="4521575"/>
            <a:ext cx="2599658" cy="666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-15">
                <a:solidFill>
                  <a:srgbClr val="4B5553"/>
                </a:solidFill>
              </a:rPr>
              <a:t>格式：</a:t>
            </a:r>
            <a:r>
              <a:rPr sz="1575" b="1" spc="-30">
                <a:solidFill>
                  <a:srgbClr val="1F2423"/>
                </a:solidFill>
              </a:rPr>
              <a:t>jsonrpc</a:t>
            </a:r>
            <a:r>
              <a:rPr sz="1500" spc="-15">
                <a:solidFill>
                  <a:srgbClr val="4B5553"/>
                </a:solidFill>
              </a:rPr>
              <a:t>、</a:t>
            </a:r>
            <a:r>
              <a:rPr sz="1575" b="1" spc="-30">
                <a:solidFill>
                  <a:srgbClr val="1F2423"/>
                </a:solidFill>
              </a:rPr>
              <a:t>id</a:t>
            </a:r>
            <a:r>
              <a:rPr sz="1500" spc="-15">
                <a:solidFill>
                  <a:srgbClr val="4B5553"/>
                </a:solidFill>
              </a:rPr>
              <a:t>、</a:t>
            </a:r>
            <a:r>
              <a:rPr sz="1575" b="1" spc="-30">
                <a:solidFill>
                  <a:srgbClr val="1F2423"/>
                </a:solidFill>
              </a:rPr>
              <a:t>result</a:t>
            </a:r>
            <a:r>
              <a:rPr sz="1500" spc="-15">
                <a:solidFill>
                  <a:srgbClr val="4B5553"/>
                </a:solidFill>
              </a:rPr>
              <a:t>、</a:t>
            </a:r>
            <a:endParaRPr sz="1500" spc="-15">
              <a:solidFill>
                <a:srgbClr val="4B5553"/>
              </a:solidFill>
            </a:endParaRPr>
          </a:p>
          <a:p>
            <a:pPr algn="l">
              <a:lnSpc>
                <a:spcPct val="133000"/>
              </a:lnSpc>
            </a:pPr>
            <a:r>
              <a:rPr sz="1575" b="1" spc="-30">
                <a:solidFill>
                  <a:srgbClr val="1F2423"/>
                </a:solidFill>
              </a:rPr>
              <a:t>error</a:t>
            </a:r>
            <a:endParaRPr sz="1575" b="1" spc="-30">
              <a:solidFill>
                <a:srgbClr val="1F2423"/>
              </a:solidFill>
            </a:endParaRPr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8036560" y="1109345"/>
            <a:ext cx="3578860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390 w 5635"/>
              <a:gd name="p0y0" fmla="*/ 0 h 8445"/>
              <a:gd name="p0x1" fmla="*/ 5245 w 5635"/>
              <a:gd name="p0y1" fmla="*/ 0 h 8445"/>
              <a:gd name="p0x2" fmla="*/ 5461 w 5635"/>
              <a:gd name="p0y2" fmla="*/ 0 h 8445"/>
              <a:gd name="p0x3" fmla="*/ 5635 w 5635"/>
              <a:gd name="p0y3" fmla="*/ 174 h 8445"/>
              <a:gd name="p0x4" fmla="*/ 5635 w 5635"/>
              <a:gd name="p0y4" fmla="*/ 390 h 8445"/>
              <a:gd name="p0x5" fmla="*/ 5635 w 5635"/>
              <a:gd name="p0y5" fmla="*/ 8055 h 8445"/>
              <a:gd name="p0x6" fmla="*/ 5635 w 5635"/>
              <a:gd name="p0y6" fmla="*/ 8270 h 8445"/>
              <a:gd name="p0x7" fmla="*/ 5461 w 5635"/>
              <a:gd name="p0y7" fmla="*/ 8445 h 8445"/>
              <a:gd name="p0x8" fmla="*/ 5245 w 5635"/>
              <a:gd name="p0y8" fmla="*/ 8445 h 8445"/>
              <a:gd name="p0x9" fmla="*/ 390 w 5635"/>
              <a:gd name="p0y9" fmla="*/ 8445 h 8445"/>
              <a:gd name="p0x10" fmla="*/ 174 w 5635"/>
              <a:gd name="p0y10" fmla="*/ 8445 h 8445"/>
              <a:gd name="p0x11" fmla="*/ 0 w 5635"/>
              <a:gd name="p0y11" fmla="*/ 8270 h 8445"/>
              <a:gd name="p0x12" fmla="*/ 0 w 5635"/>
              <a:gd name="p0y12" fmla="*/ 8055 h 8445"/>
              <a:gd name="p0x13" fmla="*/ 0 w 5635"/>
              <a:gd name="p0y13" fmla="*/ 390 h 8445"/>
              <a:gd name="p0x14" fmla="*/ 0 w 5635"/>
              <a:gd name="p0y14" fmla="*/ 174 h 8445"/>
              <a:gd name="p0x15" fmla="*/ 174 w 5635"/>
              <a:gd name="p0y15" fmla="*/ 0 h 8445"/>
              <a:gd name="p0x16" fmla="*/ 39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9578340" y="255651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9692640" y="2651760"/>
            <a:ext cx="266700" cy="3048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9521581" y="3144260"/>
            <a:ext cx="9144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1F2423"/>
                </a:solidFill>
              </a:rPr>
              <a:t>通知</a:t>
            </a:r>
            <a:endParaRPr sz="2400" b="1">
              <a:solidFill>
                <a:srgbClr val="1F2423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9301982" y="3585267"/>
            <a:ext cx="122023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32">
                <a:solidFill>
                  <a:srgbClr val="327877"/>
                </a:solidFill>
              </a:rPr>
              <a:t>Notification</a:t>
            </a:r>
            <a:endParaRPr sz="1350" spc="32">
              <a:solidFill>
                <a:srgbClr val="327877"/>
              </a:solidFill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8232140" y="40805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8384677" y="3951980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单向消息，接收方不需要回复响应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8232140" y="44996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8384677" y="4369175"/>
            <a:ext cx="2453354" cy="666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格式：</a:t>
            </a:r>
            <a:r>
              <a:rPr sz="1575" b="1" spc="-15">
                <a:solidFill>
                  <a:srgbClr val="1F2423"/>
                </a:solidFill>
              </a:rPr>
              <a:t>jsonrpc</a:t>
            </a:r>
            <a:r>
              <a:rPr sz="1500">
                <a:solidFill>
                  <a:srgbClr val="4B5553"/>
                </a:solidFill>
              </a:rPr>
              <a:t>、</a:t>
            </a:r>
            <a:r>
              <a:rPr sz="1575" b="1" spc="-15">
                <a:solidFill>
                  <a:srgbClr val="1F2423"/>
                </a:solidFill>
              </a:rPr>
              <a:t>method</a:t>
            </a:r>
            <a:r>
              <a:rPr sz="1500">
                <a:solidFill>
                  <a:srgbClr val="4B5553"/>
                </a:solidFill>
              </a:rPr>
              <a:t>、</a:t>
            </a:r>
            <a:endParaRPr sz="1500">
              <a:solidFill>
                <a:srgbClr val="4B5553"/>
              </a:solidFill>
            </a:endParaRPr>
          </a:p>
          <a:p>
            <a:pPr algn="l">
              <a:lnSpc>
                <a:spcPct val="133000"/>
              </a:lnSpc>
            </a:pPr>
            <a:r>
              <a:rPr sz="1575" b="1" spc="-15">
                <a:solidFill>
                  <a:srgbClr val="1F2423"/>
                </a:solidFill>
              </a:rPr>
              <a:t>params</a:t>
            </a:r>
            <a:endParaRPr sz="1575" b="1" spc="-15">
              <a:solidFill>
                <a:srgbClr val="1F2423"/>
              </a:solidFill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基础协议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生命周期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390 w 4970"/>
              <a:gd name="p0y0" fmla="*/ 0 h 8445"/>
              <a:gd name="p0x1" fmla="*/ 4580 w 4970"/>
              <a:gd name="p0y1" fmla="*/ 0 h 8445"/>
              <a:gd name="p0x2" fmla="*/ 4796 w 4970"/>
              <a:gd name="p0y2" fmla="*/ 0 h 8445"/>
              <a:gd name="p0x3" fmla="*/ 4970 w 4970"/>
              <a:gd name="p0y3" fmla="*/ 174 h 8445"/>
              <a:gd name="p0x4" fmla="*/ 4970 w 4970"/>
              <a:gd name="p0y4" fmla="*/ 390 h 8445"/>
              <a:gd name="p0x5" fmla="*/ 4970 w 4970"/>
              <a:gd name="p0y5" fmla="*/ 8055 h 8445"/>
              <a:gd name="p0x6" fmla="*/ 4970 w 4970"/>
              <a:gd name="p0y6" fmla="*/ 8270 h 8445"/>
              <a:gd name="p0x7" fmla="*/ 4796 w 4970"/>
              <a:gd name="p0y7" fmla="*/ 8445 h 8445"/>
              <a:gd name="p0x8" fmla="*/ 4580 w 4970"/>
              <a:gd name="p0y8" fmla="*/ 8445 h 8445"/>
              <a:gd name="p0x9" fmla="*/ 390 w 4970"/>
              <a:gd name="p0y9" fmla="*/ 8445 h 8445"/>
              <a:gd name="p0x10" fmla="*/ 174 w 4970"/>
              <a:gd name="p0y10" fmla="*/ 8445 h 8445"/>
              <a:gd name="p0x11" fmla="*/ 0 w 4970"/>
              <a:gd name="p0y11" fmla="*/ 8270 h 8445"/>
              <a:gd name="p0x12" fmla="*/ 0 w 4970"/>
              <a:gd name="p0y12" fmla="*/ 8055 h 8445"/>
              <a:gd name="p0x13" fmla="*/ 0 w 4970"/>
              <a:gd name="p0y13" fmla="*/ 390 h 8445"/>
              <a:gd name="p0x14" fmla="*/ 0 w 4970"/>
              <a:gd name="p0y14" fmla="*/ 174 h 8445"/>
              <a:gd name="p0x15" fmla="*/ 174 w 4970"/>
              <a:gd name="p0y15" fmla="*/ 0 h 8445"/>
              <a:gd name="p0x16" fmla="*/ 39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24077" y="1378268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327877"/>
                </a:solidFill>
              </a:rPr>
              <a:t>1</a:t>
            </a:r>
            <a:endParaRPr sz="2400" b="1">
              <a:solidFill>
                <a:srgbClr val="327877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71525" y="1860233"/>
            <a:ext cx="276604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初始化阶段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243713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5350" y="2308860"/>
            <a:ext cx="26422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与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首次交互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771525" y="30238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95350" y="2895543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53"/>
                </a:solidFill>
              </a:rPr>
              <a:t>能力协商和协议版本协商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771525" y="333629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95350" y="3210982"/>
            <a:ext cx="2642216" cy="598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建立协议版本兼容性（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已有</a:t>
            </a:r>
            <a:r>
              <a:rPr lang="en-US" sz="1415" b="1" spc="-14">
                <a:solidFill>
                  <a:srgbClr val="327877"/>
                </a:solidFill>
                <a:cs typeface="汉仪古隶简" charset="0"/>
              </a:rPr>
              <a:t>3</a:t>
            </a:r>
            <a:r>
              <a:rPr lang="zh-CN" sz="1415" b="1" spc="-14">
                <a:solidFill>
                  <a:srgbClr val="327877"/>
                </a:solidFill>
                <a:cs typeface="汉仪古隶简" charset="0"/>
              </a:rPr>
              <a:t>个版本</a:t>
            </a:r>
            <a:r>
              <a:rPr sz="1350">
                <a:solidFill>
                  <a:srgbClr val="4B5553"/>
                </a:solidFill>
              </a:rPr>
              <a:t>）</a:t>
            </a:r>
            <a:endParaRPr sz="1350">
              <a:solidFill>
                <a:srgbClr val="4B5553"/>
              </a:solidFill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71525" y="395033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95350" y="3821992"/>
            <a:ext cx="264221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协商提供服务能力（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Roots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Sampling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Elicitation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Prompts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、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Tools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等）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3989705" y="1109345"/>
            <a:ext cx="4211955" cy="5362575"/>
          </a:xfrm>
          <a:custGeom>
            <a:avLst/>
            <a:gdLst>
              <a:gd name="sw" fmla="*/ 1 w 6633"/>
              <a:gd name="sh" fmla="*/ 1 h 8445"/>
              <a:gd name="mins" fmla="min sw sh"/>
              <a:gd name="dsw" fmla="+- 0 sw mins"/>
              <a:gd name="dsh" fmla="+- 0 sh mins"/>
              <a:gd name="p0x0" fmla="*/ 390 w 6633"/>
              <a:gd name="p0y0" fmla="*/ 0 h 8445"/>
              <a:gd name="p0x1" fmla="*/ 6243 w 6633"/>
              <a:gd name="p0y1" fmla="*/ 0 h 8445"/>
              <a:gd name="p0x2" fmla="*/ 6458 w 6633"/>
              <a:gd name="p0y2" fmla="*/ 0 h 8445"/>
              <a:gd name="p0x3" fmla="*/ 6633 w 6633"/>
              <a:gd name="p0y3" fmla="*/ 174 h 8445"/>
              <a:gd name="p0x4" fmla="*/ 6633 w 6633"/>
              <a:gd name="p0y4" fmla="*/ 390 h 8445"/>
              <a:gd name="p0x5" fmla="*/ 6633 w 6633"/>
              <a:gd name="p0y5" fmla="*/ 8055 h 8445"/>
              <a:gd name="p0x6" fmla="*/ 6633 w 6633"/>
              <a:gd name="p0y6" fmla="*/ 8270 h 8445"/>
              <a:gd name="p0x7" fmla="*/ 6458 w 6633"/>
              <a:gd name="p0y7" fmla="*/ 8445 h 8445"/>
              <a:gd name="p0x8" fmla="*/ 6243 w 6633"/>
              <a:gd name="p0y8" fmla="*/ 8445 h 8445"/>
              <a:gd name="p0x9" fmla="*/ 390 w 6633"/>
              <a:gd name="p0y9" fmla="*/ 8445 h 8445"/>
              <a:gd name="p0x10" fmla="*/ 174 w 6633"/>
              <a:gd name="p0y10" fmla="*/ 8445 h 8445"/>
              <a:gd name="p0x11" fmla="*/ 0 w 6633"/>
              <a:gd name="p0y11" fmla="*/ 8270 h 8445"/>
              <a:gd name="p0x12" fmla="*/ 0 w 6633"/>
              <a:gd name="p0y12" fmla="*/ 8055 h 8445"/>
              <a:gd name="p0x13" fmla="*/ 0 w 6633"/>
              <a:gd name="p0y13" fmla="*/ 390 h 8445"/>
              <a:gd name="p0x14" fmla="*/ 0 w 6633"/>
              <a:gd name="p0y14" fmla="*/ 174 h 8445"/>
              <a:gd name="p0x15" fmla="*/ 174 w 6633"/>
              <a:gd name="p0y15" fmla="*/ 0 h 8445"/>
              <a:gd name="p0x16" fmla="*/ 390 w 663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428625" algn="ctr" rotWithShape="0">
              <a:srgbClr val="327877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41846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4337818" y="1378268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B4645"/>
                </a:solidFill>
              </a:rPr>
              <a:t>2</a:t>
            </a:r>
            <a:endParaRPr sz="2400" b="1">
              <a:solidFill>
                <a:srgbClr val="1B4645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4185266" y="1860233"/>
            <a:ext cx="382145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</a:rPr>
              <a:t>操作阶段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4184650" y="243713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309091" y="2308860"/>
            <a:ext cx="27432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</a:rPr>
              <a:t>根据协商确定的服务能力交换消息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4184650" y="274955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4309091" y="2621251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</a:rPr>
              <a:t>仅使用已成功协商的功能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4184650" y="30619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4309091" y="2933643"/>
            <a:ext cx="29147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</a:rPr>
              <a:t>采用请求、响应、通知机制交换数据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26" name="任意多边形 25"/>
          <p:cNvSpPr/>
          <p:nvPr>
            <p:custDataLst>
              <p:tags r:id="rId24"/>
            </p:custDataLst>
          </p:nvPr>
        </p:nvSpPr>
        <p:spPr>
          <a:xfrm>
            <a:off x="4184650" y="337439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4309091" y="3246034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</a:rPr>
              <a:t>调用方向与服务类型有关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845883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390 w 4970"/>
              <a:gd name="p0y0" fmla="*/ 0 h 8445"/>
              <a:gd name="p0x1" fmla="*/ 4580 w 4970"/>
              <a:gd name="p0y1" fmla="*/ 0 h 8445"/>
              <a:gd name="p0x2" fmla="*/ 4796 w 4970"/>
              <a:gd name="p0y2" fmla="*/ 0 h 8445"/>
              <a:gd name="p0x3" fmla="*/ 4970 w 4970"/>
              <a:gd name="p0y3" fmla="*/ 174 h 8445"/>
              <a:gd name="p0x4" fmla="*/ 4970 w 4970"/>
              <a:gd name="p0y4" fmla="*/ 390 h 8445"/>
              <a:gd name="p0x5" fmla="*/ 4970 w 4970"/>
              <a:gd name="p0y5" fmla="*/ 8055 h 8445"/>
              <a:gd name="p0x6" fmla="*/ 4970 w 4970"/>
              <a:gd name="p0y6" fmla="*/ 8270 h 8445"/>
              <a:gd name="p0x7" fmla="*/ 4796 w 4970"/>
              <a:gd name="p0y7" fmla="*/ 8445 h 8445"/>
              <a:gd name="p0x8" fmla="*/ 4580 w 4970"/>
              <a:gd name="p0y8" fmla="*/ 8445 h 8445"/>
              <a:gd name="p0x9" fmla="*/ 390 w 4970"/>
              <a:gd name="p0y9" fmla="*/ 8445 h 8445"/>
              <a:gd name="p0x10" fmla="*/ 174 w 4970"/>
              <a:gd name="p0y10" fmla="*/ 8445 h 8445"/>
              <a:gd name="p0x11" fmla="*/ 0 w 4970"/>
              <a:gd name="p0y11" fmla="*/ 8270 h 8445"/>
              <a:gd name="p0x12" fmla="*/ 0 w 4970"/>
              <a:gd name="p0y12" fmla="*/ 8055 h 8445"/>
              <a:gd name="p0x13" fmla="*/ 0 w 4970"/>
              <a:gd name="p0y13" fmla="*/ 390 h 8445"/>
              <a:gd name="p0x14" fmla="*/ 0 w 4970"/>
              <a:gd name="p0y14" fmla="*/ 174 h 8445"/>
              <a:gd name="p0x15" fmla="*/ 174 w 4970"/>
              <a:gd name="p0y15" fmla="*/ 0 h 8445"/>
              <a:gd name="p0x16" fmla="*/ 39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865441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8806986" y="1378268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327877"/>
                </a:solidFill>
              </a:rPr>
              <a:t>3</a:t>
            </a:r>
            <a:endParaRPr sz="2400" b="1">
              <a:solidFill>
                <a:srgbClr val="327877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8654434" y="1860233"/>
            <a:ext cx="276604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F2423"/>
                </a:solidFill>
              </a:rPr>
              <a:t>关闭阶段</a:t>
            </a:r>
            <a:endParaRPr sz="2100" b="1">
              <a:solidFill>
                <a:srgbClr val="1F2423"/>
              </a:solidFill>
            </a:endParaRPr>
          </a:p>
        </p:txBody>
      </p:sp>
      <p:sp>
        <p:nvSpPr>
          <p:cNvPr id="32" name="任意多边形 31"/>
          <p:cNvSpPr/>
          <p:nvPr>
            <p:custDataLst>
              <p:tags r:id="rId30"/>
            </p:custDataLst>
          </p:nvPr>
        </p:nvSpPr>
        <p:spPr>
          <a:xfrm>
            <a:off x="8654415" y="243713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8778259" y="2308860"/>
            <a:ext cx="26422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一方（通常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）彻底终止协议连接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8654415" y="30238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8778259" y="2895543"/>
            <a:ext cx="26422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4B5553"/>
                </a:solidFill>
                <a:cs typeface="汉仪古隶简" charset="0"/>
              </a:rPr>
              <a:t>STDIO</a:t>
            </a:r>
            <a:r>
              <a:rPr lang="zh-CN" sz="1350">
                <a:solidFill>
                  <a:srgbClr val="4B5553"/>
                </a:solidFill>
                <a:cs typeface="汉仪古隶简" charset="0"/>
              </a:rPr>
              <a:t>传输：关闭子进程输入流，等待退出或强制中止</a:t>
            </a:r>
            <a:endParaRPr 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8654415" y="361061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8778259" y="3482226"/>
            <a:ext cx="259511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 spc="-40">
                <a:solidFill>
                  <a:srgbClr val="4B5553"/>
                </a:solidFill>
                <a:cs typeface="汉仪古隶简" charset="0"/>
              </a:rPr>
              <a:t>HTTP</a:t>
            </a:r>
            <a:r>
              <a:rPr lang="zh-CN" altLang="en-US" sz="1350" spc="-40">
                <a:solidFill>
                  <a:srgbClr val="4B5553"/>
                </a:solidFill>
                <a:cs typeface="汉仪古隶简" charset="0"/>
              </a:rPr>
              <a:t>传输：中断相关</a:t>
            </a:r>
            <a:r>
              <a:rPr lang="en-US" altLang="zh-CN" sz="1350" spc="-40">
                <a:solidFill>
                  <a:srgbClr val="4B5553"/>
                </a:solidFill>
                <a:cs typeface="汉仪古隶简" charset="0"/>
              </a:rPr>
              <a:t>HTTP</a:t>
            </a:r>
            <a:r>
              <a:rPr lang="zh-CN" altLang="en-US" sz="1350" spc="-40">
                <a:solidFill>
                  <a:srgbClr val="4B5553"/>
                </a:solidFill>
                <a:cs typeface="汉仪古隶简" charset="0"/>
              </a:rPr>
              <a:t>连接</a:t>
            </a:r>
            <a:endParaRPr lang="zh-CN" altLang="en-US" sz="1350" spc="-4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sz="3000" b="1">
                <a:solidFill>
                  <a:srgbClr val="1F2423"/>
                </a:solidFill>
                <a:cs typeface="汉仪古隶简" charset="0"/>
              </a:rPr>
              <a:t>生命周期示意图</a:t>
            </a:r>
            <a:endParaRPr lang="zh-CN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4548035" y="5681681"/>
            <a:ext cx="309592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76827F"/>
                </a:solidFill>
                <a:cs typeface="汉仪古隶简" charset="0"/>
              </a:rPr>
              <a:t>图</a:t>
            </a:r>
            <a:r>
              <a:rPr lang="en-US" altLang="zh-CN" sz="1350">
                <a:solidFill>
                  <a:srgbClr val="76827F"/>
                </a:solidFill>
                <a:cs typeface="汉仪古隶简" charset="0"/>
              </a:rPr>
              <a:t>2-3</a:t>
            </a:r>
            <a:r>
              <a:rPr lang="zh-CN" altLang="en-US" sz="1350">
                <a:solidFill>
                  <a:srgbClr val="76827F"/>
                </a:solidFill>
                <a:cs typeface="汉仪古隶简" charset="0"/>
              </a:rPr>
              <a:t>：</a:t>
            </a:r>
            <a:r>
              <a:rPr lang="en-US" altLang="zh-CN" sz="1350">
                <a:solidFill>
                  <a:srgbClr val="76827F"/>
                </a:solidFill>
                <a:cs typeface="汉仪古隶简" charset="0"/>
              </a:rPr>
              <a:t>MCP</a:t>
            </a:r>
            <a:r>
              <a:rPr lang="zh-CN" altLang="en-US" sz="1350">
                <a:solidFill>
                  <a:srgbClr val="76827F"/>
                </a:solidFill>
                <a:cs typeface="汉仪古隶简" charset="0"/>
              </a:rPr>
              <a:t>生命周期三阶段交互流程</a:t>
            </a:r>
            <a:endParaRPr lang="zh-CN" altLang="en-US" sz="1350">
              <a:solidFill>
                <a:srgbClr val="76827F"/>
              </a:solidFill>
              <a:cs typeface="汉仪古隶简" charset="0"/>
            </a:endParaRPr>
          </a:p>
        </p:txBody>
      </p:sp>
      <p:pic>
        <p:nvPicPr>
          <p:cNvPr id="2" name="图片 6" descr="图2-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1185863"/>
            <a:ext cx="3733800" cy="44862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基础协议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传输通道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390 w 5801"/>
              <a:gd name="p0y0" fmla="*/ 0 h 8445"/>
              <a:gd name="p0x1" fmla="*/ 5411 w 5801"/>
              <a:gd name="p0y1" fmla="*/ 0 h 8445"/>
              <a:gd name="p0x2" fmla="*/ 5627 w 5801"/>
              <a:gd name="p0y2" fmla="*/ 0 h 8445"/>
              <a:gd name="p0x3" fmla="*/ 5801 w 5801"/>
              <a:gd name="p0y3" fmla="*/ 174 h 8445"/>
              <a:gd name="p0x4" fmla="*/ 5801 w 5801"/>
              <a:gd name="p0y4" fmla="*/ 390 h 8445"/>
              <a:gd name="p0x5" fmla="*/ 5801 w 5801"/>
              <a:gd name="p0y5" fmla="*/ 8055 h 8445"/>
              <a:gd name="p0x6" fmla="*/ 5801 w 5801"/>
              <a:gd name="p0y6" fmla="*/ 8270 h 8445"/>
              <a:gd name="p0x7" fmla="*/ 5627 w 5801"/>
              <a:gd name="p0y7" fmla="*/ 8445 h 8445"/>
              <a:gd name="p0x8" fmla="*/ 5411 w 5801"/>
              <a:gd name="p0y8" fmla="*/ 8445 h 8445"/>
              <a:gd name="p0x9" fmla="*/ 390 w 5801"/>
              <a:gd name="p0y9" fmla="*/ 8445 h 8445"/>
              <a:gd name="p0x10" fmla="*/ 174 w 5801"/>
              <a:gd name="p0y10" fmla="*/ 8445 h 8445"/>
              <a:gd name="p0x11" fmla="*/ 0 w 5801"/>
              <a:gd name="p0y11" fmla="*/ 8270 h 8445"/>
              <a:gd name="p0x12" fmla="*/ 0 w 5801"/>
              <a:gd name="p0y12" fmla="*/ 8055 h 8445"/>
              <a:gd name="p0x13" fmla="*/ 0 w 5801"/>
              <a:gd name="p0y13" fmla="*/ 390 h 8445"/>
              <a:gd name="p0x14" fmla="*/ 0 w 5801"/>
              <a:gd name="p0y14" fmla="*/ 174 h 8445"/>
              <a:gd name="p0x15" fmla="*/ 174 w 5801"/>
              <a:gd name="p0y15" fmla="*/ 0 h 8445"/>
              <a:gd name="p0x16" fmla="*/ 39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6667" b="-16667"/>
          <a:stretch>
            <a:fillRect/>
          </a:stretch>
        </p:blipFill>
        <p:spPr>
          <a:xfrm>
            <a:off x="866775" y="1400175"/>
            <a:ext cx="3048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71525" y="1936433"/>
            <a:ext cx="32937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1F2423"/>
                </a:solidFill>
                <a:cs typeface="汉仪古隶简" charset="0"/>
              </a:rPr>
              <a:t>标准输入输出</a:t>
            </a:r>
            <a:r>
              <a:rPr lang="en-US" altLang="zh-CN" sz="2100" b="1">
                <a:solidFill>
                  <a:srgbClr val="1F2423"/>
                </a:solidFill>
                <a:cs typeface="汉仪古隶简" charset="0"/>
              </a:rPr>
              <a:t>(STDIO)</a:t>
            </a:r>
            <a:endParaRPr lang="en-US" altLang="zh-CN" sz="21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27711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04875" y="2632415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与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Host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在同一台机器运行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5667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04875" y="3428343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将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作为子进程启动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43630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04875" y="4224281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从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stdin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读取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JSON-RPC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消息，发送到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stdout</a:t>
            </a:r>
            <a:endParaRPr lang="en-US" altLang="zh-CN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771525" y="51587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904875" y="5020208"/>
            <a:ext cx="270242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错误消息写入</a:t>
            </a:r>
            <a:r>
              <a:rPr lang="en-US" altLang="zh-CN" sz="1350">
                <a:solidFill>
                  <a:srgbClr val="4B5553"/>
                </a:solidFill>
                <a:cs typeface="汉仪古隶简" charset="0"/>
              </a:rPr>
              <a:t>stderr</a:t>
            </a:r>
            <a:r>
              <a:rPr lang="zh-CN" altLang="en-US" sz="1350">
                <a:solidFill>
                  <a:srgbClr val="4B5553"/>
                </a:solidFill>
                <a:cs typeface="汉仪古隶简" charset="0"/>
              </a:rPr>
              <a:t>用于日志记录</a:t>
            </a:r>
            <a:endParaRPr lang="zh-CN" altLang="en-US" sz="135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771525" y="56807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904875" y="5541854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 spc="-30">
                <a:solidFill>
                  <a:srgbClr val="4B5553"/>
                </a:solidFill>
                <a:cs typeface="汉仪古隶简" charset="0"/>
              </a:rPr>
              <a:t>运行方式：</a:t>
            </a:r>
            <a:r>
              <a:rPr lang="en-US" altLang="zh-CN" sz="1350" spc="-30">
                <a:solidFill>
                  <a:srgbClr val="4B5553"/>
                </a:solidFill>
                <a:cs typeface="汉仪古隶简" charset="0"/>
              </a:rPr>
              <a:t>uv</a:t>
            </a:r>
            <a:r>
              <a:rPr lang="zh-CN" altLang="en-US" sz="1350" spc="-30">
                <a:solidFill>
                  <a:srgbClr val="4B5553"/>
                </a:solidFill>
                <a:cs typeface="汉仪古隶简" charset="0"/>
              </a:rPr>
              <a:t>（执行</a:t>
            </a:r>
            <a:r>
              <a:rPr lang="en-US" altLang="zh-CN" sz="1350" spc="-30">
                <a:solidFill>
                  <a:srgbClr val="4B5553"/>
                </a:solidFill>
                <a:cs typeface="汉仪古隶简" charset="0"/>
              </a:rPr>
              <a:t>Python</a:t>
            </a:r>
            <a:r>
              <a:rPr lang="zh-CN" altLang="en-US" sz="1350" spc="-30">
                <a:solidFill>
                  <a:srgbClr val="4B5553"/>
                </a:solidFill>
                <a:cs typeface="汉仪古隶简" charset="0"/>
              </a:rPr>
              <a:t>代码）、</a:t>
            </a:r>
            <a:r>
              <a:rPr lang="en-US" altLang="zh-CN" sz="1350" spc="-30">
                <a:solidFill>
                  <a:srgbClr val="4B5553"/>
                </a:solidFill>
                <a:cs typeface="汉仪古隶简" charset="0"/>
              </a:rPr>
              <a:t>npx</a:t>
            </a:r>
            <a:r>
              <a:rPr lang="zh-CN" altLang="en-US" sz="1350" spc="-30">
                <a:solidFill>
                  <a:srgbClr val="4B5553"/>
                </a:solidFill>
                <a:cs typeface="汉仪古隶简" charset="0"/>
              </a:rPr>
              <a:t>（执行</a:t>
            </a:r>
            <a:r>
              <a:rPr lang="en-US" altLang="zh-CN" sz="1350" spc="-30">
                <a:solidFill>
                  <a:srgbClr val="4B5553"/>
                </a:solidFill>
                <a:cs typeface="汉仪古隶简" charset="0"/>
              </a:rPr>
              <a:t>JavaScript/TypeScript</a:t>
            </a:r>
            <a:r>
              <a:rPr lang="zh-CN" altLang="en-US" sz="1350" spc="-30">
                <a:solidFill>
                  <a:srgbClr val="4B5553"/>
                </a:solidFill>
                <a:cs typeface="汉仪古隶简" charset="0"/>
              </a:rPr>
              <a:t>代码）</a:t>
            </a:r>
            <a:endParaRPr lang="zh-CN" altLang="en-US" sz="1350" spc="-3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451739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390 w 5801"/>
              <a:gd name="p0y0" fmla="*/ 0 h 8445"/>
              <a:gd name="p0x1" fmla="*/ 5411 w 5801"/>
              <a:gd name="p0y1" fmla="*/ 0 h 8445"/>
              <a:gd name="p0x2" fmla="*/ 5627 w 5801"/>
              <a:gd name="p0y2" fmla="*/ 0 h 8445"/>
              <a:gd name="p0x3" fmla="*/ 5801 w 5801"/>
              <a:gd name="p0y3" fmla="*/ 174 h 8445"/>
              <a:gd name="p0x4" fmla="*/ 5801 w 5801"/>
              <a:gd name="p0y4" fmla="*/ 390 h 8445"/>
              <a:gd name="p0x5" fmla="*/ 5801 w 5801"/>
              <a:gd name="p0y5" fmla="*/ 8055 h 8445"/>
              <a:gd name="p0x6" fmla="*/ 5801 w 5801"/>
              <a:gd name="p0y6" fmla="*/ 8270 h 8445"/>
              <a:gd name="p0x7" fmla="*/ 5627 w 5801"/>
              <a:gd name="p0y7" fmla="*/ 8445 h 8445"/>
              <a:gd name="p0x8" fmla="*/ 5411 w 5801"/>
              <a:gd name="p0y8" fmla="*/ 8445 h 8445"/>
              <a:gd name="p0x9" fmla="*/ 390 w 5801"/>
              <a:gd name="p0y9" fmla="*/ 8445 h 8445"/>
              <a:gd name="p0x10" fmla="*/ 174 w 5801"/>
              <a:gd name="p0y10" fmla="*/ 8445 h 8445"/>
              <a:gd name="p0x11" fmla="*/ 0 w 5801"/>
              <a:gd name="p0y11" fmla="*/ 8270 h 8445"/>
              <a:gd name="p0x12" fmla="*/ 0 w 5801"/>
              <a:gd name="p0y12" fmla="*/ 8055 h 8445"/>
              <a:gd name="p0x13" fmla="*/ 0 w 5801"/>
              <a:gd name="p0y13" fmla="*/ 390 h 8445"/>
              <a:gd name="p0x14" fmla="*/ 0 w 5801"/>
              <a:gd name="p0y14" fmla="*/ 174 h 8445"/>
              <a:gd name="p0x15" fmla="*/ 174 w 5801"/>
              <a:gd name="p0y15" fmla="*/ 0 h 8445"/>
              <a:gd name="p0x16" fmla="*/ 39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27877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471233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70 w 780"/>
              <a:gd name="p0y0" fmla="*/ 0 h 780"/>
              <a:gd name="p0x1" fmla="*/ 510 w 780"/>
              <a:gd name="p0y1" fmla="*/ 0 h 780"/>
              <a:gd name="p0x2" fmla="*/ 659 w 780"/>
              <a:gd name="p0y2" fmla="*/ 0 h 780"/>
              <a:gd name="p0x3" fmla="*/ 780 w 780"/>
              <a:gd name="p0y3" fmla="*/ 120 h 780"/>
              <a:gd name="p0x4" fmla="*/ 780 w 780"/>
              <a:gd name="p0y4" fmla="*/ 270 h 780"/>
              <a:gd name="p0x5" fmla="*/ 780 w 780"/>
              <a:gd name="p0y5" fmla="*/ 510 h 780"/>
              <a:gd name="p0x6" fmla="*/ 780 w 780"/>
              <a:gd name="p0y6" fmla="*/ 659 h 780"/>
              <a:gd name="p0x7" fmla="*/ 659 w 780"/>
              <a:gd name="p0y7" fmla="*/ 780 h 780"/>
              <a:gd name="p0x8" fmla="*/ 510 w 780"/>
              <a:gd name="p0y8" fmla="*/ 780 h 780"/>
              <a:gd name="p0x9" fmla="*/ 270 w 780"/>
              <a:gd name="p0y9" fmla="*/ 780 h 780"/>
              <a:gd name="p0x10" fmla="*/ 120 w 780"/>
              <a:gd name="p0y10" fmla="*/ 780 h 780"/>
              <a:gd name="p0x11" fmla="*/ 0 w 780"/>
              <a:gd name="p0y11" fmla="*/ 659 h 780"/>
              <a:gd name="p0x12" fmla="*/ 0 w 780"/>
              <a:gd name="p0y12" fmla="*/ 510 h 780"/>
              <a:gd name="p0x13" fmla="*/ 0 w 780"/>
              <a:gd name="p0y13" fmla="*/ 270 h 780"/>
              <a:gd name="p0x14" fmla="*/ 0 w 780"/>
              <a:gd name="p0y14" fmla="*/ 120 h 780"/>
              <a:gd name="p0x15" fmla="*/ 120 w 780"/>
              <a:gd name="p0y15" fmla="*/ 0 h 780"/>
              <a:gd name="p0x16" fmla="*/ 27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7143" b="-7143"/>
          <a:stretch>
            <a:fillRect/>
          </a:stretch>
        </p:blipFill>
        <p:spPr>
          <a:xfrm>
            <a:off x="4788535" y="1400175"/>
            <a:ext cx="342900" cy="304800"/>
          </a:xfrm>
          <a:prstGeom prst="rect">
            <a:avLst/>
          </a:prstGeom>
        </p:spPr>
      </p:pic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321935" y="1414145"/>
            <a:ext cx="457835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50 w 720"/>
              <a:gd name="p0y0" fmla="*/ 0 h 435"/>
              <a:gd name="p0x1" fmla="*/ 570 w 720"/>
              <a:gd name="p0y1" fmla="*/ 0 h 435"/>
              <a:gd name="p0x2" fmla="*/ 652 w 720"/>
              <a:gd name="p0y2" fmla="*/ 0 h 435"/>
              <a:gd name="p0x3" fmla="*/ 720 w 720"/>
              <a:gd name="p0y3" fmla="*/ 67 h 435"/>
              <a:gd name="p0x4" fmla="*/ 720 w 720"/>
              <a:gd name="p0y4" fmla="*/ 150 h 435"/>
              <a:gd name="p0x5" fmla="*/ 720 w 720"/>
              <a:gd name="p0y5" fmla="*/ 285 h 435"/>
              <a:gd name="p0x6" fmla="*/ 720 w 720"/>
              <a:gd name="p0y6" fmla="*/ 367 h 435"/>
              <a:gd name="p0x7" fmla="*/ 652 w 720"/>
              <a:gd name="p0y7" fmla="*/ 435 h 435"/>
              <a:gd name="p0x8" fmla="*/ 570 w 720"/>
              <a:gd name="p0y8" fmla="*/ 435 h 435"/>
              <a:gd name="p0x9" fmla="*/ 150 w 720"/>
              <a:gd name="p0y9" fmla="*/ 435 h 435"/>
              <a:gd name="p0x10" fmla="*/ 67 w 720"/>
              <a:gd name="p0y10" fmla="*/ 435 h 435"/>
              <a:gd name="p0x11" fmla="*/ 0 w 720"/>
              <a:gd name="p0y11" fmla="*/ 367 h 435"/>
              <a:gd name="p0x12" fmla="*/ 0 w 720"/>
              <a:gd name="p0y12" fmla="*/ 285 h 435"/>
              <a:gd name="p0x13" fmla="*/ 0 w 720"/>
              <a:gd name="p0y13" fmla="*/ 150 h 435"/>
              <a:gd name="p0x14" fmla="*/ 0 w 720"/>
              <a:gd name="p0y14" fmla="*/ 67 h 435"/>
              <a:gd name="p0x15" fmla="*/ 67 w 720"/>
              <a:gd name="p0y15" fmla="*/ 0 h 435"/>
              <a:gd name="p0x16" fmla="*/ 15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5398741" y="14525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B4645"/>
                </a:solidFill>
              </a:rPr>
              <a:t>推荐</a:t>
            </a:r>
            <a:endParaRPr sz="1200">
              <a:solidFill>
                <a:srgbClr val="1B4645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4712941" y="1936433"/>
            <a:ext cx="32937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</a:rPr>
              <a:t>Streamable-HTTP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4712335" y="27355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4846291" y="2597067"/>
            <a:ext cx="249771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基于</a:t>
            </a:r>
            <a:r>
              <a:rPr lang="en-US" altLang="zh-CN" sz="1350">
                <a:solidFill>
                  <a:srgbClr val="FFFFFF"/>
                </a:solidFill>
                <a:cs typeface="汉仪古隶简" charset="0"/>
              </a:rPr>
              <a:t>HTTP</a:t>
            </a: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协议的数据传输方式</a:t>
            </a:r>
            <a:endParaRPr lang="zh-CN" altLang="en-US" sz="135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4712335" y="322199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4846291" y="3083366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</a:rPr>
              <a:t>允许服务器在完全生成响应前开始逐步发送数据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28" name="任意多边形 27"/>
          <p:cNvSpPr/>
          <p:nvPr>
            <p:custDataLst>
              <p:tags r:id="rId30"/>
            </p:custDataLst>
          </p:nvPr>
        </p:nvSpPr>
        <p:spPr>
          <a:xfrm>
            <a:off x="4712335" y="39827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4846291" y="3843947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逐步取代</a:t>
            </a:r>
            <a:r>
              <a:rPr lang="en-US" altLang="zh-CN" sz="1350">
                <a:solidFill>
                  <a:srgbClr val="FFFFFF"/>
                </a:solidFill>
                <a:cs typeface="汉仪古隶简" charset="0"/>
              </a:rPr>
              <a:t>HTTP+SSE</a:t>
            </a: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传输通道（</a:t>
            </a:r>
            <a:r>
              <a:rPr lang="en-US" altLang="zh-CN" sz="1350">
                <a:solidFill>
                  <a:srgbClr val="FFFFFF"/>
                </a:solidFill>
                <a:cs typeface="汉仪古隶简" charset="0"/>
              </a:rPr>
              <a:t>2025-06-18</a:t>
            </a: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版）</a:t>
            </a:r>
            <a:endParaRPr lang="zh-CN" altLang="en-US" sz="135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30" name="任意多边形 29"/>
          <p:cNvSpPr/>
          <p:nvPr>
            <p:custDataLst>
              <p:tags r:id="rId32"/>
            </p:custDataLst>
          </p:nvPr>
        </p:nvSpPr>
        <p:spPr>
          <a:xfrm>
            <a:off x="4712335" y="474345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4846291" y="4604538"/>
            <a:ext cx="31603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FFFFFF"/>
                </a:solidFill>
                <a:cs typeface="汉仪古隶简" charset="0"/>
              </a:rPr>
              <a:t>MCP Server</a:t>
            </a:r>
            <a:r>
              <a:rPr lang="zh-CN" sz="1350">
                <a:solidFill>
                  <a:srgbClr val="FFFFFF"/>
                </a:solidFill>
                <a:cs typeface="汉仪古隶简" charset="0"/>
              </a:rPr>
              <a:t>作为独立进程运行，可处理多个客户端连接</a:t>
            </a:r>
            <a:endParaRPr lang="zh-CN" sz="135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34"/>
            </p:custDataLst>
          </p:nvPr>
        </p:nvSpPr>
        <p:spPr>
          <a:xfrm>
            <a:off x="4712335" y="55041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4846291" y="5365118"/>
            <a:ext cx="233109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 spc="-60">
                <a:solidFill>
                  <a:srgbClr val="FFFFFF"/>
                </a:solidFill>
                <a:cs typeface="汉仪古隶简" charset="0"/>
              </a:rPr>
              <a:t>使用</a:t>
            </a:r>
            <a:r>
              <a:rPr lang="en-US" altLang="zh-CN" sz="1350" spc="-60">
                <a:solidFill>
                  <a:srgbClr val="FFFFFF"/>
                </a:solidFill>
                <a:cs typeface="汉仪古隶简" charset="0"/>
              </a:rPr>
              <a:t>HTTP POST</a:t>
            </a:r>
            <a:r>
              <a:rPr lang="zh-CN" altLang="en-US" sz="1350" spc="-60">
                <a:solidFill>
                  <a:srgbClr val="FFFFFF"/>
                </a:solidFill>
                <a:cs typeface="汉仪古隶简" charset="0"/>
              </a:rPr>
              <a:t>和</a:t>
            </a:r>
            <a:r>
              <a:rPr lang="en-US" altLang="zh-CN" sz="1350" spc="-60">
                <a:solidFill>
                  <a:srgbClr val="FFFFFF"/>
                </a:solidFill>
                <a:cs typeface="汉仪古隶简" charset="0"/>
              </a:rPr>
              <a:t>GET</a:t>
            </a:r>
            <a:r>
              <a:rPr lang="zh-CN" altLang="en-US" sz="1350" spc="-60">
                <a:solidFill>
                  <a:srgbClr val="FFFFFF"/>
                </a:solidFill>
                <a:cs typeface="汉仪古隶简" charset="0"/>
              </a:rPr>
              <a:t>请求</a:t>
            </a:r>
            <a:endParaRPr lang="zh-CN" altLang="en-US" sz="1350" spc="-6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34" name="任意多边形 33"/>
          <p:cNvSpPr/>
          <p:nvPr>
            <p:custDataLst>
              <p:tags r:id="rId36"/>
            </p:custDataLst>
          </p:nvPr>
        </p:nvSpPr>
        <p:spPr>
          <a:xfrm>
            <a:off x="4712335" y="59899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4846291" y="5851417"/>
            <a:ext cx="291383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可选择使用</a:t>
            </a:r>
            <a:r>
              <a:rPr lang="en-US" altLang="zh-CN" sz="1350">
                <a:solidFill>
                  <a:srgbClr val="FFFFFF"/>
                </a:solidFill>
                <a:cs typeface="汉仪古隶简" charset="0"/>
              </a:rPr>
              <a:t>SSE</a:t>
            </a:r>
            <a:r>
              <a:rPr lang="zh-CN" altLang="en-US" sz="1350">
                <a:solidFill>
                  <a:srgbClr val="FFFFFF"/>
                </a:solidFill>
                <a:cs typeface="汉仪古隶简" charset="0"/>
              </a:rPr>
              <a:t>传输多条服务器消息</a:t>
            </a:r>
            <a:endParaRPr lang="zh-CN" altLang="en-US" sz="1350">
              <a:solidFill>
                <a:srgbClr val="FFFFFF"/>
              </a:solidFill>
              <a:cs typeface="汉仪古隶简" charset="0"/>
            </a:endParaRPr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845883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390 w 4970"/>
              <a:gd name="p0y0" fmla="*/ 0 h 8445"/>
              <a:gd name="p0x1" fmla="*/ 4580 w 4970"/>
              <a:gd name="p0y1" fmla="*/ 0 h 8445"/>
              <a:gd name="p0x2" fmla="*/ 4796 w 4970"/>
              <a:gd name="p0y2" fmla="*/ 0 h 8445"/>
              <a:gd name="p0x3" fmla="*/ 4970 w 4970"/>
              <a:gd name="p0y3" fmla="*/ 174 h 8445"/>
              <a:gd name="p0x4" fmla="*/ 4970 w 4970"/>
              <a:gd name="p0y4" fmla="*/ 390 h 8445"/>
              <a:gd name="p0x5" fmla="*/ 4970 w 4970"/>
              <a:gd name="p0y5" fmla="*/ 8055 h 8445"/>
              <a:gd name="p0x6" fmla="*/ 4970 w 4970"/>
              <a:gd name="p0y6" fmla="*/ 8270 h 8445"/>
              <a:gd name="p0x7" fmla="*/ 4796 w 4970"/>
              <a:gd name="p0y7" fmla="*/ 8445 h 8445"/>
              <a:gd name="p0x8" fmla="*/ 4580 w 4970"/>
              <a:gd name="p0y8" fmla="*/ 8445 h 8445"/>
              <a:gd name="p0x9" fmla="*/ 390 w 4970"/>
              <a:gd name="p0y9" fmla="*/ 8445 h 8445"/>
              <a:gd name="p0x10" fmla="*/ 174 w 4970"/>
              <a:gd name="p0y10" fmla="*/ 8445 h 8445"/>
              <a:gd name="p0x11" fmla="*/ 0 w 4970"/>
              <a:gd name="p0y11" fmla="*/ 8270 h 8445"/>
              <a:gd name="p0x12" fmla="*/ 0 w 4970"/>
              <a:gd name="p0y12" fmla="*/ 8055 h 8445"/>
              <a:gd name="p0x13" fmla="*/ 0 w 4970"/>
              <a:gd name="p0y13" fmla="*/ 390 h 8445"/>
              <a:gd name="p0x14" fmla="*/ 0 w 4970"/>
              <a:gd name="p0y14" fmla="*/ 174 h 8445"/>
              <a:gd name="p0x15" fmla="*/ 174 w 4970"/>
              <a:gd name="p0y15" fmla="*/ 0 h 8445"/>
              <a:gd name="p0x16" fmla="*/ 39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DE8E6"/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9"/>
            </p:custDataLst>
          </p:nvPr>
        </p:nvSpPr>
        <p:spPr>
          <a:xfrm>
            <a:off x="865378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739505" y="1385570"/>
            <a:ext cx="247650" cy="252730"/>
          </a:xfrm>
          <a:prstGeom prst="rect">
            <a:avLst/>
          </a:prstGeom>
        </p:spPr>
      </p:pic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9187180" y="1376045"/>
            <a:ext cx="1002030" cy="276225"/>
          </a:xfrm>
          <a:custGeom>
            <a:avLst/>
            <a:gdLst>
              <a:gd name="sw" fmla="*/ 1 w 1577"/>
              <a:gd name="sh" fmla="*/ 1 h 435"/>
              <a:gd name="mins" fmla="min sw sh"/>
              <a:gd name="dsw" fmla="+- 0 sw mins"/>
              <a:gd name="dsh" fmla="+- 0 sh mins"/>
              <a:gd name="p0x0" fmla="*/ 150 w 1577"/>
              <a:gd name="p0y0" fmla="*/ 0 h 435"/>
              <a:gd name="p0x1" fmla="*/ 1427 w 1577"/>
              <a:gd name="p0y1" fmla="*/ 0 h 435"/>
              <a:gd name="p0x2" fmla="*/ 1509 w 1577"/>
              <a:gd name="p0y2" fmla="*/ 0 h 435"/>
              <a:gd name="p0x3" fmla="*/ 1577 w 1577"/>
              <a:gd name="p0y3" fmla="*/ 67 h 435"/>
              <a:gd name="p0x4" fmla="*/ 1577 w 1577"/>
              <a:gd name="p0y4" fmla="*/ 150 h 435"/>
              <a:gd name="p0x5" fmla="*/ 1577 w 1577"/>
              <a:gd name="p0y5" fmla="*/ 285 h 435"/>
              <a:gd name="p0x6" fmla="*/ 1577 w 1577"/>
              <a:gd name="p0y6" fmla="*/ 367 h 435"/>
              <a:gd name="p0x7" fmla="*/ 1509 w 1577"/>
              <a:gd name="p0y7" fmla="*/ 435 h 435"/>
              <a:gd name="p0x8" fmla="*/ 1427 w 1577"/>
              <a:gd name="p0y8" fmla="*/ 435 h 435"/>
              <a:gd name="p0x9" fmla="*/ 150 w 1577"/>
              <a:gd name="p0y9" fmla="*/ 435 h 435"/>
              <a:gd name="p0x10" fmla="*/ 67 w 1577"/>
              <a:gd name="p0y10" fmla="*/ 435 h 435"/>
              <a:gd name="p0x11" fmla="*/ 0 w 1577"/>
              <a:gd name="p0y11" fmla="*/ 367 h 435"/>
              <a:gd name="p0x12" fmla="*/ 0 w 1577"/>
              <a:gd name="p0y12" fmla="*/ 285 h 435"/>
              <a:gd name="p0x13" fmla="*/ 0 w 1577"/>
              <a:gd name="p0y13" fmla="*/ 150 h 435"/>
              <a:gd name="p0x14" fmla="*/ 0 w 1577"/>
              <a:gd name="p0y14" fmla="*/ 67 h 435"/>
              <a:gd name="p0x15" fmla="*/ 67 w 1577"/>
              <a:gd name="p0y15" fmla="*/ 0 h 435"/>
              <a:gd name="p0x16" fmla="*/ 150 w 1577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DE3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9263958" y="1414463"/>
            <a:ext cx="100146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F3A11"/>
                </a:solidFill>
              </a:rPr>
              <a:t>Deprecated</a:t>
            </a:r>
            <a:endParaRPr sz="1200">
              <a:solidFill>
                <a:srgbClr val="4F3A11"/>
              </a:solidFill>
            </a:endParaRPr>
          </a:p>
        </p:txBody>
      </p:sp>
      <p:sp>
        <p:nvSpPr>
          <p:cNvPr id="41" name="文本框 40"/>
          <p:cNvSpPr txBox="1"/>
          <p:nvPr>
            <p:custDataLst>
              <p:tags r:id="rId45"/>
            </p:custDataLst>
          </p:nvPr>
        </p:nvSpPr>
        <p:spPr>
          <a:xfrm>
            <a:off x="8654358" y="1861185"/>
            <a:ext cx="276604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1F2423"/>
                </a:solidFill>
                <a:cs typeface="汉仪古隶简" charset="0"/>
              </a:rPr>
              <a:t>SSE</a:t>
            </a:r>
            <a:r>
              <a:rPr lang="zh-CN" b="1">
                <a:solidFill>
                  <a:srgbClr val="1F2423"/>
                </a:solidFill>
                <a:cs typeface="汉仪古隶简" charset="0"/>
              </a:rPr>
              <a:t>（已移除）</a:t>
            </a:r>
            <a:endParaRPr lang="zh-CN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8653780" y="39700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8787708" y="3831003"/>
            <a:ext cx="263269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1F2423"/>
                </a:solidFill>
                <a:cs typeface="汉仪古隶简" charset="0"/>
              </a:rPr>
              <a:t>MCP 2025-06-18</a:t>
            </a:r>
            <a:r>
              <a:rPr lang="zh-CN" sz="1350">
                <a:solidFill>
                  <a:srgbClr val="1F2423"/>
                </a:solidFill>
                <a:cs typeface="汉仪古隶简" charset="0"/>
              </a:rPr>
              <a:t>版标准中已移除</a:t>
            </a:r>
            <a:endParaRPr lang="zh-CN" sz="135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4" name="任意多边形 43"/>
          <p:cNvSpPr/>
          <p:nvPr>
            <p:custDataLst>
              <p:tags r:id="rId48"/>
            </p:custDataLst>
          </p:nvPr>
        </p:nvSpPr>
        <p:spPr>
          <a:xfrm>
            <a:off x="8653780" y="46323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9"/>
            </p:custDataLst>
          </p:nvPr>
        </p:nvSpPr>
        <p:spPr>
          <a:xfrm>
            <a:off x="8787708" y="4493876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F2423"/>
                </a:solidFill>
              </a:rPr>
              <a:t>技术层面保留以兼容旧版本</a:t>
            </a:r>
            <a:endParaRPr sz="1350">
              <a:solidFill>
                <a:srgbClr val="1F2423"/>
              </a:solidFill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基础协议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身份认证与进度机制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390 w 8475"/>
              <a:gd name="p0y0" fmla="*/ 0 h 8445"/>
              <a:gd name="p0x1" fmla="*/ 8085 w 8475"/>
              <a:gd name="p0y1" fmla="*/ 0 h 8445"/>
              <a:gd name="p0x2" fmla="*/ 8300 w 8475"/>
              <a:gd name="p0y2" fmla="*/ 0 h 8445"/>
              <a:gd name="p0x3" fmla="*/ 8475 w 8475"/>
              <a:gd name="p0y3" fmla="*/ 174 h 8445"/>
              <a:gd name="p0x4" fmla="*/ 8475 w 8475"/>
              <a:gd name="p0y4" fmla="*/ 390 h 8445"/>
              <a:gd name="p0x5" fmla="*/ 8475 w 8475"/>
              <a:gd name="p0y5" fmla="*/ 8055 h 8445"/>
              <a:gd name="p0x6" fmla="*/ 8475 w 8475"/>
              <a:gd name="p0y6" fmla="*/ 8270 h 8445"/>
              <a:gd name="p0x7" fmla="*/ 8300 w 8475"/>
              <a:gd name="p0y7" fmla="*/ 8445 h 8445"/>
              <a:gd name="p0x8" fmla="*/ 8085 w 8475"/>
              <a:gd name="p0y8" fmla="*/ 8445 h 8445"/>
              <a:gd name="p0x9" fmla="*/ 390 w 8475"/>
              <a:gd name="p0y9" fmla="*/ 8445 h 8445"/>
              <a:gd name="p0x10" fmla="*/ 174 w 8475"/>
              <a:gd name="p0y10" fmla="*/ 8445 h 8445"/>
              <a:gd name="p0x11" fmla="*/ 0 w 8475"/>
              <a:gd name="p0y11" fmla="*/ 8270 h 8445"/>
              <a:gd name="p0x12" fmla="*/ 0 w 8475"/>
              <a:gd name="p0y12" fmla="*/ 8055 h 8445"/>
              <a:gd name="p0x13" fmla="*/ 0 w 8475"/>
              <a:gd name="p0y13" fmla="*/ 390 h 8445"/>
              <a:gd name="p0x14" fmla="*/ 0 w 8475"/>
              <a:gd name="p0y14" fmla="*/ 174 h 8445"/>
              <a:gd name="p0x15" fmla="*/ 174 w 8475"/>
              <a:gd name="p0y15" fmla="*/ 0 h 8445"/>
              <a:gd name="p0x16" fmla="*/ 390 w 847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4193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57250" y="24999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446020"/>
            <a:ext cx="261796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327877"/>
                </a:solidFill>
                <a:cs typeface="汉仪古隶简" charset="0"/>
              </a:rPr>
              <a:t>OAuth 2.1</a:t>
            </a:r>
            <a:r>
              <a:rPr lang="zh-CN" sz="2100" b="1">
                <a:solidFill>
                  <a:srgbClr val="327877"/>
                </a:solidFill>
                <a:cs typeface="汉仪古隶简" charset="0"/>
              </a:rPr>
              <a:t>身份认证</a:t>
            </a:r>
            <a:endParaRPr lang="zh-CN" sz="2100" b="1">
              <a:solidFill>
                <a:srgbClr val="327877"/>
              </a:solidFill>
              <a:cs typeface="汉仪古隶简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0099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8675" y="3067050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52525" y="2976563"/>
            <a:ext cx="444229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sz="1500" b="1">
                <a:solidFill>
                  <a:srgbClr val="1F2423"/>
                </a:solidFill>
                <a:cs typeface="汉仪古隶简" charset="0"/>
              </a:rPr>
              <a:t>在传输层提供授权功能</a:t>
            </a:r>
            <a:r>
              <a:rPr sz="1500">
                <a:solidFill>
                  <a:srgbClr val="1F2423"/>
                </a:solidFill>
              </a:rPr>
              <a:t>，确保通信安全可控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34290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941" r="-2941"/>
          <a:stretch>
            <a:fillRect/>
          </a:stretch>
        </p:blipFill>
        <p:spPr>
          <a:xfrm>
            <a:off x="819150" y="3486150"/>
            <a:ext cx="17145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52525" y="3395663"/>
            <a:ext cx="46101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1F2423"/>
                </a:solidFill>
                <a:cs typeface="汉仪古隶简" charset="0"/>
              </a:rPr>
              <a:t>MCP Client</a:t>
            </a:r>
            <a:r>
              <a:rPr lang="zh-CN" sz="1500" b="1">
                <a:solidFill>
                  <a:srgbClr val="1F2423"/>
                </a:solidFill>
                <a:cs typeface="汉仪古隶简" charset="0"/>
              </a:rPr>
              <a:t>代表资源所有者</a:t>
            </a:r>
            <a:r>
              <a:rPr lang="zh-CN" sz="1500">
                <a:solidFill>
                  <a:srgbClr val="1F2423"/>
                </a:solidFill>
                <a:cs typeface="汉仪古隶简" charset="0"/>
              </a:rPr>
              <a:t>向服务范围受限的</a:t>
            </a:r>
            <a:r>
              <a:rPr lang="en-US" altLang="zh-CN" sz="1500">
                <a:solidFill>
                  <a:srgbClr val="1F2423"/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1F2423"/>
                </a:solidFill>
                <a:cs typeface="汉仪古隶简" charset="0"/>
              </a:rPr>
              <a:t>发出请求</a:t>
            </a:r>
            <a:endParaRPr lang="zh-CN" altLang="en-US" sz="150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1525" y="41529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28675" y="4210050"/>
            <a:ext cx="15240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152525" y="4119563"/>
            <a:ext cx="239427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简单处理</a:t>
            </a:r>
            <a:r>
              <a:rPr lang="zh-CN" sz="1500">
                <a:solidFill>
                  <a:srgbClr val="1F2423"/>
                </a:solidFill>
                <a:cs typeface="汉仪古隶简" charset="0"/>
              </a:rPr>
              <a:t>：</a:t>
            </a:r>
            <a:r>
              <a:rPr lang="en-US" altLang="zh-CN" sz="1500">
                <a:solidFill>
                  <a:srgbClr val="1F2423"/>
                </a:solidFill>
                <a:cs typeface="汉仪古隶简" charset="0"/>
              </a:rPr>
              <a:t>HTTP</a:t>
            </a:r>
            <a:r>
              <a:rPr lang="zh-CN" altLang="en-US" sz="1500">
                <a:solidFill>
                  <a:srgbClr val="1F2423"/>
                </a:solidFill>
                <a:cs typeface="汉仪古隶简" charset="0"/>
              </a:rPr>
              <a:t>请求头加</a:t>
            </a:r>
            <a:endParaRPr lang="zh-CN" altLang="en-US" sz="150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1152525" y="4176395"/>
            <a:ext cx="4534535" cy="542925"/>
          </a:xfrm>
          <a:custGeom>
            <a:avLst/>
            <a:gdLst>
              <a:gd name="sw" fmla="*/ 1 w 7141"/>
              <a:gd name="sh" fmla="*/ 1 h 855"/>
              <a:gd name="mins" fmla="min sw sh"/>
              <a:gd name="dsw" fmla="+- 0 sw mins"/>
              <a:gd name="dsh" fmla="+- 0 sh mins"/>
              <a:gd name="p0x0" fmla="*/ 150 w 7141"/>
              <a:gd name="p0y0" fmla="*/ 0 h 855"/>
              <a:gd name="p0x1" fmla="*/ 6991 w 7141"/>
              <a:gd name="p0y1" fmla="*/ 0 h 855"/>
              <a:gd name="p0x2" fmla="*/ 7074 w 7141"/>
              <a:gd name="p0y2" fmla="*/ 0 h 855"/>
              <a:gd name="p0x3" fmla="*/ 7141 w 7141"/>
              <a:gd name="p0y3" fmla="*/ 67 h 855"/>
              <a:gd name="p0x4" fmla="*/ 7141 w 7141"/>
              <a:gd name="p0y4" fmla="*/ 150 h 855"/>
              <a:gd name="p0x5" fmla="*/ 7141 w 7141"/>
              <a:gd name="p0y5" fmla="*/ 705 h 855"/>
              <a:gd name="p0x6" fmla="*/ 7141 w 7141"/>
              <a:gd name="p0y6" fmla="*/ 787 h 855"/>
              <a:gd name="p0x7" fmla="*/ 7074 w 7141"/>
              <a:gd name="p0y7" fmla="*/ 855 h 855"/>
              <a:gd name="p0x8" fmla="*/ 6991 w 7141"/>
              <a:gd name="p0y8" fmla="*/ 855 h 855"/>
              <a:gd name="p0x9" fmla="*/ 150 w 7141"/>
              <a:gd name="p0y9" fmla="*/ 855 h 855"/>
              <a:gd name="p0x10" fmla="*/ 67 w 7141"/>
              <a:gd name="p0y10" fmla="*/ 855 h 855"/>
              <a:gd name="p0x11" fmla="*/ 0 w 7141"/>
              <a:gd name="p0y11" fmla="*/ 787 h 855"/>
              <a:gd name="p0x12" fmla="*/ 0 w 7141"/>
              <a:gd name="p0y12" fmla="*/ 705 h 855"/>
              <a:gd name="p0x13" fmla="*/ 0 w 7141"/>
              <a:gd name="p0y13" fmla="*/ 150 h 855"/>
              <a:gd name="p0x14" fmla="*/ 0 w 7141"/>
              <a:gd name="p0y14" fmla="*/ 67 h 855"/>
              <a:gd name="p0x15" fmla="*/ 67 w 7141"/>
              <a:gd name="p0y15" fmla="*/ 0 h 855"/>
              <a:gd name="p0x16" fmla="*/ 150 w 7141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152525" y="4165283"/>
            <a:ext cx="4535091" cy="5657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2280285" algn="l">
              <a:lnSpc>
                <a:spcPct val="133000"/>
              </a:lnSpc>
            </a:pPr>
            <a:r>
              <a:rPr sz="1200">
                <a:solidFill>
                  <a:srgbClr val="1B4645"/>
                </a:solidFill>
                <a:ea typeface="微软雅黑" panose="020B0503020204020204" charset="-122"/>
              </a:rPr>
              <a:t>Authorization: Bearer &lt;access-token&gt;</a:t>
            </a:r>
            <a:endParaRPr sz="1200">
              <a:solidFill>
                <a:srgbClr val="1B4645"/>
              </a:solidFill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5"/>
            </p:custDataLst>
          </p:nvPr>
        </p:nvSpPr>
        <p:spPr>
          <a:xfrm>
            <a:off x="771525" y="4876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4545" t="-7143" r="-4545" b="-7143"/>
          <a:stretch>
            <a:fillRect/>
          </a:stretch>
        </p:blipFill>
        <p:spPr>
          <a:xfrm>
            <a:off x="847725" y="4933950"/>
            <a:ext cx="114300" cy="1524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9"/>
            </p:custDataLst>
          </p:nvPr>
        </p:nvSpPr>
        <p:spPr>
          <a:xfrm>
            <a:off x="1152525" y="4843463"/>
            <a:ext cx="471167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验证方式</a:t>
            </a:r>
            <a:r>
              <a:rPr lang="zh-CN" sz="1500">
                <a:solidFill>
                  <a:srgbClr val="1F2423"/>
                </a:solidFill>
                <a:cs typeface="汉仪古隶简" charset="0"/>
              </a:rPr>
              <a:t>：授权服务器验证或</a:t>
            </a:r>
            <a:r>
              <a:rPr lang="en-US" altLang="zh-CN" sz="1500">
                <a:solidFill>
                  <a:srgbClr val="1F2423"/>
                </a:solidFill>
                <a:cs typeface="汉仪古隶简" charset="0"/>
              </a:rPr>
              <a:t>MCP Server</a:t>
            </a:r>
            <a:r>
              <a:rPr lang="zh-CN" altLang="en-US" sz="1500">
                <a:solidFill>
                  <a:srgbClr val="1F2423"/>
                </a:solidFill>
                <a:cs typeface="汉仪古隶简" charset="0"/>
              </a:rPr>
              <a:t>自行校验</a:t>
            </a:r>
            <a:endParaRPr lang="zh-CN" altLang="en-US" sz="1500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6233795" y="1109345"/>
            <a:ext cx="5381625" cy="3676650"/>
          </a:xfrm>
          <a:custGeom>
            <a:avLst/>
            <a:gdLst>
              <a:gd name="sw" fmla="*/ 1 w 8475"/>
              <a:gd name="sh" fmla="*/ 1 h 5790"/>
              <a:gd name="mins" fmla="min sw sh"/>
              <a:gd name="dsw" fmla="+- 0 sw mins"/>
              <a:gd name="dsh" fmla="+- 0 sh mins"/>
              <a:gd name="p0x0" fmla="*/ 390 w 8475"/>
              <a:gd name="p0y0" fmla="*/ 0 h 5790"/>
              <a:gd name="p0x1" fmla="*/ 8085 w 8475"/>
              <a:gd name="p0y1" fmla="*/ 0 h 5790"/>
              <a:gd name="p0x2" fmla="*/ 8300 w 8475"/>
              <a:gd name="p0y2" fmla="*/ 0 h 5790"/>
              <a:gd name="p0x3" fmla="*/ 8475 w 8475"/>
              <a:gd name="p0y3" fmla="*/ 174 h 5790"/>
              <a:gd name="p0x4" fmla="*/ 8475 w 8475"/>
              <a:gd name="p0y4" fmla="*/ 390 h 5790"/>
              <a:gd name="p0x5" fmla="*/ 8475 w 8475"/>
              <a:gd name="p0y5" fmla="*/ 5400 h 5790"/>
              <a:gd name="p0x6" fmla="*/ 8475 w 8475"/>
              <a:gd name="p0y6" fmla="*/ 5615 h 5790"/>
              <a:gd name="p0x7" fmla="*/ 8300 w 8475"/>
              <a:gd name="p0y7" fmla="*/ 5790 h 5790"/>
              <a:gd name="p0x8" fmla="*/ 8085 w 8475"/>
              <a:gd name="p0y8" fmla="*/ 5790 h 5790"/>
              <a:gd name="p0x9" fmla="*/ 390 w 8475"/>
              <a:gd name="p0y9" fmla="*/ 5790 h 5790"/>
              <a:gd name="p0x10" fmla="*/ 174 w 8475"/>
              <a:gd name="p0y10" fmla="*/ 5790 h 5790"/>
              <a:gd name="p0x11" fmla="*/ 0 w 8475"/>
              <a:gd name="p0y11" fmla="*/ 5615 h 5790"/>
              <a:gd name="p0x12" fmla="*/ 0 w 8475"/>
              <a:gd name="p0y12" fmla="*/ 5400 h 5790"/>
              <a:gd name="p0x13" fmla="*/ 0 w 8475"/>
              <a:gd name="p0y13" fmla="*/ 390 h 5790"/>
              <a:gd name="p0x14" fmla="*/ 0 w 8475"/>
              <a:gd name="p0y14" fmla="*/ 174 h 5790"/>
              <a:gd name="p0x15" fmla="*/ 174 w 8475"/>
              <a:gd name="p0y15" fmla="*/ 0 h 5790"/>
              <a:gd name="p0x16" fmla="*/ 390 w 8475"/>
              <a:gd name="p0y16" fmla="*/ 0 h 57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6429375" y="19380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273" t="-10152" r="-2273" b="-10152"/>
          <a:stretch>
            <a:fillRect/>
          </a:stretch>
        </p:blipFill>
        <p:spPr>
          <a:xfrm>
            <a:off x="6529070" y="2019300"/>
            <a:ext cx="219075" cy="2520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6962775" y="1965008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27877"/>
                </a:solidFill>
              </a:rPr>
              <a:t>进度跟踪机制</a:t>
            </a:r>
            <a:endParaRPr sz="2100" b="1">
              <a:solidFill>
                <a:srgbClr val="327877"/>
              </a:solidFill>
            </a:endParaRPr>
          </a:p>
        </p:txBody>
      </p:sp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6429375" y="25285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6496050" y="2585720"/>
            <a:ext cx="13335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40"/>
            </p:custDataLst>
          </p:nvPr>
        </p:nvSpPr>
        <p:spPr>
          <a:xfrm>
            <a:off x="6810375" y="2495550"/>
            <a:ext cx="46101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1F2423"/>
                </a:solidFill>
                <a:cs typeface="汉仪古隶简" charset="0"/>
              </a:rPr>
              <a:t>MCP</a:t>
            </a:r>
            <a:r>
              <a:rPr lang="zh-CN" sz="1500" b="1">
                <a:solidFill>
                  <a:srgbClr val="1F2423"/>
                </a:solidFill>
                <a:cs typeface="汉仪古隶简" charset="0"/>
              </a:rPr>
              <a:t>支持通过通知消息</a:t>
            </a:r>
            <a:r>
              <a:rPr sz="1500">
                <a:solidFill>
                  <a:srgbClr val="1F2423"/>
                </a:solidFill>
              </a:rPr>
              <a:t>对长时间运行操作进行可选进度跟踪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29" name="任意多边形 28"/>
          <p:cNvSpPr/>
          <p:nvPr>
            <p:custDataLst>
              <p:tags r:id="rId41"/>
            </p:custDataLst>
          </p:nvPr>
        </p:nvSpPr>
        <p:spPr>
          <a:xfrm>
            <a:off x="6429375" y="3252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t="-50000" b="-50000"/>
          <a:stretch>
            <a:fillRect/>
          </a:stretch>
        </p:blipFill>
        <p:spPr>
          <a:xfrm>
            <a:off x="6477000" y="3309620"/>
            <a:ext cx="17145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5"/>
            </p:custDataLst>
          </p:nvPr>
        </p:nvSpPr>
        <p:spPr>
          <a:xfrm>
            <a:off x="6810375" y="3219450"/>
            <a:ext cx="496178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b="1">
                <a:solidFill>
                  <a:srgbClr val="1F2423"/>
                </a:solidFill>
                <a:cs typeface="汉仪古隶简" charset="0"/>
              </a:rPr>
              <a:t>MCP Client</a:t>
            </a:r>
            <a:r>
              <a:rPr lang="zh-CN" altLang="en-US" sz="1500" b="1">
                <a:solidFill>
                  <a:srgbClr val="1F2423"/>
                </a:solidFill>
                <a:cs typeface="汉仪古隶简" charset="0"/>
              </a:rPr>
              <a:t>和</a:t>
            </a:r>
            <a:r>
              <a:rPr lang="en-US" altLang="zh-CN" sz="1500" b="1">
                <a:solidFill>
                  <a:srgbClr val="1F2423"/>
                </a:solidFill>
                <a:cs typeface="汉仪古隶简" charset="0"/>
              </a:rPr>
              <a:t>MCP Server</a:t>
            </a:r>
            <a:r>
              <a:rPr lang="zh-CN" altLang="en-US" sz="1500" b="1">
                <a:solidFill>
                  <a:srgbClr val="1F2423"/>
                </a:solidFill>
                <a:cs typeface="汉仪古隶简" charset="0"/>
              </a:rPr>
              <a:t>任何一方都可发送</a:t>
            </a:r>
            <a:r>
              <a:rPr sz="1500">
                <a:solidFill>
                  <a:srgbClr val="1F2423"/>
                </a:solidFill>
              </a:rPr>
              <a:t>进度通知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32" name="任意多边形 31"/>
          <p:cNvSpPr/>
          <p:nvPr>
            <p:custDataLst>
              <p:tags r:id="rId46"/>
            </p:custDataLst>
          </p:nvPr>
        </p:nvSpPr>
        <p:spPr>
          <a:xfrm>
            <a:off x="6429375" y="36715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6486525" y="3728720"/>
            <a:ext cx="15240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50"/>
            </p:custDataLst>
          </p:nvPr>
        </p:nvSpPr>
        <p:spPr>
          <a:xfrm>
            <a:off x="6810375" y="3638550"/>
            <a:ext cx="3429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2423"/>
                </a:solidFill>
              </a:rPr>
              <a:t>提供操作状态更新</a:t>
            </a:r>
            <a:r>
              <a:rPr sz="1500">
                <a:solidFill>
                  <a:srgbClr val="1F2423"/>
                </a:solidFill>
              </a:rPr>
              <a:t>，实时反馈执行进展</a:t>
            </a:r>
            <a:endParaRPr sz="1500">
              <a:solidFill>
                <a:srgbClr val="1F2423"/>
              </a:solidFill>
            </a:endParaRPr>
          </a:p>
        </p:txBody>
      </p:sp>
      <p:sp>
        <p:nvSpPr>
          <p:cNvPr id="35" name="任意多边形 34"/>
          <p:cNvSpPr/>
          <p:nvPr>
            <p:custDataLst>
              <p:tags r:id="rId51"/>
            </p:custDataLst>
          </p:nvPr>
        </p:nvSpPr>
        <p:spPr>
          <a:xfrm>
            <a:off x="6233795" y="4986020"/>
            <a:ext cx="5381625" cy="1485900"/>
          </a:xfrm>
          <a:custGeom>
            <a:avLst/>
            <a:gdLst>
              <a:gd name="sw" fmla="*/ 1 w 8475"/>
              <a:gd name="sh" fmla="*/ 1 h 2340"/>
              <a:gd name="mins" fmla="min sw sh"/>
              <a:gd name="dsw" fmla="+- 0 sw mins"/>
              <a:gd name="dsh" fmla="+- 0 sh mins"/>
              <a:gd name="p0x0" fmla="*/ 390 w 8475"/>
              <a:gd name="p0y0" fmla="*/ 0 h 2340"/>
              <a:gd name="p0x1" fmla="*/ 8085 w 8475"/>
              <a:gd name="p0y1" fmla="*/ 0 h 2340"/>
              <a:gd name="p0x2" fmla="*/ 8300 w 8475"/>
              <a:gd name="p0y2" fmla="*/ 0 h 2340"/>
              <a:gd name="p0x3" fmla="*/ 8475 w 8475"/>
              <a:gd name="p0y3" fmla="*/ 174 h 2340"/>
              <a:gd name="p0x4" fmla="*/ 8475 w 8475"/>
              <a:gd name="p0y4" fmla="*/ 390 h 2340"/>
              <a:gd name="p0x5" fmla="*/ 8475 w 8475"/>
              <a:gd name="p0y5" fmla="*/ 1950 h 2340"/>
              <a:gd name="p0x6" fmla="*/ 8475 w 8475"/>
              <a:gd name="p0y6" fmla="*/ 2165 h 2340"/>
              <a:gd name="p0x7" fmla="*/ 8300 w 8475"/>
              <a:gd name="p0y7" fmla="*/ 2340 h 2340"/>
              <a:gd name="p0x8" fmla="*/ 8085 w 8475"/>
              <a:gd name="p0y8" fmla="*/ 2340 h 2340"/>
              <a:gd name="p0x9" fmla="*/ 390 w 8475"/>
              <a:gd name="p0y9" fmla="*/ 2340 h 2340"/>
              <a:gd name="p0x10" fmla="*/ 174 w 8475"/>
              <a:gd name="p0y10" fmla="*/ 2340 h 2340"/>
              <a:gd name="p0x11" fmla="*/ 0 w 8475"/>
              <a:gd name="p0y11" fmla="*/ 2165 h 2340"/>
              <a:gd name="p0x12" fmla="*/ 0 w 8475"/>
              <a:gd name="p0y12" fmla="*/ 1950 h 2340"/>
              <a:gd name="p0x13" fmla="*/ 0 w 8475"/>
              <a:gd name="p0y13" fmla="*/ 390 h 2340"/>
              <a:gd name="p0x14" fmla="*/ 0 w 8475"/>
              <a:gd name="p0y14" fmla="*/ 174 h 2340"/>
              <a:gd name="p0x15" fmla="*/ 174 w 8475"/>
              <a:gd name="p0y15" fmla="*/ 0 h 2340"/>
              <a:gd name="p0x16" fmla="*/ 390 w 847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DE3C8"/>
          </a:solidFill>
          <a:ln w="9525" cmpd="sng">
            <a:solidFill>
              <a:srgbClr val="AF8230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52"/>
            </p:custDataLst>
          </p:nvPr>
        </p:nvSpPr>
        <p:spPr>
          <a:xfrm>
            <a:off x="6429375" y="51955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t="-4545" b="-4545"/>
          <a:stretch>
            <a:fillRect/>
          </a:stretch>
        </p:blipFill>
        <p:spPr>
          <a:xfrm>
            <a:off x="6486525" y="5252720"/>
            <a:ext cx="228600" cy="2286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6"/>
            </p:custDataLst>
          </p:nvPr>
        </p:nvSpPr>
        <p:spPr>
          <a:xfrm>
            <a:off x="6886575" y="5209222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4F3A11"/>
                </a:solidFill>
              </a:rPr>
              <a:t>注意事项</a:t>
            </a:r>
            <a:endParaRPr b="1">
              <a:solidFill>
                <a:srgbClr val="4F3A11"/>
              </a:solidFill>
            </a:endParaRPr>
          </a:p>
        </p:txBody>
      </p:sp>
      <p:sp>
        <p:nvSpPr>
          <p:cNvPr id="39" name="文本框 38"/>
          <p:cNvSpPr txBox="1"/>
          <p:nvPr>
            <p:custDataLst>
              <p:tags r:id="rId57"/>
            </p:custDataLst>
          </p:nvPr>
        </p:nvSpPr>
        <p:spPr>
          <a:xfrm>
            <a:off x="6429375" y="5638800"/>
            <a:ext cx="49911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F3A11"/>
                </a:solidFill>
              </a:rPr>
              <a:t>进度通知消息需在交互完成前主动停止</a:t>
            </a:r>
            <a:r>
              <a:rPr sz="1500">
                <a:solidFill>
                  <a:srgbClr val="4F3A11"/>
                </a:solidFill>
              </a:rPr>
              <a:t>，防止不必要的消息传送</a:t>
            </a:r>
            <a:endParaRPr sz="1500">
              <a:solidFill>
                <a:srgbClr val="4F3A11"/>
              </a:solidFill>
            </a:endParaRPr>
          </a:p>
        </p:txBody>
      </p:sp>
    </p:spTree>
    <p:custDataLst>
      <p:tags r:id="rId58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F2423"/>
                </a:solidFill>
                <a:cs typeface="汉仪古隶简" charset="0"/>
              </a:rPr>
              <a:t>2.3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基础协议</a:t>
            </a:r>
            <a:r>
              <a:rPr lang="en-US" altLang="zh-CN" sz="3000" b="1">
                <a:solidFill>
                  <a:srgbClr val="1F2423"/>
                </a:solidFill>
                <a:cs typeface="汉仪古隶简" charset="0"/>
              </a:rPr>
              <a:t> - </a:t>
            </a:r>
            <a:r>
              <a:rPr lang="zh-CN" altLang="en-US" sz="3000" b="1">
                <a:solidFill>
                  <a:srgbClr val="1F2423"/>
                </a:solidFill>
                <a:cs typeface="汉仪古隶简" charset="0"/>
              </a:rPr>
              <a:t>日志</a:t>
            </a:r>
            <a:endParaRPr lang="zh-CN" altLang="en-US" sz="3000" b="1">
              <a:solidFill>
                <a:srgbClr val="1F2423"/>
              </a:solidFill>
              <a:cs typeface="汉仪古隶简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46475" cy="5362575"/>
          </a:xfrm>
          <a:custGeom>
            <a:avLst/>
            <a:gdLst>
              <a:gd name="sw" fmla="*/ 1 w 5585"/>
              <a:gd name="sh" fmla="*/ 1 h 8445"/>
              <a:gd name="mins" fmla="min sw sh"/>
              <a:gd name="dsw" fmla="+- 0 sw mins"/>
              <a:gd name="dsh" fmla="+- 0 sh mins"/>
              <a:gd name="p0x0" fmla="*/ 390 w 5585"/>
              <a:gd name="p0y0" fmla="*/ 0 h 8445"/>
              <a:gd name="p0x1" fmla="*/ 5195 w 5585"/>
              <a:gd name="p0y1" fmla="*/ 0 h 8445"/>
              <a:gd name="p0x2" fmla="*/ 5410 w 5585"/>
              <a:gd name="p0y2" fmla="*/ 0 h 8445"/>
              <a:gd name="p0x3" fmla="*/ 5585 w 5585"/>
              <a:gd name="p0y3" fmla="*/ 174 h 8445"/>
              <a:gd name="p0x4" fmla="*/ 5585 w 5585"/>
              <a:gd name="p0y4" fmla="*/ 390 h 8445"/>
              <a:gd name="p0x5" fmla="*/ 5585 w 5585"/>
              <a:gd name="p0y5" fmla="*/ 8055 h 8445"/>
              <a:gd name="p0x6" fmla="*/ 5585 w 5585"/>
              <a:gd name="p0y6" fmla="*/ 8270 h 8445"/>
              <a:gd name="p0x7" fmla="*/ 5410 w 5585"/>
              <a:gd name="p0y7" fmla="*/ 8445 h 8445"/>
              <a:gd name="p0x8" fmla="*/ 5195 w 5585"/>
              <a:gd name="p0y8" fmla="*/ 8445 h 8445"/>
              <a:gd name="p0x9" fmla="*/ 390 w 5585"/>
              <a:gd name="p0y9" fmla="*/ 8445 h 8445"/>
              <a:gd name="p0x10" fmla="*/ 174 w 5585"/>
              <a:gd name="p0y10" fmla="*/ 8445 h 8445"/>
              <a:gd name="p0x11" fmla="*/ 0 w 5585"/>
              <a:gd name="p0y11" fmla="*/ 8270 h 8445"/>
              <a:gd name="p0x12" fmla="*/ 0 w 5585"/>
              <a:gd name="p0y12" fmla="*/ 8055 h 8445"/>
              <a:gd name="p0x13" fmla="*/ 0 w 5585"/>
              <a:gd name="p0y13" fmla="*/ 390 h 8445"/>
              <a:gd name="p0x14" fmla="*/ 0 w 5585"/>
              <a:gd name="p0y14" fmla="*/ 174 h 8445"/>
              <a:gd name="p0x15" fmla="*/ 174 w 5585"/>
              <a:gd name="p0y15" fmla="*/ 0 h 8445"/>
              <a:gd name="p0x16" fmla="*/ 390 w 55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887730" y="1385570"/>
            <a:ext cx="18605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71525" y="1823085"/>
            <a:ext cx="31559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标准化日志消息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2621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-30">
                <a:solidFill>
                  <a:srgbClr val="4B5553"/>
                </a:solidFill>
                <a:cs typeface="汉仪古隶简" charset="0"/>
              </a:rPr>
              <a:t>MCP</a:t>
            </a:r>
            <a:r>
              <a:rPr lang="zh-CN" altLang="en-US" sz="1500" spc="-30">
                <a:solidFill>
                  <a:srgbClr val="4B5553"/>
                </a:solidFill>
                <a:cs typeface="汉仪古隶简" charset="0"/>
              </a:rPr>
              <a:t>为</a:t>
            </a:r>
            <a:r>
              <a:rPr lang="en-US" altLang="zh-CN" sz="1500" spc="-30">
                <a:solidFill>
                  <a:srgbClr val="4B5553"/>
                </a:solidFill>
                <a:cs typeface="汉仪古隶简" charset="0"/>
              </a:rPr>
              <a:t>MCP Server</a:t>
            </a:r>
            <a:r>
              <a:rPr lang="zh-CN" altLang="en-US" sz="1500" spc="-30">
                <a:solidFill>
                  <a:srgbClr val="4B5553"/>
                </a:solidFill>
                <a:cs typeface="汉仪古隶简" charset="0"/>
              </a:rPr>
              <a:t>向</a:t>
            </a:r>
            <a:r>
              <a:rPr lang="en-US" altLang="zh-CN" sz="1500" spc="-3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altLang="en-US" sz="1500" spc="-30">
                <a:solidFill>
                  <a:srgbClr val="4B5553"/>
                </a:solidFill>
                <a:cs typeface="汉仪古隶简" charset="0"/>
              </a:rPr>
              <a:t>发送结构化日志消息提供标准化方式</a:t>
            </a:r>
            <a:endParaRPr lang="zh-CN" altLang="en-US" sz="1500" spc="-3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322445" y="1109345"/>
            <a:ext cx="3546475" cy="5362575"/>
          </a:xfrm>
          <a:custGeom>
            <a:avLst/>
            <a:gdLst>
              <a:gd name="sw" fmla="*/ 1 w 5585"/>
              <a:gd name="sh" fmla="*/ 1 h 8445"/>
              <a:gd name="mins" fmla="min sw sh"/>
              <a:gd name="dsw" fmla="+- 0 sw mins"/>
              <a:gd name="dsh" fmla="+- 0 sh mins"/>
              <a:gd name="p0x0" fmla="*/ 390 w 5585"/>
              <a:gd name="p0y0" fmla="*/ 0 h 8445"/>
              <a:gd name="p0x1" fmla="*/ 5195 w 5585"/>
              <a:gd name="p0y1" fmla="*/ 0 h 8445"/>
              <a:gd name="p0x2" fmla="*/ 5410 w 5585"/>
              <a:gd name="p0y2" fmla="*/ 0 h 8445"/>
              <a:gd name="p0x3" fmla="*/ 5585 w 5585"/>
              <a:gd name="p0y3" fmla="*/ 174 h 8445"/>
              <a:gd name="p0x4" fmla="*/ 5585 w 5585"/>
              <a:gd name="p0y4" fmla="*/ 390 h 8445"/>
              <a:gd name="p0x5" fmla="*/ 5585 w 5585"/>
              <a:gd name="p0y5" fmla="*/ 8055 h 8445"/>
              <a:gd name="p0x6" fmla="*/ 5585 w 5585"/>
              <a:gd name="p0y6" fmla="*/ 8270 h 8445"/>
              <a:gd name="p0x7" fmla="*/ 5410 w 5585"/>
              <a:gd name="p0y7" fmla="*/ 8445 h 8445"/>
              <a:gd name="p0x8" fmla="*/ 5195 w 5585"/>
              <a:gd name="p0y8" fmla="*/ 8445 h 8445"/>
              <a:gd name="p0x9" fmla="*/ 390 w 5585"/>
              <a:gd name="p0y9" fmla="*/ 8445 h 8445"/>
              <a:gd name="p0x10" fmla="*/ 174 w 5585"/>
              <a:gd name="p0y10" fmla="*/ 8445 h 8445"/>
              <a:gd name="p0x11" fmla="*/ 0 w 5585"/>
              <a:gd name="p0y11" fmla="*/ 8270 h 8445"/>
              <a:gd name="p0x12" fmla="*/ 0 w 5585"/>
              <a:gd name="p0y12" fmla="*/ 8055 h 8445"/>
              <a:gd name="p0x13" fmla="*/ 0 w 5585"/>
              <a:gd name="p0y13" fmla="*/ 390 h 8445"/>
              <a:gd name="p0x14" fmla="*/ 0 w 5585"/>
              <a:gd name="p0y14" fmla="*/ 174 h 8445"/>
              <a:gd name="p0x15" fmla="*/ 174 w 5585"/>
              <a:gd name="p0y15" fmla="*/ 0 h 8445"/>
              <a:gd name="p0x16" fmla="*/ 390 w 55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5180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4603750" y="1385570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4518051" y="1823085"/>
            <a:ext cx="31559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日志级别控制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518051" y="22621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B5553"/>
                </a:solidFill>
                <a:cs typeface="汉仪古隶简" charset="0"/>
              </a:rPr>
              <a:t>MCP Client</a:t>
            </a:r>
            <a:r>
              <a:rPr lang="zh-CN" sz="1500">
                <a:solidFill>
                  <a:srgbClr val="4B5553"/>
                </a:solidFill>
                <a:cs typeface="汉仪古隶简" charset="0"/>
              </a:rPr>
              <a:t>通过设置最低日志级别控制日志详细程度</a:t>
            </a:r>
            <a:endParaRPr lang="zh-CN" sz="1500">
              <a:solidFill>
                <a:srgbClr val="4B5553"/>
              </a:solidFill>
              <a:cs typeface="汉仪古隶简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8068945" y="1109345"/>
            <a:ext cx="3546475" cy="5362575"/>
          </a:xfrm>
          <a:custGeom>
            <a:avLst/>
            <a:gdLst>
              <a:gd name="sw" fmla="*/ 1 w 5585"/>
              <a:gd name="sh" fmla="*/ 1 h 8445"/>
              <a:gd name="mins" fmla="min sw sh"/>
              <a:gd name="dsw" fmla="+- 0 sw mins"/>
              <a:gd name="dsh" fmla="+- 0 sh mins"/>
              <a:gd name="p0x0" fmla="*/ 390 w 5585"/>
              <a:gd name="p0y0" fmla="*/ 0 h 8445"/>
              <a:gd name="p0x1" fmla="*/ 5195 w 5585"/>
              <a:gd name="p0y1" fmla="*/ 0 h 8445"/>
              <a:gd name="p0x2" fmla="*/ 5410 w 5585"/>
              <a:gd name="p0y2" fmla="*/ 0 h 8445"/>
              <a:gd name="p0x3" fmla="*/ 5585 w 5585"/>
              <a:gd name="p0y3" fmla="*/ 174 h 8445"/>
              <a:gd name="p0x4" fmla="*/ 5585 w 5585"/>
              <a:gd name="p0y4" fmla="*/ 390 h 8445"/>
              <a:gd name="p0x5" fmla="*/ 5585 w 5585"/>
              <a:gd name="p0y5" fmla="*/ 8055 h 8445"/>
              <a:gd name="p0x6" fmla="*/ 5585 w 5585"/>
              <a:gd name="p0y6" fmla="*/ 8270 h 8445"/>
              <a:gd name="p0x7" fmla="*/ 5410 w 5585"/>
              <a:gd name="p0y7" fmla="*/ 8445 h 8445"/>
              <a:gd name="p0x8" fmla="*/ 5195 w 5585"/>
              <a:gd name="p0y8" fmla="*/ 8445 h 8445"/>
              <a:gd name="p0x9" fmla="*/ 390 w 5585"/>
              <a:gd name="p0y9" fmla="*/ 8445 h 8445"/>
              <a:gd name="p0x10" fmla="*/ 174 w 5585"/>
              <a:gd name="p0y10" fmla="*/ 8445 h 8445"/>
              <a:gd name="p0x11" fmla="*/ 0 w 5585"/>
              <a:gd name="p0y11" fmla="*/ 8270 h 8445"/>
              <a:gd name="p0x12" fmla="*/ 0 w 5585"/>
              <a:gd name="p0y12" fmla="*/ 8055 h 8445"/>
              <a:gd name="p0x13" fmla="*/ 0 w 5585"/>
              <a:gd name="p0y13" fmla="*/ 390 h 8445"/>
              <a:gd name="p0x14" fmla="*/ 0 w 5585"/>
              <a:gd name="p0y14" fmla="*/ 174 h 8445"/>
              <a:gd name="p0x15" fmla="*/ 174 w 5585"/>
              <a:gd name="p0y15" fmla="*/ 0 h 8445"/>
              <a:gd name="p0x16" fmla="*/ 390 w 55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039"/>
            </a:srgbClr>
          </a:solidFill>
          <a:ln w="9525" cmpd="sng">
            <a:solidFill>
              <a:srgbClr val="CDD9D7"/>
            </a:solidFill>
            <a:prstDash val="solid"/>
          </a:ln>
          <a:effectLst>
            <a:outerShdw blurRad="314325" algn="ctr" rotWithShape="0">
              <a:srgbClr val="223432">
                <a:alpha val="902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8264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70 w 660"/>
              <a:gd name="p0y0" fmla="*/ 0 h 660"/>
              <a:gd name="p0x1" fmla="*/ 390 w 660"/>
              <a:gd name="p0y1" fmla="*/ 0 h 660"/>
              <a:gd name="p0x2" fmla="*/ 539 w 660"/>
              <a:gd name="p0y2" fmla="*/ 0 h 660"/>
              <a:gd name="p0x3" fmla="*/ 660 w 660"/>
              <a:gd name="p0y3" fmla="*/ 120 h 660"/>
              <a:gd name="p0x4" fmla="*/ 660 w 660"/>
              <a:gd name="p0y4" fmla="*/ 270 h 660"/>
              <a:gd name="p0x5" fmla="*/ 660 w 660"/>
              <a:gd name="p0y5" fmla="*/ 390 h 660"/>
              <a:gd name="p0x6" fmla="*/ 660 w 660"/>
              <a:gd name="p0y6" fmla="*/ 539 h 660"/>
              <a:gd name="p0x7" fmla="*/ 539 w 660"/>
              <a:gd name="p0y7" fmla="*/ 660 h 660"/>
              <a:gd name="p0x8" fmla="*/ 390 w 660"/>
              <a:gd name="p0y8" fmla="*/ 660 h 660"/>
              <a:gd name="p0x9" fmla="*/ 270 w 660"/>
              <a:gd name="p0y9" fmla="*/ 660 h 660"/>
              <a:gd name="p0x10" fmla="*/ 120 w 660"/>
              <a:gd name="p0y10" fmla="*/ 660 h 660"/>
              <a:gd name="p0x11" fmla="*/ 0 w 660"/>
              <a:gd name="p0y11" fmla="*/ 539 h 660"/>
              <a:gd name="p0x12" fmla="*/ 0 w 660"/>
              <a:gd name="p0y12" fmla="*/ 390 h 660"/>
              <a:gd name="p0x13" fmla="*/ 0 w 660"/>
              <a:gd name="p0y13" fmla="*/ 270 h 660"/>
              <a:gd name="p0x14" fmla="*/ 0 w 660"/>
              <a:gd name="p0y14" fmla="*/ 120 h 660"/>
              <a:gd name="p0x15" fmla="*/ 120 w 660"/>
              <a:gd name="p0y15" fmla="*/ 0 h 660"/>
              <a:gd name="p0x16" fmla="*/ 27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CE4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8380730" y="1385570"/>
            <a:ext cx="18605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8264576" y="1823085"/>
            <a:ext cx="31559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F2423"/>
                </a:solidFill>
              </a:rPr>
              <a:t>日志内容</a:t>
            </a:r>
            <a:endParaRPr b="1">
              <a:solidFill>
                <a:srgbClr val="1F2423"/>
              </a:solidFill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8264525" y="24003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8397926" y="2262188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严重级别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8264525" y="27813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8397926" y="2643188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B5553"/>
                </a:solidFill>
              </a:rPr>
              <a:t>可选的记录器名称</a:t>
            </a:r>
            <a:endParaRPr sz="1500">
              <a:solidFill>
                <a:srgbClr val="4B5553"/>
              </a:solidFill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8264525" y="31623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2787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8397926" y="3024188"/>
            <a:ext cx="243237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任意可</a:t>
            </a:r>
            <a:r>
              <a:rPr lang="en-US" altLang="zh-CN" sz="1500">
                <a:solidFill>
                  <a:srgbClr val="4B5553"/>
                </a:solidFill>
                <a:cs typeface="汉仪古隶简" charset="0"/>
              </a:rPr>
              <a:t>JSON</a:t>
            </a:r>
            <a:r>
              <a:rPr lang="zh-CN" altLang="en-US" sz="1500">
                <a:solidFill>
                  <a:srgbClr val="4B5553"/>
                </a:solidFill>
                <a:cs typeface="汉仪古隶简" charset="0"/>
              </a:rPr>
              <a:t>序列化的数据</a:t>
            </a:r>
            <a:endParaRPr lang="zh-CN" altLang="en-US" sz="1500">
              <a:solidFill>
                <a:srgbClr val="4B5553"/>
              </a:solidFill>
              <a:cs typeface="汉仪古隶简" charset="0"/>
            </a:endParaRPr>
          </a:p>
        </p:txBody>
      </p:sp>
    </p:spTree>
    <p:custDataLst>
      <p:tags r:id="rId2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4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544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544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544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544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4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  <p:tag name="KSO_WM_UNIT_ISNUMDGMTITLE" val="0"/>
  <p:tag name="KSO_WM_TEMPLATE_INDEX" val="40490544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  <p:tag name="KSO_WM_UNIT_ISNUMDGMTITLE" val="0"/>
  <p:tag name="KSO_WM_TEMPLATE_INDEX" val="40490544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4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544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544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544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544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4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544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4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544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544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544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4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70dfb1471789a09a771028df2f1be053cfab27a"/>
  <p:tag name="KSO_WM_NEWLAYOUT_ID" val="4426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544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544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8d16190e3b615582f693cf11e2a0fe8fddee6de"/>
  <p:tag name="KSO_WM_NEWLAYOUT_ID" val="4432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544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544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44"/>
  <p:tag name="KSO_WM_TEMPLATE_CATEGORY" val="custom"/>
</p:tagLst>
</file>

<file path=ppt/tags/tag6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f136158eab6f587528d2292850168e5caf7aa365"/>
  <p:tag name="KSO_WM_NEWLAYOUT_ID" val="4440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1b91b6e1e39dcd38a6dfbffcc7d744339c1e53d"/>
  <p:tag name="KSO_WM_NEWLAYOUT_ID" val="1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42"/>
  <p:tag name="KSO_WM_TEMPLATE_CATEGORY" val="custom"/>
</p:tagLst>
</file>

<file path=ppt/tags/tag8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42"/>
  <p:tag name="KSO_WM_TEMPLATE_CATEGORY" val="custom"/>
</p:tagLst>
</file>

<file path=ppt/tags/tag8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42"/>
  <p:tag name="KSO_WM_TEMPLATE_CATEGORY" val="custom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544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TEMPLATE_CATEGORY" val="custom"/>
  <p:tag name="KSO_WM_TEMPLATE_INDEX" val="40490544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NOCLEAR" val="0"/>
  <p:tag name="KSO_WM_TEMPLATE_CATEGORY" val="custom"/>
  <p:tag name="KSO_WM_TEMPLATE_INDEX" val="40490544"/>
  <p:tag name="KSO_WM_UNIT_ISNUMDGMTITLE" val="0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4"/>
  <p:tag name="KSO_WM_TEMPLATE_CATEGORY" val="custom"/>
</p:tagLst>
</file>

<file path=ppt/tags/tag9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44"/>
  <p:tag name="KSO_WM_TEMPLATE_CATEGORY" val="custom"/>
  <p:tag name="KSO_WM_TEMPLATE_MASTER_TYPE" val="0"/>
  <p:tag name="KSO_WM_TAG_VERSION" val="3.0"/>
</p:tagLst>
</file>

<file path=ppt/tags/tag9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custom40490544_1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20XX YEAR"/>
</p:tagLst>
</file>

<file path=ppt/tags/tag9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70dfb1471789a09a771028df2f1be053cfab27a"/>
  <p:tag name="KSO_WM_NEWLAYOUT_ID" val="4426"/>
  <p:tag name="KSO_WM_UNIT_ID" val="custom40490544_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单击此处&#10;添加文档标题"/>
</p:tagLst>
</file>

<file path=ppt/tags/tag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custom40490544_1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BY WPS"/>
</p:tagLst>
</file>

<file path=ppt/tags/tag94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90544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90544"/>
  <p:tag name="KSO_WM_TEMPLATE_MASTER_TYPE" val="0"/>
  <p:tag name="KSO_WM_TEMPLATE_SLIDE_ID" val="slide_d799d37ec7ee1a76"/>
  <p:tag name="KSO_WM_TEMPLATE_SUBCATEGORY" val="29"/>
  <p:tag name="KSO_WM_TEMPLATE_THUMBS_INDEX" val="1、9"/>
</p:tagLst>
</file>

<file path=ppt/tags/tag9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SLIDE_TYPE" val="contents"/>
</p:tagLst>
</file>

<file path=ppt/tags/tag10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8d16190e3b615582f693cf11e2a0fe8fddee6de"/>
  <p:tag name="KSO_WM_NEWLAYOUT_ID" val="4432"/>
  <p:tag name="KSO_WM_UNIT_ID" val="custom40490544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单击此处添加章节标题"/>
</p:tagLst>
</file>

<file path=ppt/tags/tag10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544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01"/>
</p:tagLst>
</file>

<file path=ppt/tags/tag107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9054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544"/>
  <p:tag name="KSO_WM_TEMPLATE_MASTER_TYPE" val="0"/>
  <p:tag name="KSO_WM_TEMPLATE_SLIDE_ID" val="slide_0e3ab8503af4c08e"/>
  <p:tag name="KSO_WM_TEMPLATE_SUBCATEGORY" val="29"/>
</p:tagLst>
</file>

<file path=ppt/tags/tag1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SLIDE_TYPE" val="text"/>
</p:tagLst>
</file>

<file path=ppt/tags/tag13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SLIDE_TYPE" val="text"/>
</p:tagLst>
</file>

<file path=ppt/tags/tag1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SLIDE_TYPE" val="text"/>
</p:tagLst>
</file>

<file path=ppt/tags/tag1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SLIDE_TYPE" val="text"/>
</p:tagLst>
</file>

<file path=ppt/tags/tag1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SLIDE_TYPE" val="text"/>
</p:tagLst>
</file>

<file path=ppt/tags/tag1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SLIDE_TYPE" val="text"/>
</p:tagLst>
</file>

<file path=ppt/tags/tag2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SLIDE_TYPE" val="text"/>
</p:tagLst>
</file>

<file path=ppt/tags/tag26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SLIDE_TYPE" val="text"/>
</p:tagLst>
</file>

<file path=ppt/tags/tag3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SLIDE_TYPE" val="text"/>
</p:tagLst>
</file>

<file path=ppt/tags/tag3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SLIDE_TYPE" val="text"/>
</p:tagLst>
</file>

<file path=ppt/tags/tag37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SLIDE_TYPE" val="text"/>
</p:tagLst>
</file>

<file path=ppt/tags/tag40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8d16190e3b615582f693cf11e2a0fe8fddee6de"/>
  <p:tag name="KSO_WM_NEWLAYOUT_ID" val="4432"/>
  <p:tag name="KSO_WM_UNIT_ID" val="custom40490544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单击此处添加章节标题"/>
</p:tagLst>
</file>

<file path=ppt/tags/tag40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544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4"/>
  <p:tag name="KSO_WM_TEMPLATE_CATEGORY" val="custom"/>
  <p:tag name="KSO_WM_UNIT_PRESET_TEXT" val="01"/>
</p:tagLst>
</file>

<file path=ppt/tags/tag409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9054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544"/>
  <p:tag name="KSO_WM_TEMPLATE_MASTER_TYPE" val="0"/>
  <p:tag name="KSO_WM_TEMPLATE_SLIDE_ID" val="slide_0e3ab8503af4c08e"/>
  <p:tag name="KSO_WM_TEMPLATE_SUBCATEGORY" val="29"/>
</p:tagLst>
</file>

<file path=ppt/tags/tag4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SLIDE_TYPE" val="text"/>
</p:tagLst>
</file>

<file path=ppt/tags/tag4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SLIDE_TYPE" val="text"/>
</p:tagLst>
</file>

<file path=ppt/tags/tag42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SLIDE_TYPE" val="text"/>
</p:tagLst>
</file>

<file path=ppt/tags/tag43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SLIDE_TYPE" val="text"/>
</p:tagLst>
</file>

<file path=ppt/tags/tag4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SLIDE_TYPE" val="text"/>
</p:tagLst>
</file>

<file path=ppt/tags/tag5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SLIDE_TYPE" val="text"/>
</p:tagLst>
</file>

<file path=ppt/tags/tag56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SLIDE_TYPE" val="text"/>
</p:tagLst>
</file>

<file path=ppt/tags/tag6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SLIDE_TYPE" val="text"/>
</p:tagLst>
</file>

<file path=ppt/tags/tag6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SLIDE_TYPE" val="text"/>
</p:tagLst>
</file>

<file path=ppt/tags/tag7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SLIDE_TYPE" val="text"/>
</p:tagLst>
</file>

<file path=ppt/tags/tag7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6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SLIDE_TYPE" val="text"/>
</p:tagLst>
</file>

<file path=ppt/tags/tag8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SLIDE_TYPE" val="text"/>
</p:tagLst>
</file>

<file path=ppt/tags/tag8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4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4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5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5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6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6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6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6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6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6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6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70.xml><?xml version="1.0" encoding="utf-8"?>
<p:tagLst xmlns:p="http://schemas.openxmlformats.org/presentationml/2006/main">
  <p:tag name="KSO_WM_SLIDE_TYPE" val="text"/>
</p:tagLst>
</file>

<file path=ppt/tags/tag8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7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73.xml><?xml version="1.0" encoding="utf-8"?>
<p:tagLst xmlns:p="http://schemas.openxmlformats.org/presentationml/2006/main">
  <p:tag name="KSO_WM_SLIDE_TYPE" val="text"/>
</p:tagLst>
</file>

<file path=ppt/tags/tag8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7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7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7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8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8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8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8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8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8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8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9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9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9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9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9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9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9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9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9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0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0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0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0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0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0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0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0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90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1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91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1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1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9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1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91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17.xml><?xml version="1.0" encoding="utf-8"?>
<p:tagLst xmlns:p="http://schemas.openxmlformats.org/presentationml/2006/main">
  <p:tag name="KSO_WM_SLIDE_TYPE" val="text"/>
</p:tagLst>
</file>

<file path=ppt/tags/tag9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2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2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2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3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3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3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3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93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3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3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3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94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4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94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4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4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9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4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4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9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5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5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5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95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5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55.xml><?xml version="1.0" encoding="utf-8"?>
<p:tagLst xmlns:p="http://schemas.openxmlformats.org/presentationml/2006/main">
  <p:tag name="KSO_WM_SLIDE_TYPE" val="text"/>
</p:tagLst>
</file>

<file path=ppt/tags/tag95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5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6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6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6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6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6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6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6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7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7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7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7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77.xml><?xml version="1.0" encoding="utf-8"?>
<p:tagLst xmlns:p="http://schemas.openxmlformats.org/presentationml/2006/main">
  <p:tag name="KSO_WM_SLIDE_TYPE" val="text"/>
</p:tagLst>
</file>

<file path=ppt/tags/tag978.xml><?xml version="1.0" encoding="utf-8"?>
<p:tagLst xmlns:p="http://schemas.openxmlformats.org/presentationml/2006/main">
  <p:tag name="COMMONDATA" val="eyJoZGlkIjoiYWNlODEyNTNiZDQ3MjQ0NmY3YjE0ZDg1M2FjNGU2ODIifQ=="/>
</p:tagLst>
</file>

<file path=ppt/theme/theme1.xml><?xml version="1.0" encoding="utf-8"?>
<a:theme xmlns:a="http://schemas.openxmlformats.org/drawingml/2006/main" name="Office 主题​​">
  <a:themeElements>
    <a:clrScheme name="自定义 226">
      <a:dk1>
        <a:srgbClr val="000000"/>
      </a:dk1>
      <a:lt1>
        <a:srgbClr val="FFFFFF"/>
      </a:lt1>
      <a:dk2>
        <a:srgbClr val="232E53"/>
      </a:dk2>
      <a:lt2>
        <a:srgbClr val="E7F1F9"/>
      </a:lt2>
      <a:accent1>
        <a:srgbClr val="4D6DD7"/>
      </a:accent1>
      <a:accent2>
        <a:srgbClr val="4785D6"/>
      </a:accent2>
      <a:accent3>
        <a:srgbClr val="4197D0"/>
      </a:accent3>
      <a:accent4>
        <a:srgbClr val="3AACCC"/>
      </a:accent4>
      <a:accent5>
        <a:srgbClr val="34C1C9"/>
      </a:accent5>
      <a:accent6>
        <a:srgbClr val="2ED6C5"/>
      </a:accent6>
      <a:hlink>
        <a:srgbClr val="0563C1"/>
      </a:hlink>
      <a:folHlink>
        <a:srgbClr val="954D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chemeClr val="accent1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b="1" dirty="0" smtClean="0">
            <a:gradFill>
              <a:gsLst>
                <a:gs pos="0">
                  <a:schemeClr val="accent6"/>
                </a:gs>
                <a:gs pos="86000">
                  <a:schemeClr val="accent1"/>
                </a:gs>
              </a:gsLst>
              <a:lin ang="189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7025</Words>
  <Application>WPS 演示</Application>
  <PresentationFormat>宽屏</PresentationFormat>
  <Paragraphs>845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汉仪古隶简</vt:lpstr>
      <vt:lpstr>隶书</vt:lpstr>
      <vt:lpstr>微软雅黑</vt:lpstr>
      <vt:lpstr>Arial Unicode MS</vt:lpstr>
      <vt:lpstr>Calibri Light</vt:lpstr>
      <vt:lpstr>Calibri</vt:lpstr>
      <vt:lpstr>汉仪古隶简</vt:lpstr>
      <vt:lpstr>Office 主题​​</vt:lpstr>
      <vt:lpstr>WPS</vt:lpstr>
      <vt:lpstr>MCP概述</vt:lpstr>
      <vt:lpstr>PowerPoint 演示文稿</vt:lpstr>
      <vt:lpstr>第1章 MCP概述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第2章 MCP技术原理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MCP概述</dc:title>
  <dc:creator/>
  <cp:lastModifiedBy>高强文</cp:lastModifiedBy>
  <cp:revision>4</cp:revision>
  <dcterms:created xsi:type="dcterms:W3CDTF">2026-07-01T23:40:00Z</dcterms:created>
  <dcterms:modified xsi:type="dcterms:W3CDTF">2026-07-02T00:24:16Z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6A498C12C782412EB24A5EB965C160B4_13</vt:lpwstr>
  </property>
  <property fmtid="{D5CDD505-2E9C-101B-9397-08002B2CF9AE}" pid="4" name="KSOTemplateUUID">
    <vt:lpwstr>v1.0_ai_69796637480</vt:lpwstr>
  </property>
</Properties>
</file>